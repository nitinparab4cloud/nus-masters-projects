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9" r:id="rId5"/>
    <p:sldMasterId id="2147483700" r:id="rId6"/>
    <p:sldMasterId id="2147483701"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 id="297" r:id="rId50"/>
    <p:sldId id="298" r:id="rId51"/>
    <p:sldId id="299" r:id="rId52"/>
    <p:sldId id="300" r:id="rId53"/>
    <p:sldId id="301" r:id="rId54"/>
    <p:sldId id="302" r:id="rId55"/>
    <p:sldId id="303" r:id="rId56"/>
    <p:sldId id="304" r:id="rId57"/>
    <p:sldId id="305" r:id="rId58"/>
    <p:sldId id="306" r:id="rId59"/>
    <p:sldId id="307" r:id="rId60"/>
    <p:sldId id="308" r:id="rId61"/>
  </p:sldIdLst>
  <p:sldSz cy="5143500" cx="9144000"/>
  <p:notesSz cx="6858000" cy="9144000"/>
  <p:embeddedFontLst>
    <p:embeddedFont>
      <p:font typeface="Raleway"/>
      <p:regular r:id="rId62"/>
      <p:bold r:id="rId63"/>
      <p:italic r:id="rId64"/>
      <p:boldItalic r:id="rId65"/>
    </p:embeddedFont>
    <p:embeddedFont>
      <p:font typeface="Proxima Nova"/>
      <p:regular r:id="rId66"/>
      <p:bold r:id="rId67"/>
      <p:italic r:id="rId68"/>
      <p:boldItalic r:id="rId69"/>
    </p:embeddedFont>
    <p:embeddedFont>
      <p:font typeface="Roboto Medium"/>
      <p:regular r:id="rId70"/>
      <p:bold r:id="rId71"/>
      <p:italic r:id="rId72"/>
      <p:boldItalic r:id="rId73"/>
    </p:embeddedFont>
    <p:embeddedFont>
      <p:font typeface="Anaheim"/>
      <p:regular r:id="rId74"/>
      <p:bold r:id="rId75"/>
    </p:embeddedFont>
    <p:embeddedFont>
      <p:font typeface="Raleway Black"/>
      <p:bold r:id="rId76"/>
      <p:boldItalic r:id="rId77"/>
    </p:embeddedFont>
    <p:embeddedFont>
      <p:font typeface="Hepta Slab SemiBold"/>
      <p:regular r:id="rId78"/>
      <p:bold r:id="rId79"/>
    </p:embeddedFont>
    <p:embeddedFont>
      <p:font typeface="Proxima Nova Semibold"/>
      <p:regular r:id="rId80"/>
      <p:bold r:id="rId81"/>
      <p:boldItalic r:id="rId82"/>
    </p:embeddedFont>
    <p:embeddedFont>
      <p:font typeface="Roboto Mono"/>
      <p:regular r:id="rId83"/>
      <p:bold r:id="rId84"/>
      <p:italic r:id="rId85"/>
      <p:boldItalic r:id="rId86"/>
    </p:embeddedFont>
    <p:embeddedFont>
      <p:font typeface="Raleway SemiBold"/>
      <p:regular r:id="rId87"/>
      <p:bold r:id="rId88"/>
      <p:italic r:id="rId89"/>
      <p:boldItalic r:id="rId90"/>
    </p:embeddedFont>
    <p:embeddedFont>
      <p:font typeface="Raleway ExtraBold"/>
      <p:bold r:id="rId91"/>
      <p:boldItalic r:id="rId92"/>
    </p:embeddedFont>
    <p:embeddedFont>
      <p:font typeface="Roboto"/>
      <p:regular r:id="rId93"/>
      <p:bold r:id="rId94"/>
      <p:italic r:id="rId95"/>
      <p:boldItalic r:id="rId96"/>
    </p:embeddedFont>
    <p:embeddedFont>
      <p:font typeface="Amatic SC"/>
      <p:regular r:id="rId97"/>
      <p:bold r:id="rId98"/>
    </p:embeddedFont>
    <p:embeddedFont>
      <p:font typeface="Bebas Neue"/>
      <p:regular r:id="rId99"/>
    </p:embeddedFont>
    <p:embeddedFont>
      <p:font typeface="Open Sans SemiBold"/>
      <p:regular r:id="rId100"/>
      <p:bold r:id="rId101"/>
      <p:italic r:id="rId102"/>
      <p:boldItalic r:id="rId103"/>
    </p:embeddedFont>
    <p:embeddedFont>
      <p:font typeface="Open Sans ExtraBold"/>
      <p:bold r:id="rId104"/>
      <p:boldItalic r:id="rId105"/>
    </p:embeddedFont>
    <p:embeddedFont>
      <p:font typeface="Open Sans Medium"/>
      <p:regular r:id="rId106"/>
      <p:bold r:id="rId107"/>
      <p:italic r:id="rId108"/>
      <p:boldItalic r:id="rId109"/>
    </p:embeddedFont>
    <p:embeddedFont>
      <p:font typeface="Open Sans Light"/>
      <p:regular r:id="rId110"/>
      <p:bold r:id="rId111"/>
      <p:italic r:id="rId112"/>
      <p:boldItalic r:id="rId113"/>
    </p:embeddedFont>
    <p:embeddedFont>
      <p:font typeface="Open Sans"/>
      <p:regular r:id="rId114"/>
      <p:bold r:id="rId115"/>
      <p:italic r:id="rId116"/>
      <p:boldItalic r:id="rId11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D4E5A5A-763C-47C9-BFA7-1751CF2D7181}">
  <a:tblStyle styleId="{4D4E5A5A-763C-47C9-BFA7-1751CF2D718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CF7EBC90-D39A-4EA8-BDBE-FA5BE8EE289A}" styleName="Table_1">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 styleId="{6378D30C-CDF7-4656-892C-943D3D109524}" styleName="Table_2">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2.xml"/><Relationship Id="rId42" Type="http://schemas.openxmlformats.org/officeDocument/2006/relationships/slide" Target="slides/slide34.xml"/><Relationship Id="rId41" Type="http://schemas.openxmlformats.org/officeDocument/2006/relationships/slide" Target="slides/slide33.xml"/><Relationship Id="rId44" Type="http://schemas.openxmlformats.org/officeDocument/2006/relationships/slide" Target="slides/slide36.xml"/><Relationship Id="rId43" Type="http://schemas.openxmlformats.org/officeDocument/2006/relationships/slide" Target="slides/slide35.xml"/><Relationship Id="rId46" Type="http://schemas.openxmlformats.org/officeDocument/2006/relationships/slide" Target="slides/slide38.xml"/><Relationship Id="rId45" Type="http://schemas.openxmlformats.org/officeDocument/2006/relationships/slide" Target="slides/slide37.xml"/><Relationship Id="rId107" Type="http://schemas.openxmlformats.org/officeDocument/2006/relationships/font" Target="fonts/OpenSansMedium-bold.fntdata"/><Relationship Id="rId106" Type="http://schemas.openxmlformats.org/officeDocument/2006/relationships/font" Target="fonts/OpenSansMedium-regular.fntdata"/><Relationship Id="rId105" Type="http://schemas.openxmlformats.org/officeDocument/2006/relationships/font" Target="fonts/OpenSansExtraBold-boldItalic.fntdata"/><Relationship Id="rId104" Type="http://schemas.openxmlformats.org/officeDocument/2006/relationships/font" Target="fonts/OpenSansExtraBold-bold.fntdata"/><Relationship Id="rId109" Type="http://schemas.openxmlformats.org/officeDocument/2006/relationships/font" Target="fonts/OpenSansMedium-boldItalic.fntdata"/><Relationship Id="rId108" Type="http://schemas.openxmlformats.org/officeDocument/2006/relationships/font" Target="fonts/OpenSansMedium-italic.fntdata"/><Relationship Id="rId48" Type="http://schemas.openxmlformats.org/officeDocument/2006/relationships/slide" Target="slides/slide40.xml"/><Relationship Id="rId47" Type="http://schemas.openxmlformats.org/officeDocument/2006/relationships/slide" Target="slides/slide39.xml"/><Relationship Id="rId49" Type="http://schemas.openxmlformats.org/officeDocument/2006/relationships/slide" Target="slides/slide41.xml"/><Relationship Id="rId103" Type="http://schemas.openxmlformats.org/officeDocument/2006/relationships/font" Target="fonts/OpenSansSemiBold-boldItalic.fntdata"/><Relationship Id="rId102" Type="http://schemas.openxmlformats.org/officeDocument/2006/relationships/font" Target="fonts/OpenSansSemiBold-italic.fntdata"/><Relationship Id="rId101" Type="http://schemas.openxmlformats.org/officeDocument/2006/relationships/font" Target="fonts/OpenSansSemiBold-bold.fntdata"/><Relationship Id="rId100" Type="http://schemas.openxmlformats.org/officeDocument/2006/relationships/font" Target="fonts/OpenSansSemiBold-regular.fntdata"/><Relationship Id="rId31" Type="http://schemas.openxmlformats.org/officeDocument/2006/relationships/slide" Target="slides/slide23.xml"/><Relationship Id="rId30" Type="http://schemas.openxmlformats.org/officeDocument/2006/relationships/slide" Target="slides/slide22.xml"/><Relationship Id="rId33" Type="http://schemas.openxmlformats.org/officeDocument/2006/relationships/slide" Target="slides/slide25.xml"/><Relationship Id="rId32" Type="http://schemas.openxmlformats.org/officeDocument/2006/relationships/slide" Target="slides/slide24.xml"/><Relationship Id="rId35" Type="http://schemas.openxmlformats.org/officeDocument/2006/relationships/slide" Target="slides/slide27.xml"/><Relationship Id="rId34" Type="http://schemas.openxmlformats.org/officeDocument/2006/relationships/slide" Target="slides/slide26.xml"/><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slide" Target="slides/slide31.xml"/><Relationship Id="rId38" Type="http://schemas.openxmlformats.org/officeDocument/2006/relationships/slide" Target="slides/slide30.xml"/><Relationship Id="rId20" Type="http://schemas.openxmlformats.org/officeDocument/2006/relationships/slide" Target="slides/slide12.xml"/><Relationship Id="rId22" Type="http://schemas.openxmlformats.org/officeDocument/2006/relationships/slide" Target="slides/slide14.xml"/><Relationship Id="rId21" Type="http://schemas.openxmlformats.org/officeDocument/2006/relationships/slide" Target="slides/slide13.xml"/><Relationship Id="rId24" Type="http://schemas.openxmlformats.org/officeDocument/2006/relationships/slide" Target="slides/slide16.xml"/><Relationship Id="rId23" Type="http://schemas.openxmlformats.org/officeDocument/2006/relationships/slide" Target="slides/slide15.xml"/><Relationship Id="rId26" Type="http://schemas.openxmlformats.org/officeDocument/2006/relationships/slide" Target="slides/slide18.xml"/><Relationship Id="rId25" Type="http://schemas.openxmlformats.org/officeDocument/2006/relationships/slide" Target="slides/slide17.xml"/><Relationship Id="rId28" Type="http://schemas.openxmlformats.org/officeDocument/2006/relationships/slide" Target="slides/slide20.xml"/><Relationship Id="rId27" Type="http://schemas.openxmlformats.org/officeDocument/2006/relationships/slide" Target="slides/slide19.xml"/><Relationship Id="rId29" Type="http://schemas.openxmlformats.org/officeDocument/2006/relationships/slide" Target="slides/slide21.xml"/><Relationship Id="rId95" Type="http://schemas.openxmlformats.org/officeDocument/2006/relationships/font" Target="fonts/Roboto-italic.fntdata"/><Relationship Id="rId94" Type="http://schemas.openxmlformats.org/officeDocument/2006/relationships/font" Target="fonts/Roboto-bold.fntdata"/><Relationship Id="rId97" Type="http://schemas.openxmlformats.org/officeDocument/2006/relationships/font" Target="fonts/AmaticSC-regular.fntdata"/><Relationship Id="rId96" Type="http://schemas.openxmlformats.org/officeDocument/2006/relationships/font" Target="fonts/Roboto-boldItalic.fntdata"/><Relationship Id="rId11" Type="http://schemas.openxmlformats.org/officeDocument/2006/relationships/slide" Target="slides/slide3.xml"/><Relationship Id="rId99" Type="http://schemas.openxmlformats.org/officeDocument/2006/relationships/font" Target="fonts/BebasNeue-regular.fntdata"/><Relationship Id="rId10" Type="http://schemas.openxmlformats.org/officeDocument/2006/relationships/slide" Target="slides/slide2.xml"/><Relationship Id="rId98" Type="http://schemas.openxmlformats.org/officeDocument/2006/relationships/font" Target="fonts/AmaticSC-bold.fntdata"/><Relationship Id="rId13" Type="http://schemas.openxmlformats.org/officeDocument/2006/relationships/slide" Target="slides/slide5.xml"/><Relationship Id="rId12" Type="http://schemas.openxmlformats.org/officeDocument/2006/relationships/slide" Target="slides/slide4.xml"/><Relationship Id="rId91" Type="http://schemas.openxmlformats.org/officeDocument/2006/relationships/font" Target="fonts/RalewayExtraBold-bold.fntdata"/><Relationship Id="rId90" Type="http://schemas.openxmlformats.org/officeDocument/2006/relationships/font" Target="fonts/RalewaySemiBold-boldItalic.fntdata"/><Relationship Id="rId93" Type="http://schemas.openxmlformats.org/officeDocument/2006/relationships/font" Target="fonts/Roboto-regular.fntdata"/><Relationship Id="rId92" Type="http://schemas.openxmlformats.org/officeDocument/2006/relationships/font" Target="fonts/RalewayExtraBold-boldItalic.fntdata"/><Relationship Id="rId117" Type="http://schemas.openxmlformats.org/officeDocument/2006/relationships/font" Target="fonts/OpenSans-boldItalic.fntdata"/><Relationship Id="rId116" Type="http://schemas.openxmlformats.org/officeDocument/2006/relationships/font" Target="fonts/OpenSans-italic.fntdata"/><Relationship Id="rId115" Type="http://schemas.openxmlformats.org/officeDocument/2006/relationships/font" Target="fonts/OpenSans-bold.fntdata"/><Relationship Id="rId15" Type="http://schemas.openxmlformats.org/officeDocument/2006/relationships/slide" Target="slides/slide7.xml"/><Relationship Id="rId110" Type="http://schemas.openxmlformats.org/officeDocument/2006/relationships/font" Target="fonts/OpenSansLight-regular.fntdata"/><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14" Type="http://schemas.openxmlformats.org/officeDocument/2006/relationships/font" Target="fonts/OpenSans-regular.fntdata"/><Relationship Id="rId18" Type="http://schemas.openxmlformats.org/officeDocument/2006/relationships/slide" Target="slides/slide10.xml"/><Relationship Id="rId113" Type="http://schemas.openxmlformats.org/officeDocument/2006/relationships/font" Target="fonts/OpenSansLight-boldItalic.fntdata"/><Relationship Id="rId112" Type="http://schemas.openxmlformats.org/officeDocument/2006/relationships/font" Target="fonts/OpenSansLight-italic.fntdata"/><Relationship Id="rId111" Type="http://schemas.openxmlformats.org/officeDocument/2006/relationships/font" Target="fonts/OpenSansLight-bold.fntdata"/><Relationship Id="rId84" Type="http://schemas.openxmlformats.org/officeDocument/2006/relationships/font" Target="fonts/RobotoMono-bold.fntdata"/><Relationship Id="rId83" Type="http://schemas.openxmlformats.org/officeDocument/2006/relationships/font" Target="fonts/RobotoMono-regular.fntdata"/><Relationship Id="rId86" Type="http://schemas.openxmlformats.org/officeDocument/2006/relationships/font" Target="fonts/RobotoMono-boldItalic.fntdata"/><Relationship Id="rId85" Type="http://schemas.openxmlformats.org/officeDocument/2006/relationships/font" Target="fonts/RobotoMono-italic.fntdata"/><Relationship Id="rId88" Type="http://schemas.openxmlformats.org/officeDocument/2006/relationships/font" Target="fonts/RalewaySemiBold-bold.fntdata"/><Relationship Id="rId87" Type="http://schemas.openxmlformats.org/officeDocument/2006/relationships/font" Target="fonts/RalewaySemiBold-regular.fntdata"/><Relationship Id="rId89" Type="http://schemas.openxmlformats.org/officeDocument/2006/relationships/font" Target="fonts/RalewaySemiBold-italic.fntdata"/><Relationship Id="rId80" Type="http://schemas.openxmlformats.org/officeDocument/2006/relationships/font" Target="fonts/ProximaNovaSemibold-regular.fntdata"/><Relationship Id="rId82" Type="http://schemas.openxmlformats.org/officeDocument/2006/relationships/font" Target="fonts/ProximaNovaSemibold-boldItalic.fntdata"/><Relationship Id="rId81" Type="http://schemas.openxmlformats.org/officeDocument/2006/relationships/font" Target="fonts/ProximaNovaSemibold-bold.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1.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notesMaster" Target="notesMasters/notesMaster1.xml"/><Relationship Id="rId73" Type="http://schemas.openxmlformats.org/officeDocument/2006/relationships/font" Target="fonts/RobotoMedium-boldItalic.fntdata"/><Relationship Id="rId72" Type="http://schemas.openxmlformats.org/officeDocument/2006/relationships/font" Target="fonts/RobotoMedium-italic.fntdata"/><Relationship Id="rId75" Type="http://schemas.openxmlformats.org/officeDocument/2006/relationships/font" Target="fonts/Anaheim-bold.fntdata"/><Relationship Id="rId74" Type="http://schemas.openxmlformats.org/officeDocument/2006/relationships/font" Target="fonts/Anaheim-regular.fntdata"/><Relationship Id="rId77" Type="http://schemas.openxmlformats.org/officeDocument/2006/relationships/font" Target="fonts/RalewayBlack-boldItalic.fntdata"/><Relationship Id="rId76" Type="http://schemas.openxmlformats.org/officeDocument/2006/relationships/font" Target="fonts/RalewayBlack-bold.fntdata"/><Relationship Id="rId79" Type="http://schemas.openxmlformats.org/officeDocument/2006/relationships/font" Target="fonts/HeptaSlabSemiBold-bold.fntdata"/><Relationship Id="rId78" Type="http://schemas.openxmlformats.org/officeDocument/2006/relationships/font" Target="fonts/HeptaSlabSemiBold-regular.fntdata"/><Relationship Id="rId71" Type="http://schemas.openxmlformats.org/officeDocument/2006/relationships/font" Target="fonts/RobotoMedium-bold.fntdata"/><Relationship Id="rId70" Type="http://schemas.openxmlformats.org/officeDocument/2006/relationships/font" Target="fonts/RobotoMedium-regular.fntdata"/><Relationship Id="rId62" Type="http://schemas.openxmlformats.org/officeDocument/2006/relationships/font" Target="fonts/Raleway-regular.fntdata"/><Relationship Id="rId61" Type="http://schemas.openxmlformats.org/officeDocument/2006/relationships/slide" Target="slides/slide53.xml"/><Relationship Id="rId64" Type="http://schemas.openxmlformats.org/officeDocument/2006/relationships/font" Target="fonts/Raleway-italic.fntdata"/><Relationship Id="rId63" Type="http://schemas.openxmlformats.org/officeDocument/2006/relationships/font" Target="fonts/Raleway-bold.fntdata"/><Relationship Id="rId66" Type="http://schemas.openxmlformats.org/officeDocument/2006/relationships/font" Target="fonts/ProximaNova-regular.fntdata"/><Relationship Id="rId65" Type="http://schemas.openxmlformats.org/officeDocument/2006/relationships/font" Target="fonts/Raleway-boldItalic.fntdata"/><Relationship Id="rId68" Type="http://schemas.openxmlformats.org/officeDocument/2006/relationships/font" Target="fonts/ProximaNova-italic.fntdata"/><Relationship Id="rId67" Type="http://schemas.openxmlformats.org/officeDocument/2006/relationships/font" Target="fonts/ProximaNova-bold.fntdata"/><Relationship Id="rId60" Type="http://schemas.openxmlformats.org/officeDocument/2006/relationships/slide" Target="slides/slide52.xml"/><Relationship Id="rId69" Type="http://schemas.openxmlformats.org/officeDocument/2006/relationships/font" Target="fonts/ProximaNova-boldItalic.fntdata"/><Relationship Id="rId51" Type="http://schemas.openxmlformats.org/officeDocument/2006/relationships/slide" Target="slides/slide43.xml"/><Relationship Id="rId50" Type="http://schemas.openxmlformats.org/officeDocument/2006/relationships/slide" Target="slides/slide42.xml"/><Relationship Id="rId53" Type="http://schemas.openxmlformats.org/officeDocument/2006/relationships/slide" Target="slides/slide45.xml"/><Relationship Id="rId52" Type="http://schemas.openxmlformats.org/officeDocument/2006/relationships/slide" Target="slides/slide44.xml"/><Relationship Id="rId55" Type="http://schemas.openxmlformats.org/officeDocument/2006/relationships/slide" Target="slides/slide47.xml"/><Relationship Id="rId54" Type="http://schemas.openxmlformats.org/officeDocument/2006/relationships/slide" Target="slides/slide46.xml"/><Relationship Id="rId57" Type="http://schemas.openxmlformats.org/officeDocument/2006/relationships/slide" Target="slides/slide49.xml"/><Relationship Id="rId56" Type="http://schemas.openxmlformats.org/officeDocument/2006/relationships/slide" Target="slides/slide48.xml"/><Relationship Id="rId59" Type="http://schemas.openxmlformats.org/officeDocument/2006/relationships/slide" Target="slides/slide51.xml"/><Relationship Id="rId58" Type="http://schemas.openxmlformats.org/officeDocument/2006/relationships/slide" Target="slides/slide5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39f0fdaf7e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39f0fdaf7e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 name="Shape 695"/>
        <p:cNvGrpSpPr/>
        <p:nvPr/>
      </p:nvGrpSpPr>
      <p:grpSpPr>
        <a:xfrm>
          <a:off x="0" y="0"/>
          <a:ext cx="0" cy="0"/>
          <a:chOff x="0" y="0"/>
          <a:chExt cx="0" cy="0"/>
        </a:xfrm>
      </p:grpSpPr>
      <p:sp>
        <p:nvSpPr>
          <p:cNvPr id="696" name="Google Shape;696;g39e0582a3cd_3_6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97" name="Google Shape;697;g39e0582a3cd_3_6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 name="Shape 753"/>
        <p:cNvGrpSpPr/>
        <p:nvPr/>
      </p:nvGrpSpPr>
      <p:grpSpPr>
        <a:xfrm>
          <a:off x="0" y="0"/>
          <a:ext cx="0" cy="0"/>
          <a:chOff x="0" y="0"/>
          <a:chExt cx="0" cy="0"/>
        </a:xfrm>
      </p:grpSpPr>
      <p:sp>
        <p:nvSpPr>
          <p:cNvPr id="754" name="Google Shape;754;g39e0582a3cd_3_6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55" name="Google Shape;755;g39e0582a3cd_3_69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 name="Shape 806"/>
        <p:cNvGrpSpPr/>
        <p:nvPr/>
      </p:nvGrpSpPr>
      <p:grpSpPr>
        <a:xfrm>
          <a:off x="0" y="0"/>
          <a:ext cx="0" cy="0"/>
          <a:chOff x="0" y="0"/>
          <a:chExt cx="0" cy="0"/>
        </a:xfrm>
      </p:grpSpPr>
      <p:sp>
        <p:nvSpPr>
          <p:cNvPr id="807" name="Google Shape;807;g39e0582a3cd_3_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08" name="Google Shape;808;g39e0582a3cd_3_76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 name="Shape 885"/>
        <p:cNvGrpSpPr/>
        <p:nvPr/>
      </p:nvGrpSpPr>
      <p:grpSpPr>
        <a:xfrm>
          <a:off x="0" y="0"/>
          <a:ext cx="0" cy="0"/>
          <a:chOff x="0" y="0"/>
          <a:chExt cx="0" cy="0"/>
        </a:xfrm>
      </p:grpSpPr>
      <p:sp>
        <p:nvSpPr>
          <p:cNvPr id="886" name="Google Shape;886;g39e0582a3cd_3_19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7" name="Google Shape;887;g39e0582a3cd_3_197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 name="Shape 902"/>
        <p:cNvGrpSpPr/>
        <p:nvPr/>
      </p:nvGrpSpPr>
      <p:grpSpPr>
        <a:xfrm>
          <a:off x="0" y="0"/>
          <a:ext cx="0" cy="0"/>
          <a:chOff x="0" y="0"/>
          <a:chExt cx="0" cy="0"/>
        </a:xfrm>
      </p:grpSpPr>
      <p:sp>
        <p:nvSpPr>
          <p:cNvPr id="903" name="Google Shape;903;g3a068f1dbb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04" name="Google Shape;904;g3a068f1dbb6_0_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100"/>
              <a:buNone/>
            </a:pPr>
            <a:r>
              <a:rPr lang="en-GB">
                <a:solidFill>
                  <a:schemeClr val="dk1"/>
                </a:solidFill>
              </a:rPr>
              <a:t>Electricity and Gas  fraud is a critical problem for utility companies worldwide.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Fraudulent consumption leads to revenue losses.</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Traditional manual detection methods are inefficient when dealing with hundreds of thousands of customers.</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GB">
                <a:solidFill>
                  <a:schemeClr val="dk1"/>
                </a:solidFill>
              </a:rPr>
              <a:t> Our goal is to build an automated machine learning system that can identify suspicious patterns and help investigators prioritize their efforts effectively.</a:t>
            </a:r>
            <a:endParaRPr>
              <a:solidFill>
                <a:schemeClr val="dk1"/>
              </a:solidFill>
            </a:endParaRPr>
          </a:p>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 name="Shape 1004"/>
        <p:cNvGrpSpPr/>
        <p:nvPr/>
      </p:nvGrpSpPr>
      <p:grpSpPr>
        <a:xfrm>
          <a:off x="0" y="0"/>
          <a:ext cx="0" cy="0"/>
          <a:chOff x="0" y="0"/>
          <a:chExt cx="0" cy="0"/>
        </a:xfrm>
      </p:grpSpPr>
      <p:sp>
        <p:nvSpPr>
          <p:cNvPr id="1005" name="Google Shape;1005;g3a07635be95_0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06" name="Google Shape;1006;g3a07635be95_0_3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100"/>
              <a:buNone/>
            </a:pPr>
            <a:r>
              <a:rPr lang="en-GB">
                <a:solidFill>
                  <a:schemeClr val="dk1"/>
                </a:solidFill>
              </a:rPr>
              <a:t>The most significant challenge we faced is the severe class imbalance—with fraud representing only 4.39% of cases.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This creates a critical problem: a model that simply predicts 'legitimate' for everyone would achieve 95.6% accuracy while catching absolutely zero frauds!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Clearly, accuracy is a useless metric here.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To address this, we used several specialized techniques including class weighting, threshold tuning, and carefully selected evaluation metrics like ROC-AUC.</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 name="Shape 1016"/>
        <p:cNvGrpSpPr/>
        <p:nvPr/>
      </p:nvGrpSpPr>
      <p:grpSpPr>
        <a:xfrm>
          <a:off x="0" y="0"/>
          <a:ext cx="0" cy="0"/>
          <a:chOff x="0" y="0"/>
          <a:chExt cx="0" cy="0"/>
        </a:xfrm>
      </p:grpSpPr>
      <p:sp>
        <p:nvSpPr>
          <p:cNvPr id="1017" name="Google Shape;1017;g3a07635be95_0_2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18" name="Google Shape;1018;g3a07635be95_0_29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100"/>
              <a:buNone/>
            </a:pPr>
            <a:r>
              <a:rPr lang="en-GB">
                <a:solidFill>
                  <a:schemeClr val="dk1"/>
                </a:solidFill>
              </a:rPr>
              <a:t>Our exploratory analysis revealed several crucial patterns.</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 First, Category 51 customers showed a fraud rate of 18.64%—more than four times the baseline rate.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This became a critical feature for our model.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 name="Shape 1023"/>
        <p:cNvGrpSpPr/>
        <p:nvPr/>
      </p:nvGrpSpPr>
      <p:grpSpPr>
        <a:xfrm>
          <a:off x="0" y="0"/>
          <a:ext cx="0" cy="0"/>
          <a:chOff x="0" y="0"/>
          <a:chExt cx="0" cy="0"/>
        </a:xfrm>
      </p:grpSpPr>
      <p:sp>
        <p:nvSpPr>
          <p:cNvPr id="1024" name="Google Shape;1024;g3a07635be95_0_3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25" name="Google Shape;1025;g3a07635be95_0_38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100"/>
              <a:buNone/>
            </a:pPr>
            <a:r>
              <a:rPr lang="en-GB">
                <a:solidFill>
                  <a:schemeClr val="dk1"/>
                </a:solidFill>
              </a:rPr>
              <a:t>Second, fraudulent customers exhibited 37% higher consumption on average with much greater variability,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GB">
                <a:solidFill>
                  <a:schemeClr val="dk1"/>
                </a:solidFill>
              </a:rPr>
              <a:t>Suggesting that they have extreme usage patterns.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 name="Shape 1031"/>
        <p:cNvGrpSpPr/>
        <p:nvPr/>
      </p:nvGrpSpPr>
      <p:grpSpPr>
        <a:xfrm>
          <a:off x="0" y="0"/>
          <a:ext cx="0" cy="0"/>
          <a:chOff x="0" y="0"/>
          <a:chExt cx="0" cy="0"/>
        </a:xfrm>
      </p:grpSpPr>
      <p:sp>
        <p:nvSpPr>
          <p:cNvPr id="1032" name="Google Shape;1032;g3a07635be95_0_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33" name="Google Shape;1033;g3a07635be95_0_4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100"/>
              <a:buNone/>
            </a:pPr>
            <a:r>
              <a:rPr lang="en-GB">
                <a:solidFill>
                  <a:schemeClr val="dk1"/>
                </a:solidFill>
              </a:rPr>
              <a:t>However, we also discovered that no single feature strongly predicts fraud—the highest correlation was only 0.105.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GB">
                <a:solidFill>
                  <a:schemeClr val="dk1"/>
                </a:solidFill>
              </a:rPr>
              <a:t>This meant we needed to engineer features that could combine these weak signals effectively.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 name="Shape 1039"/>
        <p:cNvGrpSpPr/>
        <p:nvPr/>
      </p:nvGrpSpPr>
      <p:grpSpPr>
        <a:xfrm>
          <a:off x="0" y="0"/>
          <a:ext cx="0" cy="0"/>
          <a:chOff x="0" y="0"/>
          <a:chExt cx="0" cy="0"/>
        </a:xfrm>
      </p:grpSpPr>
      <p:sp>
        <p:nvSpPr>
          <p:cNvPr id="1040" name="Google Shape;1040;g3a07635be95_0_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41" name="Google Shape;1041;g3a07635be95_0_4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GB">
                <a:solidFill>
                  <a:schemeClr val="dk1"/>
                </a:solidFill>
              </a:rPr>
              <a:t>We also identified extreme outliers, with maximum consumption reaching 57,000 kilowatt-hours, which required special handling.</a:t>
            </a:r>
            <a:endParaRPr>
              <a:solidFill>
                <a:schemeClr val="dk1"/>
              </a:solidFill>
            </a:endParaRPr>
          </a:p>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 name="Shape 1047"/>
        <p:cNvGrpSpPr/>
        <p:nvPr/>
      </p:nvGrpSpPr>
      <p:grpSpPr>
        <a:xfrm>
          <a:off x="0" y="0"/>
          <a:ext cx="0" cy="0"/>
          <a:chOff x="0" y="0"/>
          <a:chExt cx="0" cy="0"/>
        </a:xfrm>
      </p:grpSpPr>
      <p:sp>
        <p:nvSpPr>
          <p:cNvPr id="1048" name="Google Shape;1048;g3a07635be95_0_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49" name="Google Shape;1049;g3a07635be95_0_4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 name="Shape 1120"/>
        <p:cNvGrpSpPr/>
        <p:nvPr/>
      </p:nvGrpSpPr>
      <p:grpSpPr>
        <a:xfrm>
          <a:off x="0" y="0"/>
          <a:ext cx="0" cy="0"/>
          <a:chOff x="0" y="0"/>
          <a:chExt cx="0" cy="0"/>
        </a:xfrm>
      </p:grpSpPr>
      <p:sp>
        <p:nvSpPr>
          <p:cNvPr id="1121" name="Google Shape;1121;g3a07635be95_0_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22" name="Google Shape;1122;g3a07635be95_0_5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100"/>
              <a:buNone/>
            </a:pPr>
            <a:r>
              <a:rPr lang="en-GB">
                <a:solidFill>
                  <a:schemeClr val="dk1"/>
                </a:solidFill>
              </a:rPr>
              <a:t>Before modeling, we implemented a rigorous preprocessing pipeline.</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 First, we applied winsorization to cap extreme outliers at the 99th percentile, which preserved the signal that high consumption matters while removing noise.</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 We then verified data quality—zero missing values, zero infinites, perfectly clean.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For scaling, we chose RobustScaler over the standard scaler because it uses median and IQR, making it resistant to the remaining outliers in our data.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Finally, we performed a stratified train-test split, stratifying by both target AND category to ensure our rare but important Category 51 customers appeared in both sets.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GB">
                <a:solidFill>
                  <a:schemeClr val="dk1"/>
                </a:solidFill>
              </a:rPr>
              <a:t>This attention to detail in preprocessing proved critical for model performance.</a:t>
            </a:r>
            <a:endParaRPr>
              <a:solidFill>
                <a:schemeClr val="dk1"/>
              </a:solidFill>
            </a:endParaRPr>
          </a:p>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0" name="Shape 1160"/>
        <p:cNvGrpSpPr/>
        <p:nvPr/>
      </p:nvGrpSpPr>
      <p:grpSpPr>
        <a:xfrm>
          <a:off x="0" y="0"/>
          <a:ext cx="0" cy="0"/>
          <a:chOff x="0" y="0"/>
          <a:chExt cx="0" cy="0"/>
        </a:xfrm>
      </p:grpSpPr>
      <p:sp>
        <p:nvSpPr>
          <p:cNvPr id="1161" name="Google Shape;1161;g3a07635be95_0_5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62" name="Google Shape;1162;g3a07635be95_0_58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100"/>
              <a:buNone/>
            </a:pPr>
            <a:r>
              <a:rPr lang="en-GB">
                <a:solidFill>
                  <a:schemeClr val="dk1"/>
                </a:solidFill>
              </a:rPr>
              <a:t>Feature engineering was absolutely critical to our success. The fundamental challenge was that each customer has between 5 and 30 invoices—we needed to aggregate this variable-length transaction data into a single customer profile. We created 110 features from the original 17, organized into six categories.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Statistical aggregates like mean and standard deviation captured consumption levels and variability.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Consumption pattern features identified spikes and irregularities.</a:t>
            </a:r>
            <a:endParaRPr>
              <a:solidFill>
                <a:schemeClr val="dk1"/>
              </a:solidFill>
            </a:endParaRPr>
          </a:p>
          <a:p>
            <a:pPr indent="0" lvl="0" marL="0" rtl="0" algn="l">
              <a:lnSpc>
                <a:spcPct val="115000"/>
              </a:lnSpc>
              <a:spcBef>
                <a:spcPts val="0"/>
              </a:spcBef>
              <a:spcAft>
                <a:spcPts val="0"/>
              </a:spcAft>
              <a:buSzPts val="1100"/>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Billing patterns captured irregularity in payment cycles.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Temporal features tracked customer tenure and activity patterns.</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 And critically, we created a binary flag for Category 51 customers, which we know have 4x higher fraud rates.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GB">
                <a:solidFill>
                  <a:schemeClr val="dk1"/>
                </a:solidFill>
              </a:rPr>
              <a:t>This comprehensive feature engineering transformed weak individual signals into a strong collective predictive power.</a:t>
            </a:r>
            <a:endParaRPr>
              <a:solidFill>
                <a:schemeClr val="dk1"/>
              </a:solidFill>
            </a:endParaRPr>
          </a:p>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4" name="Shape 1184"/>
        <p:cNvGrpSpPr/>
        <p:nvPr/>
      </p:nvGrpSpPr>
      <p:grpSpPr>
        <a:xfrm>
          <a:off x="0" y="0"/>
          <a:ext cx="0" cy="0"/>
          <a:chOff x="0" y="0"/>
          <a:chExt cx="0" cy="0"/>
        </a:xfrm>
      </p:grpSpPr>
      <p:sp>
        <p:nvSpPr>
          <p:cNvPr id="1185" name="Google Shape;1185;g3a0dfac38af_6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86" name="Google Shape;1186;g3a0dfac38af_6_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100"/>
              <a:buNone/>
            </a:pPr>
            <a:r>
              <a:rPr lang="en-GB">
                <a:solidFill>
                  <a:schemeClr val="dk1"/>
                </a:solidFill>
              </a:rPr>
              <a:t>If asked about challenges: We faced several significant challenges.</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 The 22-to-1 class imbalance required specialized techniques like class weighting and ROC-AUC evaluation.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Weak correlations meant no easy answers—we had to engineer over 100 features to combine weak signals.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Variable-length transaction histories required creative aggregation strategies.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SzPts val="1100"/>
              <a:buNone/>
            </a:pPr>
            <a:r>
              <a:rPr lang="en-GB">
                <a:solidFill>
                  <a:schemeClr val="dk1"/>
                </a:solidFill>
              </a:rPr>
              <a:t>And extreme outliers needed careful handling to preserve signal without adding noise.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GB">
                <a:solidFill>
                  <a:schemeClr val="dk1"/>
                </a:solidFill>
              </a:rPr>
              <a:t>Each challenge was met with a targeted solution that contributed to our final model's success.</a:t>
            </a:r>
            <a:endParaRPr>
              <a:solidFill>
                <a:schemeClr val="dk1"/>
              </a:solidFill>
            </a:endParaRPr>
          </a:p>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0" name="Shape 1190"/>
        <p:cNvGrpSpPr/>
        <p:nvPr/>
      </p:nvGrpSpPr>
      <p:grpSpPr>
        <a:xfrm>
          <a:off x="0" y="0"/>
          <a:ext cx="0" cy="0"/>
          <a:chOff x="0" y="0"/>
          <a:chExt cx="0" cy="0"/>
        </a:xfrm>
      </p:grpSpPr>
      <p:sp>
        <p:nvSpPr>
          <p:cNvPr id="1191" name="Google Shape;1191;g39e0582a3cd_3_8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92" name="Google Shape;1192;g39e0582a3cd_3_87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GB">
                <a:solidFill>
                  <a:schemeClr val="dk1"/>
                </a:solidFill>
              </a:rPr>
              <a:t>“In this part of the project, our goal was to </a:t>
            </a:r>
            <a:r>
              <a:rPr b="1" lang="en-GB">
                <a:solidFill>
                  <a:schemeClr val="dk1"/>
                </a:solidFill>
              </a:rPr>
              <a:t>develop machine learning models that can accurately detect fraudulent customers while managing class imbalance</a:t>
            </a:r>
            <a:r>
              <a:rPr lang="en-GB">
                <a:solidFill>
                  <a:schemeClr val="dk1"/>
                </a:solidFill>
              </a:rPr>
              <a:t>.</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GB">
                <a:solidFill>
                  <a:schemeClr val="dk1"/>
                </a:solidFill>
              </a:rPr>
              <a:t>As Prasad mentioned just now, fraud detection is challenging because the number of fraud cases is much smaller than legitimate ones. So, our modeling process needed to handle this imbalance carefully while still maintaining good accuracy.</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GB">
                <a:solidFill>
                  <a:schemeClr val="dk1"/>
                </a:solidFill>
              </a:rPr>
              <a:t>Our key focus areas were:</a:t>
            </a:r>
            <a:endParaRPr>
              <a:solidFill>
                <a:schemeClr val="dk1"/>
              </a:solidFill>
            </a:endParaRPr>
          </a:p>
          <a:p>
            <a:pPr indent="-298450" lvl="0" marL="457200" rtl="0" algn="l">
              <a:lnSpc>
                <a:spcPct val="115000"/>
              </a:lnSpc>
              <a:spcBef>
                <a:spcPts val="1200"/>
              </a:spcBef>
              <a:spcAft>
                <a:spcPts val="0"/>
              </a:spcAft>
              <a:buClr>
                <a:schemeClr val="dk1"/>
              </a:buClr>
              <a:buSzPts val="1100"/>
              <a:buChar char="●"/>
            </a:pPr>
            <a:r>
              <a:rPr lang="en-GB">
                <a:solidFill>
                  <a:schemeClr val="dk1"/>
                </a:solidFill>
              </a:rPr>
              <a:t>Defining fraud detection as a </a:t>
            </a:r>
            <a:r>
              <a:rPr b="1" lang="en-GB">
                <a:solidFill>
                  <a:schemeClr val="dk1"/>
                </a:solidFill>
              </a:rPr>
              <a:t>binary classification problem</a:t>
            </a:r>
            <a:r>
              <a:rPr lang="en-GB">
                <a:solidFill>
                  <a:schemeClr val="dk1"/>
                </a:solidFill>
              </a:rPr>
              <a:t>, where each case is either fraud or non-fraud</a:t>
            </a: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lang="en-GB">
                <a:solidFill>
                  <a:schemeClr val="dk1"/>
                </a:solidFill>
              </a:rPr>
              <a:t>Establishing both </a:t>
            </a:r>
            <a:r>
              <a:rPr b="1" lang="en-GB">
                <a:solidFill>
                  <a:schemeClr val="dk1"/>
                </a:solidFill>
              </a:rPr>
              <a:t>baseline models</a:t>
            </a:r>
            <a:r>
              <a:rPr lang="en-GB">
                <a:solidFill>
                  <a:schemeClr val="dk1"/>
                </a:solidFill>
              </a:rPr>
              <a:t> and </a:t>
            </a:r>
            <a:r>
              <a:rPr b="1" lang="en-GB">
                <a:solidFill>
                  <a:schemeClr val="dk1"/>
                </a:solidFill>
              </a:rPr>
              <a:t>advanced models</a:t>
            </a:r>
            <a:r>
              <a:rPr lang="en-GB">
                <a:solidFill>
                  <a:schemeClr val="dk1"/>
                </a:solidFill>
              </a:rPr>
              <a:t> to compare different approaches.</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GB">
                <a:solidFill>
                  <a:schemeClr val="dk1"/>
                </a:solidFill>
              </a:rPr>
              <a:t>In this stage, we tested a wide range of models, starting from simple to more complex techniques.</a:t>
            </a:r>
            <a:endParaRPr>
              <a:solidFill>
                <a:schemeClr val="dk1"/>
              </a:solidFill>
            </a:endParaRPr>
          </a:p>
          <a:p>
            <a:pPr indent="0" lvl="0" marL="0" rtl="0" algn="l">
              <a:lnSpc>
                <a:spcPct val="100000"/>
              </a:lnSpc>
              <a:spcBef>
                <a:spcPts val="120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 name="Shape 1210"/>
        <p:cNvGrpSpPr/>
        <p:nvPr/>
      </p:nvGrpSpPr>
      <p:grpSpPr>
        <a:xfrm>
          <a:off x="0" y="0"/>
          <a:ext cx="0" cy="0"/>
          <a:chOff x="0" y="0"/>
          <a:chExt cx="0" cy="0"/>
        </a:xfrm>
      </p:grpSpPr>
      <p:sp>
        <p:nvSpPr>
          <p:cNvPr id="1211" name="Google Shape;1211;g3a08b323e89_1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2" name="Google Shape;1212;g3a08b323e89_1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2000">
                <a:solidFill>
                  <a:schemeClr val="dk1"/>
                </a:solidFill>
              </a:rPr>
              <a:t>Before training our models, we used a </a:t>
            </a:r>
            <a:r>
              <a:rPr b="1" lang="en-GB" sz="2000">
                <a:solidFill>
                  <a:schemeClr val="dk1"/>
                </a:solidFill>
              </a:rPr>
              <a:t>Perfect Stratified Train–Test Split.</a:t>
            </a:r>
            <a:r>
              <a:rPr lang="en-GB" sz="2000">
                <a:solidFill>
                  <a:schemeClr val="dk1"/>
                </a:solidFill>
              </a:rPr>
              <a:t>This step is really important because our dataset is </a:t>
            </a:r>
            <a:r>
              <a:rPr b="1" lang="en-GB" sz="2000">
                <a:solidFill>
                  <a:schemeClr val="dk1"/>
                </a:solidFill>
              </a:rPr>
              <a:t>highly imbalanced</a:t>
            </a:r>
            <a:r>
              <a:rPr lang="en-GB" sz="2000">
                <a:solidFill>
                  <a:schemeClr val="dk1"/>
                </a:solidFill>
              </a:rPr>
              <a:t> — there are far fewer fraud cases compared to normal ones.</a:t>
            </a:r>
            <a:br>
              <a:rPr b="1" lang="en-GB" sz="2000">
                <a:solidFill>
                  <a:schemeClr val="dk1"/>
                </a:solidFill>
              </a:rPr>
            </a:br>
            <a:br>
              <a:rPr b="1" lang="en-GB" sz="2000">
                <a:solidFill>
                  <a:schemeClr val="dk1"/>
                </a:solidFill>
              </a:rPr>
            </a:br>
            <a:r>
              <a:rPr lang="en-GB" sz="2000">
                <a:solidFill>
                  <a:schemeClr val="dk1"/>
                </a:solidFill>
              </a:rPr>
              <a:t>By using stratification, we ensure </a:t>
            </a:r>
            <a:r>
              <a:rPr b="1" lang="en-GB" sz="2000">
                <a:solidFill>
                  <a:schemeClr val="dk1"/>
                </a:solidFill>
              </a:rPr>
              <a:t>fairness and consistency</a:t>
            </a:r>
            <a:r>
              <a:rPr lang="en-GB" sz="2000">
                <a:solidFill>
                  <a:schemeClr val="dk1"/>
                </a:solidFill>
              </a:rPr>
              <a:t> across both datasets, so the model’s performance is evaluated under realistic and balanced conditions.”</a:t>
            </a:r>
            <a:endParaRPr sz="2000"/>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7" name="Shape 1217"/>
        <p:cNvGrpSpPr/>
        <p:nvPr/>
      </p:nvGrpSpPr>
      <p:grpSpPr>
        <a:xfrm>
          <a:off x="0" y="0"/>
          <a:ext cx="0" cy="0"/>
          <a:chOff x="0" y="0"/>
          <a:chExt cx="0" cy="0"/>
        </a:xfrm>
      </p:grpSpPr>
      <p:sp>
        <p:nvSpPr>
          <p:cNvPr id="1218" name="Google Shape;1218;g3a08b323e89_1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9" name="Google Shape;1219;g3a08b323e89_1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GB">
                <a:solidFill>
                  <a:schemeClr val="dk1"/>
                </a:solidFill>
              </a:rPr>
              <a:t>Before testing complex models, we started with two </a:t>
            </a:r>
            <a:r>
              <a:rPr b="1" lang="en-GB">
                <a:solidFill>
                  <a:schemeClr val="dk1"/>
                </a:solidFill>
              </a:rPr>
              <a:t>baseline models</a:t>
            </a:r>
            <a:r>
              <a:rPr lang="en-GB">
                <a:solidFill>
                  <a:schemeClr val="dk1"/>
                </a:solidFill>
              </a:rPr>
              <a:t> — the </a:t>
            </a:r>
            <a:r>
              <a:rPr b="1" lang="en-GB">
                <a:solidFill>
                  <a:schemeClr val="dk1"/>
                </a:solidFill>
              </a:rPr>
              <a:t>Random Classifier</a:t>
            </a:r>
            <a:r>
              <a:rPr lang="en-GB">
                <a:solidFill>
                  <a:schemeClr val="dk1"/>
                </a:solidFill>
              </a:rPr>
              <a:t> and </a:t>
            </a:r>
            <a:r>
              <a:rPr b="1" lang="en-GB">
                <a:solidFill>
                  <a:schemeClr val="dk1"/>
                </a:solidFill>
              </a:rPr>
              <a:t>Logistic Regression</a:t>
            </a:r>
            <a:r>
              <a:rPr lang="en-GB">
                <a:solidFill>
                  <a:schemeClr val="dk1"/>
                </a:solidFill>
              </a:rPr>
              <a:t>.</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GB">
                <a:solidFill>
                  <a:schemeClr val="dk1"/>
                </a:solidFill>
              </a:rPr>
              <a:t>The </a:t>
            </a:r>
            <a:r>
              <a:rPr b="1" lang="en-GB">
                <a:solidFill>
                  <a:schemeClr val="dk1"/>
                </a:solidFill>
              </a:rPr>
              <a:t>Random Classifier</a:t>
            </a:r>
            <a:r>
              <a:rPr lang="en-GB">
                <a:solidFill>
                  <a:schemeClr val="dk1"/>
                </a:solidFill>
              </a:rPr>
              <a:t>, also called the majority class predictor, is a very simple reference model that always predicts the most common class </a:t>
            </a:r>
            <a:endParaRPr>
              <a:solidFill>
                <a:schemeClr val="dk1"/>
              </a:solidFill>
            </a:endParaRPr>
          </a:p>
          <a:p>
            <a:pPr indent="0" lvl="0" marL="0" rtl="0" algn="l">
              <a:spcBef>
                <a:spcPts val="1200"/>
              </a:spcBef>
              <a:spcAft>
                <a:spcPts val="0"/>
              </a:spcAft>
              <a:buNone/>
            </a:pPr>
            <a:r>
              <a:rPr lang="en-GB">
                <a:solidFill>
                  <a:schemeClr val="dk1"/>
                </a:solidFill>
              </a:rPr>
              <a:t>Next, we used </a:t>
            </a:r>
            <a:r>
              <a:rPr b="1" lang="en-GB">
                <a:solidFill>
                  <a:schemeClr val="dk1"/>
                </a:solidFill>
              </a:rPr>
              <a:t>Logistic Regression</a:t>
            </a:r>
            <a:r>
              <a:rPr lang="en-GB">
                <a:solidFill>
                  <a:schemeClr val="dk1"/>
                </a:solidFill>
              </a:rPr>
              <a:t>, which assumes a linear relationship between the features and fraud likelihood. It’s simple, interpretable, and widely used in fraud detection.</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rPr lang="en-GB">
                <a:solidFill>
                  <a:schemeClr val="dk1"/>
                </a:solidFill>
              </a:rPr>
              <a:t>Together, these two baselines allowed us to establish key metrics — </a:t>
            </a:r>
            <a:r>
              <a:rPr b="1" lang="en-GB">
                <a:solidFill>
                  <a:schemeClr val="dk1"/>
                </a:solidFill>
              </a:rPr>
              <a:t>AUC, Precision, Recall, and F1-score</a:t>
            </a:r>
            <a:r>
              <a:rPr lang="en-GB">
                <a:solidFill>
                  <a:schemeClr val="dk1"/>
                </a:solidFill>
              </a:rPr>
              <a:t> — and set a </a:t>
            </a:r>
            <a:r>
              <a:rPr b="1" lang="en-GB">
                <a:solidFill>
                  <a:schemeClr val="dk1"/>
                </a:solidFill>
              </a:rPr>
              <a:t>realistic benchmark</a:t>
            </a:r>
            <a:r>
              <a:rPr lang="en-GB">
                <a:solidFill>
                  <a:schemeClr val="dk1"/>
                </a:solidFill>
              </a:rPr>
              <a:t> for measuring how much improvement our more advanced models achieved later on.</a:t>
            </a:r>
            <a:endParaRPr>
              <a:solidFill>
                <a:schemeClr val="dk1"/>
              </a:solidFill>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4" name="Shape 1224"/>
        <p:cNvGrpSpPr/>
        <p:nvPr/>
      </p:nvGrpSpPr>
      <p:grpSpPr>
        <a:xfrm>
          <a:off x="0" y="0"/>
          <a:ext cx="0" cy="0"/>
          <a:chOff x="0" y="0"/>
          <a:chExt cx="0" cy="0"/>
        </a:xfrm>
      </p:grpSpPr>
      <p:sp>
        <p:nvSpPr>
          <p:cNvPr id="1225" name="Google Shape;1225;g3a08b323e89_1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6" name="Google Shape;1226;g3a08b323e89_1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304800" lvl="0" marL="457200" rtl="0" algn="l">
              <a:lnSpc>
                <a:spcPct val="115000"/>
              </a:lnSpc>
              <a:spcBef>
                <a:spcPts val="1200"/>
              </a:spcBef>
              <a:spcAft>
                <a:spcPts val="0"/>
              </a:spcAft>
              <a:buClr>
                <a:schemeClr val="dk1"/>
              </a:buClr>
              <a:buSzPts val="1200"/>
              <a:buChar char="●"/>
            </a:pPr>
            <a:r>
              <a:rPr lang="en-GB" sz="1200">
                <a:solidFill>
                  <a:schemeClr val="dk1"/>
                </a:solidFill>
              </a:rPr>
              <a:t>Next, we used two </a:t>
            </a:r>
            <a:r>
              <a:rPr b="1" lang="en-GB" sz="1200">
                <a:solidFill>
                  <a:schemeClr val="dk1"/>
                </a:solidFill>
              </a:rPr>
              <a:t>tree-based models</a:t>
            </a:r>
            <a:r>
              <a:rPr lang="en-GB" sz="1200">
                <a:solidFill>
                  <a:schemeClr val="dk1"/>
                </a:solidFill>
              </a:rPr>
              <a:t> — </a:t>
            </a:r>
            <a:r>
              <a:rPr b="1" lang="en-GB" sz="1200">
                <a:solidFill>
                  <a:schemeClr val="dk1"/>
                </a:solidFill>
              </a:rPr>
              <a:t>Random Forest</a:t>
            </a:r>
            <a:r>
              <a:rPr lang="en-GB" sz="1200">
                <a:solidFill>
                  <a:schemeClr val="dk1"/>
                </a:solidFill>
              </a:rPr>
              <a:t> and </a:t>
            </a:r>
            <a:r>
              <a:rPr b="1" lang="en-GB" sz="1200">
                <a:solidFill>
                  <a:schemeClr val="dk1"/>
                </a:solidFill>
              </a:rPr>
              <a:t>XGBoost</a:t>
            </a:r>
            <a:r>
              <a:rPr lang="en-GB" sz="1200">
                <a:solidFill>
                  <a:schemeClr val="dk1"/>
                </a:solidFill>
              </a:rPr>
              <a:t>.</a:t>
            </a:r>
            <a:endParaRPr sz="1200">
              <a:solidFill>
                <a:schemeClr val="dk1"/>
              </a:solidFill>
            </a:endParaRPr>
          </a:p>
          <a:p>
            <a:pPr indent="-304800" lvl="0" marL="457200" rtl="0" algn="l">
              <a:lnSpc>
                <a:spcPct val="115000"/>
              </a:lnSpc>
              <a:spcBef>
                <a:spcPts val="0"/>
              </a:spcBef>
              <a:spcAft>
                <a:spcPts val="0"/>
              </a:spcAft>
              <a:buClr>
                <a:schemeClr val="dk1"/>
              </a:buClr>
              <a:buSzPts val="1200"/>
              <a:buChar char="●"/>
            </a:pPr>
            <a:r>
              <a:rPr lang="en-GB" sz="1200">
                <a:solidFill>
                  <a:schemeClr val="dk1"/>
                </a:solidFill>
              </a:rPr>
              <a:t>Random Forest captures </a:t>
            </a:r>
            <a:r>
              <a:rPr b="1" lang="en-GB" sz="1200">
                <a:solidFill>
                  <a:schemeClr val="dk1"/>
                </a:solidFill>
              </a:rPr>
              <a:t>non-linear patterns</a:t>
            </a:r>
            <a:r>
              <a:rPr lang="en-GB" sz="1200">
                <a:solidFill>
                  <a:schemeClr val="dk1"/>
                </a:solidFill>
              </a:rPr>
              <a:t> and is resistant to overfitting, especially with </a:t>
            </a:r>
            <a:r>
              <a:rPr b="1" lang="en-GB" sz="1200">
                <a:solidFill>
                  <a:schemeClr val="dk1"/>
                </a:solidFill>
              </a:rPr>
              <a:t>class weighting</a:t>
            </a:r>
            <a:r>
              <a:rPr lang="en-GB" sz="1200">
                <a:solidFill>
                  <a:schemeClr val="dk1"/>
                </a:solidFill>
              </a:rPr>
              <a:t> to handle imbalance.</a:t>
            </a:r>
            <a:endParaRPr sz="1200">
              <a:solidFill>
                <a:schemeClr val="dk1"/>
              </a:solidFill>
            </a:endParaRPr>
          </a:p>
          <a:p>
            <a:pPr indent="-304800" lvl="0" marL="457200" rtl="0" algn="l">
              <a:lnSpc>
                <a:spcPct val="115000"/>
              </a:lnSpc>
              <a:spcBef>
                <a:spcPts val="0"/>
              </a:spcBef>
              <a:spcAft>
                <a:spcPts val="0"/>
              </a:spcAft>
              <a:buClr>
                <a:schemeClr val="dk1"/>
              </a:buClr>
              <a:buSzPts val="1200"/>
              <a:buChar char="●"/>
            </a:pPr>
            <a:r>
              <a:rPr lang="en-GB" sz="1200">
                <a:solidFill>
                  <a:schemeClr val="dk1"/>
                </a:solidFill>
              </a:rPr>
              <a:t>XGBoost uses </a:t>
            </a:r>
            <a:r>
              <a:rPr b="1" lang="en-GB" sz="1200">
                <a:solidFill>
                  <a:schemeClr val="dk1"/>
                </a:solidFill>
              </a:rPr>
              <a:t>gradient boosting</a:t>
            </a:r>
            <a:r>
              <a:rPr lang="en-GB" sz="1200">
                <a:solidFill>
                  <a:schemeClr val="dk1"/>
                </a:solidFill>
              </a:rPr>
              <a:t> and </a:t>
            </a:r>
            <a:r>
              <a:rPr b="1" lang="en-GB" sz="1200">
                <a:solidFill>
                  <a:schemeClr val="dk1"/>
                </a:solidFill>
              </a:rPr>
              <a:t>scale_pos_weight</a:t>
            </a:r>
            <a:r>
              <a:rPr lang="en-GB" sz="1200">
                <a:solidFill>
                  <a:schemeClr val="dk1"/>
                </a:solidFill>
              </a:rPr>
              <a:t> to improve sensitivity to fraud cases.</a:t>
            </a:r>
            <a:endParaRPr sz="1200">
              <a:solidFill>
                <a:schemeClr val="dk1"/>
              </a:solidFill>
            </a:endParaRPr>
          </a:p>
          <a:p>
            <a:pPr indent="-304800" lvl="0" marL="457200" rtl="0" algn="l">
              <a:lnSpc>
                <a:spcPct val="115000"/>
              </a:lnSpc>
              <a:spcBef>
                <a:spcPts val="0"/>
              </a:spcBef>
              <a:spcAft>
                <a:spcPts val="0"/>
              </a:spcAft>
              <a:buClr>
                <a:schemeClr val="dk1"/>
              </a:buClr>
              <a:buSzPts val="1200"/>
              <a:buChar char="●"/>
            </a:pPr>
            <a:r>
              <a:rPr lang="en-GB" sz="1200">
                <a:solidFill>
                  <a:schemeClr val="dk1"/>
                </a:solidFill>
              </a:rPr>
              <a:t>provide </a:t>
            </a:r>
            <a:r>
              <a:rPr b="1" lang="en-GB" sz="1200">
                <a:solidFill>
                  <a:schemeClr val="dk1"/>
                </a:solidFill>
              </a:rPr>
              <a:t>feature importance</a:t>
            </a:r>
            <a:r>
              <a:rPr lang="en-GB" sz="1200">
                <a:solidFill>
                  <a:schemeClr val="dk1"/>
                </a:solidFill>
              </a:rPr>
              <a:t>, helping us understand which factors influence fraud detection most.</a:t>
            </a:r>
            <a:endParaRPr sz="1200">
              <a:solidFill>
                <a:schemeClr val="dk1"/>
              </a:solidFill>
            </a:endParaRPr>
          </a:p>
          <a:p>
            <a:pPr indent="-304800" lvl="0" marL="457200" rtl="0" algn="l">
              <a:lnSpc>
                <a:spcPct val="115000"/>
              </a:lnSpc>
              <a:spcBef>
                <a:spcPts val="0"/>
              </a:spcBef>
              <a:spcAft>
                <a:spcPts val="0"/>
              </a:spcAft>
              <a:buClr>
                <a:schemeClr val="dk1"/>
              </a:buClr>
              <a:buSzPts val="1200"/>
              <a:buChar char="●"/>
            </a:pPr>
            <a:r>
              <a:rPr lang="en-GB" sz="1200">
                <a:solidFill>
                  <a:schemeClr val="dk1"/>
                </a:solidFill>
              </a:rPr>
              <a:t>Provide </a:t>
            </a:r>
            <a:r>
              <a:rPr b="1" lang="en-GB" sz="1200">
                <a:solidFill>
                  <a:schemeClr val="dk1"/>
                </a:solidFill>
              </a:rPr>
              <a:t>feature importance</a:t>
            </a:r>
            <a:r>
              <a:rPr lang="en-GB" sz="1200">
                <a:solidFill>
                  <a:schemeClr val="dk1"/>
                </a:solidFill>
              </a:rPr>
              <a:t> for interpretability.</a:t>
            </a:r>
            <a:endParaRPr sz="1200">
              <a:solidFill>
                <a:schemeClr val="dk1"/>
              </a:solidFill>
            </a:endParaRPr>
          </a:p>
          <a:p>
            <a:pPr indent="-304800" lvl="0" marL="457200" rtl="0" algn="l">
              <a:lnSpc>
                <a:spcPct val="115000"/>
              </a:lnSpc>
              <a:spcBef>
                <a:spcPts val="0"/>
              </a:spcBef>
              <a:spcAft>
                <a:spcPts val="0"/>
              </a:spcAft>
              <a:buClr>
                <a:schemeClr val="dk1"/>
              </a:buClr>
              <a:buSzPts val="1200"/>
              <a:buChar char="●"/>
            </a:pPr>
            <a:r>
              <a:rPr lang="en-GB" sz="1200">
                <a:solidFill>
                  <a:schemeClr val="dk1"/>
                </a:solidFill>
              </a:rPr>
              <a:t>Naturally resistant to overfitting with proper tuning.</a:t>
            </a:r>
            <a:endParaRPr b="1" sz="1200">
              <a:solidFill>
                <a:schemeClr val="dk1"/>
              </a:solidFill>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 name="Shape 1237"/>
        <p:cNvGrpSpPr/>
        <p:nvPr/>
      </p:nvGrpSpPr>
      <p:grpSpPr>
        <a:xfrm>
          <a:off x="0" y="0"/>
          <a:ext cx="0" cy="0"/>
          <a:chOff x="0" y="0"/>
          <a:chExt cx="0" cy="0"/>
        </a:xfrm>
      </p:grpSpPr>
      <p:sp>
        <p:nvSpPr>
          <p:cNvPr id="1238" name="Google Shape;1238;g3a08b323e89_1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9" name="Google Shape;1239;g3a08b323e89_1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solidFill>
                  <a:schemeClr val="dk1"/>
                </a:solidFill>
              </a:rPr>
              <a:t>We also tested </a:t>
            </a:r>
            <a:r>
              <a:rPr b="1" lang="en-GB">
                <a:solidFill>
                  <a:schemeClr val="dk1"/>
                </a:solidFill>
              </a:rPr>
              <a:t>advanced models</a:t>
            </a:r>
            <a:r>
              <a:rPr lang="en-GB">
                <a:solidFill>
                  <a:schemeClr val="dk1"/>
                </a:solidFill>
              </a:rPr>
              <a:t> — </a:t>
            </a:r>
            <a:r>
              <a:rPr b="1" lang="en-GB">
                <a:solidFill>
                  <a:schemeClr val="dk1"/>
                </a:solidFill>
              </a:rPr>
              <a:t>LightGBM</a:t>
            </a:r>
            <a:r>
              <a:rPr lang="en-GB">
                <a:solidFill>
                  <a:schemeClr val="dk1"/>
                </a:solidFill>
              </a:rPr>
              <a:t> and </a:t>
            </a:r>
            <a:r>
              <a:rPr b="1" lang="en-GB">
                <a:solidFill>
                  <a:schemeClr val="dk1"/>
                </a:solidFill>
              </a:rPr>
              <a:t>Isolation Forest</a:t>
            </a:r>
            <a:r>
              <a:rPr lang="en-GB">
                <a:solidFill>
                  <a:schemeClr val="dk1"/>
                </a:solidFill>
              </a:rPr>
              <a:t>.</a:t>
            </a:r>
            <a:endParaRPr>
              <a:solidFill>
                <a:schemeClr val="dk1"/>
              </a:solidFill>
            </a:endParaRPr>
          </a:p>
          <a:p>
            <a:pPr indent="0" lvl="0" marL="0" rtl="0" algn="l">
              <a:spcBef>
                <a:spcPts val="0"/>
              </a:spcBef>
              <a:spcAft>
                <a:spcPts val="0"/>
              </a:spcAft>
              <a:buClr>
                <a:schemeClr val="dk1"/>
              </a:buClr>
              <a:buSzPts val="1100"/>
              <a:buFont typeface="Arial"/>
              <a:buNone/>
            </a:pPr>
            <a:r>
              <a:rPr b="1" lang="en-GB">
                <a:solidFill>
                  <a:schemeClr val="dk1"/>
                </a:solidFill>
              </a:rPr>
              <a:t>LightGBM</a:t>
            </a:r>
            <a:r>
              <a:rPr lang="en-GB">
                <a:solidFill>
                  <a:schemeClr val="dk1"/>
                </a:solidFill>
              </a:rPr>
              <a:t> is an optimized gradient boosting model that’s </a:t>
            </a:r>
            <a:r>
              <a:rPr b="1" lang="en-GB">
                <a:solidFill>
                  <a:schemeClr val="dk1"/>
                </a:solidFill>
              </a:rPr>
              <a:t>fast, efficient, and well-suited for large datasets</a:t>
            </a:r>
            <a:r>
              <a:rPr lang="en-GB">
                <a:solidFill>
                  <a:schemeClr val="dk1"/>
                </a:solidFill>
              </a:rPr>
              <a:t>, giving us strong performance with shorter training time.</a:t>
            </a:r>
            <a:endParaRPr>
              <a:solidFill>
                <a:schemeClr val="dk1"/>
              </a:solidFill>
            </a:endParaRPr>
          </a:p>
          <a:p>
            <a:pPr indent="0" lvl="0" marL="0" rtl="0" algn="l">
              <a:spcBef>
                <a:spcPts val="0"/>
              </a:spcBef>
              <a:spcAft>
                <a:spcPts val="0"/>
              </a:spcAft>
              <a:buClr>
                <a:schemeClr val="dk1"/>
              </a:buClr>
              <a:buSzPts val="1100"/>
              <a:buFont typeface="Arial"/>
              <a:buNone/>
            </a:pPr>
            <a:r>
              <a:rPr b="1" lang="en-GB">
                <a:solidFill>
                  <a:schemeClr val="dk1"/>
                </a:solidFill>
              </a:rPr>
              <a:t>Isolation Forest</a:t>
            </a:r>
            <a:r>
              <a:rPr lang="en-GB">
                <a:solidFill>
                  <a:schemeClr val="dk1"/>
                </a:solidFill>
              </a:rPr>
              <a:t> works differently — it’s an </a:t>
            </a:r>
            <a:r>
              <a:rPr b="1" lang="en-GB">
                <a:solidFill>
                  <a:schemeClr val="dk1"/>
                </a:solidFill>
              </a:rPr>
              <a:t>unsupervised anomaly detection model</a:t>
            </a:r>
            <a:r>
              <a:rPr lang="en-GB">
                <a:solidFill>
                  <a:schemeClr val="dk1"/>
                </a:solidFill>
              </a:rPr>
              <a:t> that identifies rare or unusual patterns without needing labeled data.</a:t>
            </a:r>
            <a:endParaRPr>
              <a:solidFill>
                <a:schemeClr val="dk1"/>
              </a:solidFill>
            </a:endParaRPr>
          </a:p>
          <a:p>
            <a:pPr indent="0" lvl="0" marL="0" rtl="0" algn="l">
              <a:spcBef>
                <a:spcPts val="0"/>
              </a:spcBef>
              <a:spcAft>
                <a:spcPts val="0"/>
              </a:spcAft>
              <a:buNone/>
            </a:pPr>
            <a:r>
              <a:rPr lang="en-GB">
                <a:solidFill>
                  <a:schemeClr val="dk1"/>
                </a:solidFill>
              </a:rPr>
              <a:t>By combining both models, we created an </a:t>
            </a:r>
            <a:r>
              <a:rPr b="1" lang="en-GB">
                <a:solidFill>
                  <a:schemeClr val="dk1"/>
                </a:solidFill>
              </a:rPr>
              <a:t>ensemble approach</a:t>
            </a:r>
            <a:r>
              <a:rPr lang="en-GB">
                <a:solidFill>
                  <a:schemeClr val="dk1"/>
                </a:solidFill>
              </a:rPr>
              <a:t> that improved detection robustness, capturing both common and rare fraud cases effectively.</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4" name="Shape 1244"/>
        <p:cNvGrpSpPr/>
        <p:nvPr/>
      </p:nvGrpSpPr>
      <p:grpSpPr>
        <a:xfrm>
          <a:off x="0" y="0"/>
          <a:ext cx="0" cy="0"/>
          <a:chOff x="0" y="0"/>
          <a:chExt cx="0" cy="0"/>
        </a:xfrm>
      </p:grpSpPr>
      <p:sp>
        <p:nvSpPr>
          <p:cNvPr id="1245" name="Google Shape;1245;g3a08b323e89_1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6" name="Google Shape;1246;g3a08b323e89_1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solidFill>
                  <a:schemeClr val="dk1"/>
                </a:solidFill>
              </a:rPr>
              <a:t>“To ensure our results were consistent and reliable, we used </a:t>
            </a:r>
            <a:r>
              <a:rPr b="1" lang="en-GB">
                <a:solidFill>
                  <a:schemeClr val="dk1"/>
                </a:solidFill>
              </a:rPr>
              <a:t>Stratified K-Fold Cross-Validation</a:t>
            </a:r>
            <a:r>
              <a:rPr lang="en-GB">
                <a:solidFill>
                  <a:schemeClr val="dk1"/>
                </a:solidFill>
              </a:rPr>
              <a:t> with </a:t>
            </a:r>
            <a:r>
              <a:rPr b="1" lang="en-GB">
                <a:solidFill>
                  <a:schemeClr val="dk1"/>
                </a:solidFill>
              </a:rPr>
              <a:t>k equals 5</a:t>
            </a:r>
            <a:r>
              <a:rPr lang="en-GB">
                <a:solidFill>
                  <a:schemeClr val="dk1"/>
                </a:solidFill>
              </a:rPr>
              <a:t>.</a:t>
            </a:r>
            <a:endParaRPr>
              <a:solidFill>
                <a:schemeClr val="dk1"/>
              </a:solidFill>
            </a:endParaRPr>
          </a:p>
          <a:p>
            <a:pPr indent="0" lvl="0" marL="0" rtl="0" algn="l">
              <a:spcBef>
                <a:spcPts val="0"/>
              </a:spcBef>
              <a:spcAft>
                <a:spcPts val="0"/>
              </a:spcAft>
              <a:buClr>
                <a:schemeClr val="dk1"/>
              </a:buClr>
              <a:buSzPts val="1100"/>
              <a:buFont typeface="Arial"/>
              <a:buNone/>
            </a:pPr>
            <a:r>
              <a:rPr lang="en-GB">
                <a:solidFill>
                  <a:schemeClr val="dk1"/>
                </a:solidFill>
              </a:rPr>
              <a:t>This means the dataset was split into five parts, each keeping the same fraud-to-non-fraud ratio.</a:t>
            </a:r>
            <a:endParaRPr>
              <a:solidFill>
                <a:schemeClr val="dk1"/>
              </a:solidFill>
            </a:endParaRPr>
          </a:p>
          <a:p>
            <a:pPr indent="0" lvl="0" marL="0" rtl="0" algn="l">
              <a:spcBef>
                <a:spcPts val="0"/>
              </a:spcBef>
              <a:spcAft>
                <a:spcPts val="0"/>
              </a:spcAft>
              <a:buClr>
                <a:schemeClr val="dk1"/>
              </a:buClr>
              <a:buSzPts val="1100"/>
              <a:buFont typeface="Arial"/>
              <a:buNone/>
            </a:pPr>
            <a:r>
              <a:rPr lang="en-GB">
                <a:solidFill>
                  <a:schemeClr val="dk1"/>
                </a:solidFill>
              </a:rPr>
              <a:t>The model was trained and tested five times, with a different fold used for testing each time.</a:t>
            </a:r>
            <a:endParaRPr>
              <a:solidFill>
                <a:schemeClr val="dk1"/>
              </a:solidFill>
            </a:endParaRPr>
          </a:p>
          <a:p>
            <a:pPr indent="0" lvl="0" marL="0" rtl="0" algn="l">
              <a:spcBef>
                <a:spcPts val="0"/>
              </a:spcBef>
              <a:spcAft>
                <a:spcPts val="0"/>
              </a:spcAft>
              <a:buNone/>
            </a:pPr>
            <a:r>
              <a:rPr lang="en-GB">
                <a:solidFill>
                  <a:schemeClr val="dk1"/>
                </a:solidFill>
              </a:rPr>
              <a:t>This approach helps </a:t>
            </a:r>
            <a:r>
              <a:rPr b="1" lang="en-GB">
                <a:solidFill>
                  <a:schemeClr val="dk1"/>
                </a:solidFill>
              </a:rPr>
              <a:t>reduce overfitting</a:t>
            </a:r>
            <a:r>
              <a:rPr lang="en-GB">
                <a:solidFill>
                  <a:schemeClr val="dk1"/>
                </a:solidFill>
              </a:rPr>
              <a:t> and ensures the model performs well across different data subsets, not just one specific split.”</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0" name="Shape 1250"/>
        <p:cNvGrpSpPr/>
        <p:nvPr/>
      </p:nvGrpSpPr>
      <p:grpSpPr>
        <a:xfrm>
          <a:off x="0" y="0"/>
          <a:ext cx="0" cy="0"/>
          <a:chOff x="0" y="0"/>
          <a:chExt cx="0" cy="0"/>
        </a:xfrm>
      </p:grpSpPr>
      <p:sp>
        <p:nvSpPr>
          <p:cNvPr id="1251" name="Google Shape;1251;g39e0582a3cd_3_14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52" name="Google Shape;1252;g39e0582a3cd_3_149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t>Threshold tuning helps convert probabilistic model outputs into actionable decisions.</a:t>
            </a:r>
            <a:endParaRPr/>
          </a:p>
          <a:p>
            <a:pPr indent="0" lvl="0" marL="0" rtl="0" algn="l">
              <a:spcBef>
                <a:spcPts val="0"/>
              </a:spcBef>
              <a:spcAft>
                <a:spcPts val="0"/>
              </a:spcAft>
              <a:buClr>
                <a:schemeClr val="dk1"/>
              </a:buClr>
              <a:buSzPts val="1100"/>
              <a:buFont typeface="Arial"/>
              <a:buNone/>
            </a:pPr>
            <a:r>
              <a:rPr lang="en-GB"/>
              <a:t>In fraud detection, it ensures the model catches more genuine fraud cases while keeping investigation costs sustainable.</a:t>
            </a:r>
            <a:endParaRPr/>
          </a:p>
          <a:p>
            <a:pPr indent="0" lvl="0" marL="0" rtl="0" algn="l">
              <a:lnSpc>
                <a:spcPct val="100000"/>
              </a:lnSpc>
              <a:spcBef>
                <a:spcPts val="0"/>
              </a:spcBef>
              <a:spcAft>
                <a:spcPts val="0"/>
              </a:spcAft>
              <a:buSzPts val="1100"/>
              <a:buNone/>
            </a:pPr>
            <a:r>
              <a:rPr lang="en-GB"/>
              <a:t>It bridges the gap between statistical accuracy and operational practicality.</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 name="Shape 1290"/>
        <p:cNvGrpSpPr/>
        <p:nvPr/>
      </p:nvGrpSpPr>
      <p:grpSpPr>
        <a:xfrm>
          <a:off x="0" y="0"/>
          <a:ext cx="0" cy="0"/>
          <a:chOff x="0" y="0"/>
          <a:chExt cx="0" cy="0"/>
        </a:xfrm>
      </p:grpSpPr>
      <p:sp>
        <p:nvSpPr>
          <p:cNvPr id="1291" name="Google Shape;1291;g3a0dfac38af_35_8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92" name="Google Shape;1292;g3a0dfac38af_35_8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t>Hyperparameter tuning is like calibrating an instrument — small adjustments can make a large difference.</a:t>
            </a:r>
            <a:endParaRPr/>
          </a:p>
          <a:p>
            <a:pPr indent="0" lvl="0" marL="0" rtl="0" algn="l">
              <a:spcBef>
                <a:spcPts val="0"/>
              </a:spcBef>
              <a:spcAft>
                <a:spcPts val="0"/>
              </a:spcAft>
              <a:buClr>
                <a:schemeClr val="dk1"/>
              </a:buClr>
              <a:buSzPts val="1100"/>
              <a:buFont typeface="Arial"/>
              <a:buNone/>
            </a:pPr>
            <a:r>
              <a:rPr lang="en-GB"/>
              <a:t>By fine-tuning parameters systematically, our models became more generalizable and reliable in identifying fraudulent patterns hidden in noisy utility data.</a:t>
            </a:r>
            <a:endParaRPr/>
          </a:p>
          <a:p>
            <a:pPr indent="0" lvl="0" marL="0" rtl="0" algn="l">
              <a:lnSpc>
                <a:spcPct val="100000"/>
              </a:lnSpc>
              <a:spcBef>
                <a:spcPts val="0"/>
              </a:spcBef>
              <a:spcAft>
                <a:spcPts val="0"/>
              </a:spcAft>
              <a:buSzPts val="1100"/>
              <a:buNone/>
            </a:pPr>
            <a:r>
              <a:rPr lang="en-GB"/>
              <a:t>It bridges the gap between statistical accuracy and operational practicality.</a:t>
            </a:r>
            <a:br>
              <a:rPr lang="en-GB" sz="1200">
                <a:solidFill>
                  <a:schemeClr val="dk1"/>
                </a:solidFill>
                <a:latin typeface="Open Sans Medium"/>
                <a:ea typeface="Open Sans Medium"/>
                <a:cs typeface="Open Sans Medium"/>
                <a:sym typeface="Open Sans Medium"/>
              </a:rPr>
            </a:b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3" name="Shape 1343"/>
        <p:cNvGrpSpPr/>
        <p:nvPr/>
      </p:nvGrpSpPr>
      <p:grpSpPr>
        <a:xfrm>
          <a:off x="0" y="0"/>
          <a:ext cx="0" cy="0"/>
          <a:chOff x="0" y="0"/>
          <a:chExt cx="0" cy="0"/>
        </a:xfrm>
      </p:grpSpPr>
      <p:sp>
        <p:nvSpPr>
          <p:cNvPr id="1344" name="Google Shape;1344;g398e390e887_1_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45" name="Google Shape;1345;g398e390e887_1_15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Clr>
                <a:schemeClr val="dk1"/>
              </a:buClr>
              <a:buSzPts val="1100"/>
              <a:buFont typeface="Arial"/>
              <a:buNone/>
            </a:pPr>
            <a:r>
              <a:rPr lang="en-GB">
                <a:solidFill>
                  <a:schemeClr val="dk1"/>
                </a:solidFill>
              </a:rPr>
              <a:t>Ensemble models operate on the principle that combining multiple weak or moderately strong models produces a more reliable overall predictor.In our project, this approach minimized overfitting and improved robustness — allowing the model to detect subtle fraud signals across varying client behaviors.</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GB">
                <a:solidFill>
                  <a:schemeClr val="dk1"/>
                </a:solidFill>
              </a:rPr>
              <a:t>Fraud detection is challenging because the number of fraud cases is much smaller than legitimate ones. So, our modeling process needed to handle this imbalance carefully while still maintaining good accuracy.</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GB">
                <a:solidFill>
                  <a:schemeClr val="dk1"/>
                </a:solidFill>
              </a:rPr>
              <a:t>Our key focus areas were:</a:t>
            </a:r>
            <a:endParaRPr>
              <a:solidFill>
                <a:schemeClr val="dk1"/>
              </a:solidFill>
            </a:endParaRPr>
          </a:p>
          <a:p>
            <a:pPr indent="-298450" lvl="0" marL="457200" rtl="0" algn="l">
              <a:lnSpc>
                <a:spcPct val="115000"/>
              </a:lnSpc>
              <a:spcBef>
                <a:spcPts val="1200"/>
              </a:spcBef>
              <a:spcAft>
                <a:spcPts val="0"/>
              </a:spcAft>
              <a:buClr>
                <a:schemeClr val="dk1"/>
              </a:buClr>
              <a:buSzPts val="1100"/>
              <a:buChar char="●"/>
            </a:pPr>
            <a:r>
              <a:rPr lang="en-GB">
                <a:solidFill>
                  <a:schemeClr val="dk1"/>
                </a:solidFill>
              </a:rPr>
              <a:t>Defining fraud detection as a </a:t>
            </a:r>
            <a:r>
              <a:rPr b="1" lang="en-GB">
                <a:solidFill>
                  <a:schemeClr val="dk1"/>
                </a:solidFill>
              </a:rPr>
              <a:t>binary classification problem</a:t>
            </a:r>
            <a:r>
              <a:rPr lang="en-GB">
                <a:solidFill>
                  <a:schemeClr val="dk1"/>
                </a:solidFill>
              </a:rPr>
              <a:t>, where each case is either fraud or non-fraud.</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lang="en-GB">
                <a:solidFill>
                  <a:schemeClr val="dk1"/>
                </a:solidFill>
              </a:rPr>
              <a:t>Establishing both </a:t>
            </a:r>
            <a:r>
              <a:rPr b="1" lang="en-GB">
                <a:solidFill>
                  <a:schemeClr val="dk1"/>
                </a:solidFill>
              </a:rPr>
              <a:t>baseline models</a:t>
            </a:r>
            <a:r>
              <a:rPr lang="en-GB">
                <a:solidFill>
                  <a:schemeClr val="dk1"/>
                </a:solidFill>
              </a:rPr>
              <a:t> and </a:t>
            </a:r>
            <a:r>
              <a:rPr b="1" lang="en-GB">
                <a:solidFill>
                  <a:schemeClr val="dk1"/>
                </a:solidFill>
              </a:rPr>
              <a:t>advanced models</a:t>
            </a:r>
            <a:r>
              <a:rPr lang="en-GB">
                <a:solidFill>
                  <a:schemeClr val="dk1"/>
                </a:solidFill>
              </a:rPr>
              <a:t> to compare different approaches.</a:t>
            </a: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GB">
                <a:solidFill>
                  <a:schemeClr val="dk1"/>
                </a:solidFill>
              </a:rPr>
              <a:t>We began by framing fraud detection as a two-class problem before testing and refining multiple models to find the most reliable one.”</a:t>
            </a:r>
            <a:endParaRPr>
              <a:solidFill>
                <a:schemeClr val="dk1"/>
              </a:solidFill>
            </a:endParaRPr>
          </a:p>
          <a:p>
            <a:pPr indent="0" lvl="0" marL="0" rtl="0" algn="l">
              <a:lnSpc>
                <a:spcPct val="100000"/>
              </a:lnSpc>
              <a:spcBef>
                <a:spcPts val="120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4" name="Shape 1384"/>
        <p:cNvGrpSpPr/>
        <p:nvPr/>
      </p:nvGrpSpPr>
      <p:grpSpPr>
        <a:xfrm>
          <a:off x="0" y="0"/>
          <a:ext cx="0" cy="0"/>
          <a:chOff x="0" y="0"/>
          <a:chExt cx="0" cy="0"/>
        </a:xfrm>
      </p:grpSpPr>
      <p:sp>
        <p:nvSpPr>
          <p:cNvPr id="1385" name="Google Shape;1385;g39e0582a3cd_3_1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86" name="Google Shape;1386;g39e0582a3cd_3_170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9" name="Shape 1419"/>
        <p:cNvGrpSpPr/>
        <p:nvPr/>
      </p:nvGrpSpPr>
      <p:grpSpPr>
        <a:xfrm>
          <a:off x="0" y="0"/>
          <a:ext cx="0" cy="0"/>
          <a:chOff x="0" y="0"/>
          <a:chExt cx="0" cy="0"/>
        </a:xfrm>
      </p:grpSpPr>
      <p:sp>
        <p:nvSpPr>
          <p:cNvPr id="1420" name="Google Shape;1420;g398e390e887_1_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21" name="Google Shape;1421;g398e390e887_1_4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t>We evaluated our models using four key metrics.</a:t>
            </a:r>
            <a:endParaRPr/>
          </a:p>
          <a:p>
            <a:pPr indent="0" lvl="0" marL="0" rtl="0" algn="l">
              <a:spcBef>
                <a:spcPts val="0"/>
              </a:spcBef>
              <a:spcAft>
                <a:spcPts val="0"/>
              </a:spcAft>
              <a:buClr>
                <a:schemeClr val="dk1"/>
              </a:buClr>
              <a:buSzPts val="1100"/>
              <a:buFont typeface="Arial"/>
              <a:buNone/>
            </a:pPr>
            <a:r>
              <a:rPr lang="en-GB"/>
              <a:t>While Precision and F1 give insight into accuracy and balance, AUC and Recall are most critical for business performance.</a:t>
            </a:r>
            <a:endParaRPr/>
          </a:p>
          <a:p>
            <a:pPr indent="0" lvl="0" marL="0" rtl="0" algn="l">
              <a:spcBef>
                <a:spcPts val="0"/>
              </a:spcBef>
              <a:spcAft>
                <a:spcPts val="0"/>
              </a:spcAft>
              <a:buClr>
                <a:schemeClr val="dk1"/>
              </a:buClr>
              <a:buSzPts val="1100"/>
              <a:buFont typeface="Arial"/>
              <a:buNone/>
            </a:pPr>
            <a:r>
              <a:rPr lang="en-GB"/>
              <a:t>AUC reflects ranking capability across all thresholds, while Recall ensures that the model catches the majority of frauds — directly tied to operational savings and fraud recovery.</a:t>
            </a:r>
            <a:endParaRPr/>
          </a:p>
          <a:p>
            <a:pPr indent="0" lvl="0" marL="0" rtl="0" algn="l">
              <a:lnSpc>
                <a:spcPct val="100000"/>
              </a:lnSpc>
              <a:spcBef>
                <a:spcPts val="0"/>
              </a:spcBef>
              <a:spcAft>
                <a:spcPts val="0"/>
              </a:spcAft>
              <a:buSzPts val="1100"/>
              <a:buNone/>
            </a:pPr>
            <a:r>
              <a:rPr lang="en-GB"/>
              <a:t>It bridges the gap between statistical accuracy and operational practicality.</a:t>
            </a:r>
            <a:br>
              <a:rPr lang="en-GB" sz="1200">
                <a:solidFill>
                  <a:schemeClr val="dk1"/>
                </a:solidFill>
                <a:latin typeface="Open Sans Medium"/>
                <a:ea typeface="Open Sans Medium"/>
                <a:cs typeface="Open Sans Medium"/>
                <a:sym typeface="Open Sans Medium"/>
              </a:rPr>
            </a:b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8" name="Shape 1448"/>
        <p:cNvGrpSpPr/>
        <p:nvPr/>
      </p:nvGrpSpPr>
      <p:grpSpPr>
        <a:xfrm>
          <a:off x="0" y="0"/>
          <a:ext cx="0" cy="0"/>
          <a:chOff x="0" y="0"/>
          <a:chExt cx="0" cy="0"/>
        </a:xfrm>
      </p:grpSpPr>
      <p:sp>
        <p:nvSpPr>
          <p:cNvPr id="1449" name="Google Shape;1449;g3a0dfac38af_35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50" name="Google Shape;1450;g3a0dfac38af_35_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GB"/>
              <a:t>Now we are all sitting at the edge of our seats, wondering which model performed best</a:t>
            </a:r>
            <a:br>
              <a:rPr lang="en-GB"/>
            </a:br>
            <a:br>
              <a:rPr lang="en-GB"/>
            </a:br>
            <a:r>
              <a:rPr lang="en-GB"/>
              <a:t>But lets look at the result of our baseline models first!</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3" name="Shape 1513"/>
        <p:cNvGrpSpPr/>
        <p:nvPr/>
      </p:nvGrpSpPr>
      <p:grpSpPr>
        <a:xfrm>
          <a:off x="0" y="0"/>
          <a:ext cx="0" cy="0"/>
          <a:chOff x="0" y="0"/>
          <a:chExt cx="0" cy="0"/>
        </a:xfrm>
      </p:grpSpPr>
      <p:sp>
        <p:nvSpPr>
          <p:cNvPr id="1514" name="Google Shape;1514;g3a0e511de2c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15" name="Google Shape;1515;g3a0e511de2c_0_1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GB"/>
              <a:t>Not a drastic difference in AUC score between the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3" name="Shape 1533"/>
        <p:cNvGrpSpPr/>
        <p:nvPr/>
      </p:nvGrpSpPr>
      <p:grpSpPr>
        <a:xfrm>
          <a:off x="0" y="0"/>
          <a:ext cx="0" cy="0"/>
          <a:chOff x="0" y="0"/>
          <a:chExt cx="0" cy="0"/>
        </a:xfrm>
      </p:grpSpPr>
      <p:sp>
        <p:nvSpPr>
          <p:cNvPr id="1534" name="Google Shape;1534;g39e0582a3cd_3_1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35" name="Google Shape;1535;g39e0582a3cd_3_189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GB"/>
              <a:t>And the winner is Voting Ensemble - Seems the best of everything is indeed the best</a:t>
            </a:r>
            <a:br>
              <a:rPr lang="en-GB"/>
            </a:br>
            <a:br>
              <a:rPr lang="en-GB"/>
            </a:br>
            <a:br>
              <a:rPr lang="en-GB"/>
            </a:b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6" name="Shape 1596"/>
        <p:cNvGrpSpPr/>
        <p:nvPr/>
      </p:nvGrpSpPr>
      <p:grpSpPr>
        <a:xfrm>
          <a:off x="0" y="0"/>
          <a:ext cx="0" cy="0"/>
          <a:chOff x="0" y="0"/>
          <a:chExt cx="0" cy="0"/>
        </a:xfrm>
      </p:grpSpPr>
      <p:sp>
        <p:nvSpPr>
          <p:cNvPr id="1597" name="Google Shape;1597;g39e0582a3cd_3_1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98" name="Google Shape;1598;g39e0582a3cd_3_147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GB"/>
              <a:t>Not a drastic difference in AUC score between the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5" name="Shape 1615"/>
        <p:cNvGrpSpPr/>
        <p:nvPr/>
      </p:nvGrpSpPr>
      <p:grpSpPr>
        <a:xfrm>
          <a:off x="0" y="0"/>
          <a:ext cx="0" cy="0"/>
          <a:chOff x="0" y="0"/>
          <a:chExt cx="0" cy="0"/>
        </a:xfrm>
      </p:grpSpPr>
      <p:sp>
        <p:nvSpPr>
          <p:cNvPr id="1616" name="Google Shape;1616;g3a0e511de2c_0_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17" name="Google Shape;1617;g3a0e511de2c_0_2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GB"/>
              <a:t>All that is good - but what does it mean in the Real World?</a:t>
            </a:r>
            <a:br>
              <a:rPr lang="en-GB"/>
            </a:br>
            <a:br>
              <a:rPr lang="en-GB"/>
            </a:br>
            <a:r>
              <a:rPr lang="en-GB"/>
              <a:t>Time is Money - but Money is also Money</a:t>
            </a:r>
            <a:br>
              <a:rPr lang="en-GB"/>
            </a:br>
            <a:br>
              <a:rPr lang="en-GB"/>
            </a:br>
            <a:r>
              <a:rPr lang="en-GB"/>
              <a:t>Lets look at how </a:t>
            </a:r>
            <a:br>
              <a:rPr lang="en-GB"/>
            </a:br>
            <a:br>
              <a:rPr lang="en-GB"/>
            </a:b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1" name="Shape 1641"/>
        <p:cNvGrpSpPr/>
        <p:nvPr/>
      </p:nvGrpSpPr>
      <p:grpSpPr>
        <a:xfrm>
          <a:off x="0" y="0"/>
          <a:ext cx="0" cy="0"/>
          <a:chOff x="0" y="0"/>
          <a:chExt cx="0" cy="0"/>
        </a:xfrm>
      </p:grpSpPr>
      <p:sp>
        <p:nvSpPr>
          <p:cNvPr id="1642" name="Google Shape;1642;g3a0e511de2c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43" name="Google Shape;1643;g3a0e511de2c_0_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8" name="Shape 1658"/>
        <p:cNvGrpSpPr/>
        <p:nvPr/>
      </p:nvGrpSpPr>
      <p:grpSpPr>
        <a:xfrm>
          <a:off x="0" y="0"/>
          <a:ext cx="0" cy="0"/>
          <a:chOff x="0" y="0"/>
          <a:chExt cx="0" cy="0"/>
        </a:xfrm>
      </p:grpSpPr>
      <p:sp>
        <p:nvSpPr>
          <p:cNvPr id="1659" name="Google Shape;1659;g3a0e511de2c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60" name="Google Shape;1660;g3a0e511de2c_0_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3" name="Shape 1673"/>
        <p:cNvGrpSpPr/>
        <p:nvPr/>
      </p:nvGrpSpPr>
      <p:grpSpPr>
        <a:xfrm>
          <a:off x="0" y="0"/>
          <a:ext cx="0" cy="0"/>
          <a:chOff x="0" y="0"/>
          <a:chExt cx="0" cy="0"/>
        </a:xfrm>
      </p:grpSpPr>
      <p:sp>
        <p:nvSpPr>
          <p:cNvPr id="1674" name="Google Shape;1674;g3a123f8e511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75" name="Google Shape;1675;g3a123f8e511_0_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2" name="Shape 1682"/>
        <p:cNvGrpSpPr/>
        <p:nvPr/>
      </p:nvGrpSpPr>
      <p:grpSpPr>
        <a:xfrm>
          <a:off x="0" y="0"/>
          <a:ext cx="0" cy="0"/>
          <a:chOff x="0" y="0"/>
          <a:chExt cx="0" cy="0"/>
        </a:xfrm>
      </p:grpSpPr>
      <p:sp>
        <p:nvSpPr>
          <p:cNvPr id="1683" name="Google Shape;1683;g3a0e511de2c_0_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84" name="Google Shape;1684;g3a0e511de2c_0_20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8" name="Shape 1688"/>
        <p:cNvGrpSpPr/>
        <p:nvPr/>
      </p:nvGrpSpPr>
      <p:grpSpPr>
        <a:xfrm>
          <a:off x="0" y="0"/>
          <a:ext cx="0" cy="0"/>
          <a:chOff x="0" y="0"/>
          <a:chExt cx="0" cy="0"/>
        </a:xfrm>
      </p:grpSpPr>
      <p:sp>
        <p:nvSpPr>
          <p:cNvPr id="1689" name="Google Shape;1689;g39e0582a3cd_3_6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90" name="Google Shape;1690;g39e0582a3cd_3_69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0" name="Shape 1770"/>
        <p:cNvGrpSpPr/>
        <p:nvPr/>
      </p:nvGrpSpPr>
      <p:grpSpPr>
        <a:xfrm>
          <a:off x="0" y="0"/>
          <a:ext cx="0" cy="0"/>
          <a:chOff x="0" y="0"/>
          <a:chExt cx="0" cy="0"/>
        </a:xfrm>
      </p:grpSpPr>
      <p:sp>
        <p:nvSpPr>
          <p:cNvPr id="1771" name="Google Shape;1771;g39e0582a3cd_3_2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772" name="Google Shape;1772;g39e0582a3cd_3_21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6" name="Shape 1776"/>
        <p:cNvGrpSpPr/>
        <p:nvPr/>
      </p:nvGrpSpPr>
      <p:grpSpPr>
        <a:xfrm>
          <a:off x="0" y="0"/>
          <a:ext cx="0" cy="0"/>
          <a:chOff x="0" y="0"/>
          <a:chExt cx="0" cy="0"/>
        </a:xfrm>
      </p:grpSpPr>
      <p:sp>
        <p:nvSpPr>
          <p:cNvPr id="1777" name="Google Shape;1777;g39e0582a3cd_3_2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778" name="Google Shape;1778;g39e0582a3cd_3_21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2" name="Shape 1782"/>
        <p:cNvGrpSpPr/>
        <p:nvPr/>
      </p:nvGrpSpPr>
      <p:grpSpPr>
        <a:xfrm>
          <a:off x="0" y="0"/>
          <a:ext cx="0" cy="0"/>
          <a:chOff x="0" y="0"/>
          <a:chExt cx="0" cy="0"/>
        </a:xfrm>
      </p:grpSpPr>
      <p:sp>
        <p:nvSpPr>
          <p:cNvPr id="1783" name="Google Shape;1783;g39e0582a3cd_3_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784" name="Google Shape;1784;g39e0582a3cd_3_68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0" name="Shape 1800"/>
        <p:cNvGrpSpPr/>
        <p:nvPr/>
      </p:nvGrpSpPr>
      <p:grpSpPr>
        <a:xfrm>
          <a:off x="0" y="0"/>
          <a:ext cx="0" cy="0"/>
          <a:chOff x="0" y="0"/>
          <a:chExt cx="0" cy="0"/>
        </a:xfrm>
      </p:grpSpPr>
      <p:sp>
        <p:nvSpPr>
          <p:cNvPr id="1801" name="Google Shape;1801;g39e0582a3cd_3_2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02" name="Google Shape;1802;g39e0582a3cd_3_216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6" name="Shape 1816"/>
        <p:cNvGrpSpPr/>
        <p:nvPr/>
      </p:nvGrpSpPr>
      <p:grpSpPr>
        <a:xfrm>
          <a:off x="0" y="0"/>
          <a:ext cx="0" cy="0"/>
          <a:chOff x="0" y="0"/>
          <a:chExt cx="0" cy="0"/>
        </a:xfrm>
      </p:grpSpPr>
      <p:sp>
        <p:nvSpPr>
          <p:cNvPr id="1817" name="Google Shape;1817;g39e0582a3cd_3_6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18" name="Google Shape;1818;g39e0582a3cd_3_69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5" name="Shape 2155"/>
        <p:cNvGrpSpPr/>
        <p:nvPr/>
      </p:nvGrpSpPr>
      <p:grpSpPr>
        <a:xfrm>
          <a:off x="0" y="0"/>
          <a:ext cx="0" cy="0"/>
          <a:chOff x="0" y="0"/>
          <a:chExt cx="0" cy="0"/>
        </a:xfrm>
      </p:grpSpPr>
      <p:sp>
        <p:nvSpPr>
          <p:cNvPr id="2156" name="Google Shape;2156;g39e0582a3cd_3_2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57" name="Google Shape;2157;g39e0582a3cd_3_25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6" name="Shape 4356"/>
        <p:cNvGrpSpPr/>
        <p:nvPr/>
      </p:nvGrpSpPr>
      <p:grpSpPr>
        <a:xfrm>
          <a:off x="0" y="0"/>
          <a:ext cx="0" cy="0"/>
          <a:chOff x="0" y="0"/>
          <a:chExt cx="0" cy="0"/>
        </a:xfrm>
      </p:grpSpPr>
      <p:sp>
        <p:nvSpPr>
          <p:cNvPr id="4357" name="Google Shape;4357;g39e0582a3cd_3_47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358" name="Google Shape;4358;g39e0582a3cd_3_47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5" name="Shape 4775"/>
        <p:cNvGrpSpPr/>
        <p:nvPr/>
      </p:nvGrpSpPr>
      <p:grpSpPr>
        <a:xfrm>
          <a:off x="0" y="0"/>
          <a:ext cx="0" cy="0"/>
          <a:chOff x="0" y="0"/>
          <a:chExt cx="0" cy="0"/>
        </a:xfrm>
      </p:grpSpPr>
      <p:sp>
        <p:nvSpPr>
          <p:cNvPr id="4776" name="Google Shape;4776;g39e0582a3cd_3_5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77" name="Google Shape;4777;g39e0582a3cd_3_51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5" name="Shape 4945"/>
        <p:cNvGrpSpPr/>
        <p:nvPr/>
      </p:nvGrpSpPr>
      <p:grpSpPr>
        <a:xfrm>
          <a:off x="0" y="0"/>
          <a:ext cx="0" cy="0"/>
          <a:chOff x="0" y="0"/>
          <a:chExt cx="0" cy="0"/>
        </a:xfrm>
      </p:grpSpPr>
      <p:sp>
        <p:nvSpPr>
          <p:cNvPr id="4946" name="Google Shape;4946;g39e0582a3cd_3_5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47" name="Google Shape;4947;g39e0582a3cd_3_530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0" name="Shape 5350"/>
        <p:cNvGrpSpPr/>
        <p:nvPr/>
      </p:nvGrpSpPr>
      <p:grpSpPr>
        <a:xfrm>
          <a:off x="0" y="0"/>
          <a:ext cx="0" cy="0"/>
          <a:chOff x="0" y="0"/>
          <a:chExt cx="0" cy="0"/>
        </a:xfrm>
      </p:grpSpPr>
      <p:sp>
        <p:nvSpPr>
          <p:cNvPr id="5351" name="Google Shape;5351;g39e0582a3cd_3_5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52" name="Google Shape;5352;g39e0582a3cd_3_57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0" name="Shape 5730"/>
        <p:cNvGrpSpPr/>
        <p:nvPr/>
      </p:nvGrpSpPr>
      <p:grpSpPr>
        <a:xfrm>
          <a:off x="0" y="0"/>
          <a:ext cx="0" cy="0"/>
          <a:chOff x="0" y="0"/>
          <a:chExt cx="0" cy="0"/>
        </a:xfrm>
      </p:grpSpPr>
      <p:sp>
        <p:nvSpPr>
          <p:cNvPr id="5731" name="Google Shape;5731;g39e0582a3cd_3_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732" name="Google Shape;5732;g39e0582a3cd_3_69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6" name="Shape 6156"/>
        <p:cNvGrpSpPr/>
        <p:nvPr/>
      </p:nvGrpSpPr>
      <p:grpSpPr>
        <a:xfrm>
          <a:off x="0" y="0"/>
          <a:ext cx="0" cy="0"/>
          <a:chOff x="0" y="0"/>
          <a:chExt cx="0" cy="0"/>
        </a:xfrm>
      </p:grpSpPr>
      <p:sp>
        <p:nvSpPr>
          <p:cNvPr id="6157" name="Google Shape;6157;g39e0582a3cd_3_6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158" name="Google Shape;6158;g39e0582a3cd_3_65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7" name="Shape 6517"/>
        <p:cNvGrpSpPr/>
        <p:nvPr/>
      </p:nvGrpSpPr>
      <p:grpSpPr>
        <a:xfrm>
          <a:off x="0" y="0"/>
          <a:ext cx="0" cy="0"/>
          <a:chOff x="0" y="0"/>
          <a:chExt cx="0" cy="0"/>
        </a:xfrm>
      </p:grpSpPr>
      <p:sp>
        <p:nvSpPr>
          <p:cNvPr id="6518" name="Google Shape;6518;g39e0582a3cd_3_6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519" name="Google Shape;6519;g39e0582a3cd_3_687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7" name="Shape 7027"/>
        <p:cNvGrpSpPr/>
        <p:nvPr/>
      </p:nvGrpSpPr>
      <p:grpSpPr>
        <a:xfrm>
          <a:off x="0" y="0"/>
          <a:ext cx="0" cy="0"/>
          <a:chOff x="0" y="0"/>
          <a:chExt cx="0" cy="0"/>
        </a:xfrm>
      </p:grpSpPr>
      <p:sp>
        <p:nvSpPr>
          <p:cNvPr id="7028" name="Google Shape;7028;g39e0582a3cd_3_7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029" name="Google Shape;7029;g39e0582a3cd_3_738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7" name="Shape 7647"/>
        <p:cNvGrpSpPr/>
        <p:nvPr/>
      </p:nvGrpSpPr>
      <p:grpSpPr>
        <a:xfrm>
          <a:off x="0" y="0"/>
          <a:ext cx="0" cy="0"/>
          <a:chOff x="0" y="0"/>
          <a:chExt cx="0" cy="0"/>
        </a:xfrm>
      </p:grpSpPr>
      <p:sp>
        <p:nvSpPr>
          <p:cNvPr id="7648" name="Google Shape;7648;g39e0582a3cd_3_80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649" name="Google Shape;7649;g39e0582a3cd_3_800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1" name="Shape 8241"/>
        <p:cNvGrpSpPr/>
        <p:nvPr/>
      </p:nvGrpSpPr>
      <p:grpSpPr>
        <a:xfrm>
          <a:off x="0" y="0"/>
          <a:ext cx="0" cy="0"/>
          <a:chOff x="0" y="0"/>
          <a:chExt cx="0" cy="0"/>
        </a:xfrm>
      </p:grpSpPr>
      <p:sp>
        <p:nvSpPr>
          <p:cNvPr id="8242" name="Google Shape;8242;g39e0582a3cd_3_85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43" name="Google Shape;8243;g39e0582a3cd_3_859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2" name="Shape 8562"/>
        <p:cNvGrpSpPr/>
        <p:nvPr/>
      </p:nvGrpSpPr>
      <p:grpSpPr>
        <a:xfrm>
          <a:off x="0" y="0"/>
          <a:ext cx="0" cy="0"/>
          <a:chOff x="0" y="0"/>
          <a:chExt cx="0" cy="0"/>
        </a:xfrm>
      </p:grpSpPr>
      <p:sp>
        <p:nvSpPr>
          <p:cNvPr id="8563" name="Google Shape;8563;g39e0582a3cd_3_8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564" name="Google Shape;8564;g39e0582a3cd_3_89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311708" y="744575"/>
            <a:ext cx="8520600" cy="2052600"/>
          </a:xfrm>
          <a:prstGeom prst="rect">
            <a:avLst/>
          </a:prstGeom>
        </p:spPr>
        <p:txBody>
          <a:bodyPr anchorCtr="0" anchor="b" bIns="91425" lIns="91425" spcFirstLastPara="1" rIns="91425" wrap="square" tIns="91425">
            <a:norm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311700" y="2834125"/>
            <a:ext cx="8520600" cy="792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2" name="Google Shape;12;p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311700" y="2150850"/>
            <a:ext cx="8520600" cy="841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 name="Google Shape;18;p4"/>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9" name="Google Shape;19;p4"/>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 name="Google Shape;22;p5"/>
          <p:cNvSpPr txBox="1"/>
          <p:nvPr>
            <p:ph idx="1" type="body"/>
          </p:nvPr>
        </p:nvSpPr>
        <p:spPr>
          <a:xfrm>
            <a:off x="3117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3" name="Google Shape;23;p5"/>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4" name="Google Shape;24;p5"/>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7" name="Google Shape;27;p6"/>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type="title"/>
          </p:nvPr>
        </p:nvSpPr>
        <p:spPr>
          <a:xfrm>
            <a:off x="311700" y="555600"/>
            <a:ext cx="2808000" cy="755700"/>
          </a:xfrm>
          <a:prstGeom prst="rect">
            <a:avLst/>
          </a:prstGeom>
        </p:spPr>
        <p:txBody>
          <a:bodyPr anchorCtr="0" anchor="b" bIns="91425" lIns="91425" spcFirstLastPara="1" rIns="91425" wrap="square" tIns="91425">
            <a:norm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0" name="Google Shape;30;p7"/>
          <p:cNvSpPr txBox="1"/>
          <p:nvPr>
            <p:ph idx="1" type="body"/>
          </p:nvPr>
        </p:nvSpPr>
        <p:spPr>
          <a:xfrm>
            <a:off x="311700" y="1389600"/>
            <a:ext cx="2808000" cy="3179400"/>
          </a:xfrm>
          <a:prstGeom prst="rect">
            <a:avLst/>
          </a:prstGeom>
        </p:spPr>
        <p:txBody>
          <a:bodyPr anchorCtr="0" anchor="t" bIns="91425" lIns="91425" spcFirstLastPara="1" rIns="91425" wrap="square" tIns="91425">
            <a:normAutofit/>
          </a:bodyPr>
          <a:lstStyle>
            <a:lvl1pPr indent="-304800" lvl="0" marL="457200">
              <a:spcBef>
                <a:spcPts val="0"/>
              </a:spcBef>
              <a:spcAft>
                <a:spcPts val="0"/>
              </a:spcAft>
              <a:buSzPts val="1200"/>
              <a:buChar char="●"/>
              <a:defRPr sz="12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31" name="Google Shape;31;p7"/>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 name="Shape 32"/>
        <p:cNvGrpSpPr/>
        <p:nvPr/>
      </p:nvGrpSpPr>
      <p:grpSpPr>
        <a:xfrm>
          <a:off x="0" y="0"/>
          <a:ext cx="0" cy="0"/>
          <a:chOff x="0" y="0"/>
          <a:chExt cx="0" cy="0"/>
        </a:xfrm>
      </p:grpSpPr>
      <p:sp>
        <p:nvSpPr>
          <p:cNvPr id="33" name="Google Shape;33;p8"/>
          <p:cNvSpPr txBox="1"/>
          <p:nvPr>
            <p:ph type="title"/>
          </p:nvPr>
        </p:nvSpPr>
        <p:spPr>
          <a:xfrm>
            <a:off x="490250" y="450150"/>
            <a:ext cx="6367800" cy="4090800"/>
          </a:xfrm>
          <a:prstGeom prst="rect">
            <a:avLst/>
          </a:prstGeom>
        </p:spPr>
        <p:txBody>
          <a:bodyPr anchorCtr="0" anchor="ctr" bIns="91425" lIns="91425" spcFirstLastPara="1" rIns="91425" wrap="square" tIns="91425">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4" name="Google Shape;34;p8"/>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5" name="Shape 35"/>
        <p:cNvGrpSpPr/>
        <p:nvPr/>
      </p:nvGrpSpPr>
      <p:grpSpPr>
        <a:xfrm>
          <a:off x="0" y="0"/>
          <a:ext cx="0" cy="0"/>
          <a:chOff x="0" y="0"/>
          <a:chExt cx="0" cy="0"/>
        </a:xfrm>
      </p:grpSpPr>
      <p:sp>
        <p:nvSpPr>
          <p:cNvPr id="36" name="Google Shape;36;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9"/>
          <p:cNvSpPr txBox="1"/>
          <p:nvPr>
            <p:ph type="title"/>
          </p:nvPr>
        </p:nvSpPr>
        <p:spPr>
          <a:xfrm>
            <a:off x="265500" y="1233175"/>
            <a:ext cx="4045200" cy="14823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8" name="Google Shape;38;p9"/>
          <p:cNvSpPr txBox="1"/>
          <p:nvPr>
            <p:ph idx="1" type="subTitle"/>
          </p:nvPr>
        </p:nvSpPr>
        <p:spPr>
          <a:xfrm>
            <a:off x="265500" y="2803075"/>
            <a:ext cx="4045200" cy="12351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9" name="Google Shape;39;p9"/>
          <p:cNvSpPr txBox="1"/>
          <p:nvPr>
            <p:ph idx="2" type="body"/>
          </p:nvPr>
        </p:nvSpPr>
        <p:spPr>
          <a:xfrm>
            <a:off x="4939500" y="724075"/>
            <a:ext cx="3837000" cy="3695100"/>
          </a:xfrm>
          <a:prstGeom prst="rect">
            <a:avLst/>
          </a:prstGeom>
        </p:spPr>
        <p:txBody>
          <a:bodyPr anchorCtr="0" anchor="ctr"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40" name="Google Shape;40;p9"/>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sp>
        <p:nvSpPr>
          <p:cNvPr id="42" name="Google Shape;42;p10"/>
          <p:cNvSpPr txBox="1"/>
          <p:nvPr>
            <p:ph idx="1" type="body"/>
          </p:nvPr>
        </p:nvSpPr>
        <p:spPr>
          <a:xfrm>
            <a:off x="311700" y="4230575"/>
            <a:ext cx="5998800" cy="605100"/>
          </a:xfrm>
          <a:prstGeom prst="rect">
            <a:avLst/>
          </a:prstGeom>
        </p:spPr>
        <p:txBody>
          <a:bodyPr anchorCtr="0" anchor="ctr" bIns="91425" lIns="91425" spcFirstLastPara="1" rIns="91425" wrap="square" tIns="91425">
            <a:normAutofit/>
          </a:bodyPr>
          <a:lstStyle>
            <a:lvl1pPr indent="-228600" lvl="0" marL="457200">
              <a:lnSpc>
                <a:spcPct val="100000"/>
              </a:lnSpc>
              <a:spcBef>
                <a:spcPts val="0"/>
              </a:spcBef>
              <a:spcAft>
                <a:spcPts val="0"/>
              </a:spcAft>
              <a:buSzPts val="1800"/>
              <a:buNone/>
              <a:defRPr/>
            </a:lvl1pPr>
          </a:lstStyle>
          <a:p/>
        </p:txBody>
      </p:sp>
      <p:sp>
        <p:nvSpPr>
          <p:cNvPr id="43" name="Google Shape;43;p10"/>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4" name="Shape 44"/>
        <p:cNvGrpSpPr/>
        <p:nvPr/>
      </p:nvGrpSpPr>
      <p:grpSpPr>
        <a:xfrm>
          <a:off x="0" y="0"/>
          <a:ext cx="0" cy="0"/>
          <a:chOff x="0" y="0"/>
          <a:chExt cx="0" cy="0"/>
        </a:xfrm>
      </p:grpSpPr>
      <p:sp>
        <p:nvSpPr>
          <p:cNvPr id="45" name="Google Shape;45;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rm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p:nvPr>
            <p:ph idx="1" type="body"/>
          </p:nvPr>
        </p:nvSpPr>
        <p:spPr>
          <a:xfrm>
            <a:off x="311700" y="3152225"/>
            <a:ext cx="8520600" cy="1300800"/>
          </a:xfrm>
          <a:prstGeom prst="rect">
            <a:avLst/>
          </a:prstGeom>
        </p:spPr>
        <p:txBody>
          <a:bodyPr anchorCtr="0" anchor="t" bIns="91425" lIns="91425" spcFirstLastPara="1" rIns="91425" wrap="square" tIns="91425">
            <a:normAutofit/>
          </a:bodyPr>
          <a:lstStyle>
            <a:lvl1pPr indent="-342900" lvl="0" marL="457200" algn="ctr">
              <a:spcBef>
                <a:spcPts val="0"/>
              </a:spcBef>
              <a:spcAft>
                <a:spcPts val="0"/>
              </a:spcAft>
              <a:buSzPts val="1800"/>
              <a:buChar char="●"/>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47" name="Google Shape;47;p11"/>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8" name="Shape 48"/>
        <p:cNvGrpSpPr/>
        <p:nvPr/>
      </p:nvGrpSpPr>
      <p:grpSpPr>
        <a:xfrm>
          <a:off x="0" y="0"/>
          <a:ext cx="0" cy="0"/>
          <a:chOff x="0" y="0"/>
          <a:chExt cx="0" cy="0"/>
        </a:xfrm>
      </p:grpSpPr>
      <p:sp>
        <p:nvSpPr>
          <p:cNvPr id="49" name="Google Shape;49;p1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3" name="Shape 53"/>
        <p:cNvGrpSpPr/>
        <p:nvPr/>
      </p:nvGrpSpPr>
      <p:grpSpPr>
        <a:xfrm>
          <a:off x="0" y="0"/>
          <a:ext cx="0" cy="0"/>
          <a:chOff x="0" y="0"/>
          <a:chExt cx="0" cy="0"/>
        </a:xfrm>
      </p:grpSpPr>
      <p:sp>
        <p:nvSpPr>
          <p:cNvPr id="54" name="Google Shape;54;p14"/>
          <p:cNvSpPr txBox="1"/>
          <p:nvPr>
            <p:ph type="ctrTitle"/>
          </p:nvPr>
        </p:nvSpPr>
        <p:spPr>
          <a:xfrm>
            <a:off x="715100" y="1432175"/>
            <a:ext cx="4762500" cy="2174400"/>
          </a:xfrm>
          <a:prstGeom prst="rect">
            <a:avLst/>
          </a:prstGeom>
          <a:noFill/>
          <a:ln>
            <a:noFill/>
          </a:ln>
        </p:spPr>
        <p:txBody>
          <a:bodyPr anchorCtr="0" anchor="t" bIns="91425" lIns="91425" spcFirstLastPara="1" rIns="91425" wrap="square" tIns="91425">
            <a:noAutofit/>
          </a:bodyPr>
          <a:lstStyle>
            <a:lvl1pPr lvl="0" algn="l">
              <a:lnSpc>
                <a:spcPct val="90000"/>
              </a:lnSpc>
              <a:spcBef>
                <a:spcPts val="0"/>
              </a:spcBef>
              <a:spcAft>
                <a:spcPts val="0"/>
              </a:spcAft>
              <a:buSzPts val="5200"/>
              <a:buNone/>
              <a:defRPr sz="46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55" name="Google Shape;55;p14"/>
          <p:cNvSpPr txBox="1"/>
          <p:nvPr>
            <p:ph idx="1" type="subTitle"/>
          </p:nvPr>
        </p:nvSpPr>
        <p:spPr>
          <a:xfrm>
            <a:off x="715100" y="3378025"/>
            <a:ext cx="4762500" cy="409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dk1"/>
              </a:buClr>
              <a:buSzPts val="1200"/>
              <a:buNone/>
              <a:defRPr sz="1400">
                <a:solidFill>
                  <a:schemeClr val="dk1"/>
                </a:solidFill>
              </a:defRPr>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p:txBody>
      </p:sp>
      <p:sp>
        <p:nvSpPr>
          <p:cNvPr id="56" name="Google Shape;56;p14"/>
          <p:cNvSpPr/>
          <p:nvPr/>
        </p:nvSpPr>
        <p:spPr>
          <a:xfrm>
            <a:off x="0" y="75"/>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7" name="Google Shape;57;p14"/>
          <p:cNvGrpSpPr/>
          <p:nvPr/>
        </p:nvGrpSpPr>
        <p:grpSpPr>
          <a:xfrm>
            <a:off x="-2333670" y="-733424"/>
            <a:ext cx="4762500" cy="1386000"/>
            <a:chOff x="-2333670" y="-733424"/>
            <a:chExt cx="4762500" cy="1386000"/>
          </a:xfrm>
        </p:grpSpPr>
        <p:sp>
          <p:nvSpPr>
            <p:cNvPr id="58" name="Google Shape;58;p14"/>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 name="Google Shape;59;p14"/>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 name="Google Shape;60;p14"/>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 name="Google Shape;61;p14"/>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2" name="Shape 62"/>
        <p:cNvGrpSpPr/>
        <p:nvPr/>
      </p:nvGrpSpPr>
      <p:grpSpPr>
        <a:xfrm>
          <a:off x="0" y="0"/>
          <a:ext cx="0" cy="0"/>
          <a:chOff x="0" y="0"/>
          <a:chExt cx="0" cy="0"/>
        </a:xfrm>
      </p:grpSpPr>
      <p:sp>
        <p:nvSpPr>
          <p:cNvPr id="63" name="Google Shape;63;p15"/>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grpSp>
        <p:nvGrpSpPr>
          <p:cNvPr id="64" name="Google Shape;64;p15"/>
          <p:cNvGrpSpPr/>
          <p:nvPr/>
        </p:nvGrpSpPr>
        <p:grpSpPr>
          <a:xfrm rot="5400000">
            <a:off x="-1827392" y="-1285259"/>
            <a:ext cx="3589973" cy="1044767"/>
            <a:chOff x="-2333670" y="-733424"/>
            <a:chExt cx="4762500" cy="1386000"/>
          </a:xfrm>
        </p:grpSpPr>
        <p:sp>
          <p:nvSpPr>
            <p:cNvPr id="65" name="Google Shape;65;p15"/>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 name="Google Shape;66;p15"/>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 name="Google Shape;67;p15"/>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 name="Google Shape;68;p15"/>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 name="Google Shape;69;p15"/>
          <p:cNvGrpSpPr/>
          <p:nvPr/>
        </p:nvGrpSpPr>
        <p:grpSpPr>
          <a:xfrm rot="10800000">
            <a:off x="8581308" y="372341"/>
            <a:ext cx="3589973" cy="1044767"/>
            <a:chOff x="-2333670" y="-733424"/>
            <a:chExt cx="4762500" cy="1386000"/>
          </a:xfrm>
        </p:grpSpPr>
        <p:sp>
          <p:nvSpPr>
            <p:cNvPr id="70" name="Google Shape;70;p15"/>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 name="Google Shape;71;p15"/>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 name="Google Shape;72;p15"/>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 name="Google Shape;73;p15"/>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4" name="Google Shape;74;p15"/>
          <p:cNvSpPr/>
          <p:nvPr/>
        </p:nvSpPr>
        <p:spPr>
          <a:xfrm rot="5400000">
            <a:off x="4435950" y="416400"/>
            <a:ext cx="291300" cy="91629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75" name="Shape 75"/>
        <p:cNvGrpSpPr/>
        <p:nvPr/>
      </p:nvGrpSpPr>
      <p:grpSpPr>
        <a:xfrm>
          <a:off x="0" y="0"/>
          <a:ext cx="0" cy="0"/>
          <a:chOff x="0" y="0"/>
          <a:chExt cx="0" cy="0"/>
        </a:xfrm>
      </p:grpSpPr>
      <p:sp>
        <p:nvSpPr>
          <p:cNvPr id="76" name="Google Shape;76;p16"/>
          <p:cNvSpPr/>
          <p:nvPr/>
        </p:nvSpPr>
        <p:spPr>
          <a:xfrm>
            <a:off x="8852700" y="0"/>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7" name="Google Shape;77;p16"/>
          <p:cNvGrpSpPr/>
          <p:nvPr/>
        </p:nvGrpSpPr>
        <p:grpSpPr>
          <a:xfrm rot="5400000">
            <a:off x="7203370" y="-1407709"/>
            <a:ext cx="3589973" cy="1044767"/>
            <a:chOff x="-2333670" y="-733424"/>
            <a:chExt cx="4762500" cy="1386000"/>
          </a:xfrm>
        </p:grpSpPr>
        <p:sp>
          <p:nvSpPr>
            <p:cNvPr id="78" name="Google Shape;78;p16"/>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 name="Google Shape;79;p16"/>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 name="Google Shape;80;p16"/>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 name="Google Shape;81;p16"/>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 name="Google Shape;82;p16"/>
          <p:cNvSpPr txBox="1"/>
          <p:nvPr>
            <p:ph type="title"/>
          </p:nvPr>
        </p:nvSpPr>
        <p:spPr>
          <a:xfrm>
            <a:off x="3524525" y="1486950"/>
            <a:ext cx="918600" cy="419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83" name="Google Shape;83;p16"/>
          <p:cNvSpPr txBox="1"/>
          <p:nvPr>
            <p:ph idx="1" type="subTitle"/>
          </p:nvPr>
        </p:nvSpPr>
        <p:spPr>
          <a:xfrm>
            <a:off x="4391025" y="1713425"/>
            <a:ext cx="4038000" cy="31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200"/>
              <a:buNone/>
              <a:defRPr/>
            </a:lvl2pPr>
            <a:lvl3pPr lvl="2" algn="l">
              <a:lnSpc>
                <a:spcPct val="100000"/>
              </a:lnSpc>
              <a:spcBef>
                <a:spcPts val="0"/>
              </a:spcBef>
              <a:spcAft>
                <a:spcPts val="0"/>
              </a:spcAft>
              <a:buSzPts val="1200"/>
              <a:buNone/>
              <a:defRPr/>
            </a:lvl3pPr>
            <a:lvl4pPr lvl="3" algn="l">
              <a:lnSpc>
                <a:spcPct val="100000"/>
              </a:lnSpc>
              <a:spcBef>
                <a:spcPts val="0"/>
              </a:spcBef>
              <a:spcAft>
                <a:spcPts val="0"/>
              </a:spcAft>
              <a:buSzPts val="1200"/>
              <a:buNone/>
              <a:defRPr/>
            </a:lvl4pPr>
            <a:lvl5pPr lvl="4" algn="l">
              <a:lnSpc>
                <a:spcPct val="100000"/>
              </a:lnSpc>
              <a:spcBef>
                <a:spcPts val="0"/>
              </a:spcBef>
              <a:spcAft>
                <a:spcPts val="0"/>
              </a:spcAft>
              <a:buSzPts val="1200"/>
              <a:buNone/>
              <a:defRPr/>
            </a:lvl5pPr>
            <a:lvl6pPr lvl="5" algn="l">
              <a:lnSpc>
                <a:spcPct val="100000"/>
              </a:lnSpc>
              <a:spcBef>
                <a:spcPts val="0"/>
              </a:spcBef>
              <a:spcAft>
                <a:spcPts val="0"/>
              </a:spcAft>
              <a:buSzPts val="1200"/>
              <a:buNone/>
              <a:defRPr/>
            </a:lvl6pPr>
            <a:lvl7pPr lvl="6" algn="l">
              <a:lnSpc>
                <a:spcPct val="100000"/>
              </a:lnSpc>
              <a:spcBef>
                <a:spcPts val="0"/>
              </a:spcBef>
              <a:spcAft>
                <a:spcPts val="0"/>
              </a:spcAft>
              <a:buSzPts val="1200"/>
              <a:buNone/>
              <a:defRPr/>
            </a:lvl7pPr>
            <a:lvl8pPr lvl="7" algn="l">
              <a:lnSpc>
                <a:spcPct val="100000"/>
              </a:lnSpc>
              <a:spcBef>
                <a:spcPts val="0"/>
              </a:spcBef>
              <a:spcAft>
                <a:spcPts val="0"/>
              </a:spcAft>
              <a:buSzPts val="1200"/>
              <a:buNone/>
              <a:defRPr/>
            </a:lvl8pPr>
            <a:lvl9pPr lvl="8" algn="l">
              <a:lnSpc>
                <a:spcPct val="100000"/>
              </a:lnSpc>
              <a:spcBef>
                <a:spcPts val="0"/>
              </a:spcBef>
              <a:spcAft>
                <a:spcPts val="0"/>
              </a:spcAft>
              <a:buSzPts val="1200"/>
              <a:buNone/>
              <a:defRPr/>
            </a:lvl9pPr>
          </a:lstStyle>
          <a:p/>
        </p:txBody>
      </p:sp>
      <p:sp>
        <p:nvSpPr>
          <p:cNvPr id="84" name="Google Shape;84;p16"/>
          <p:cNvSpPr txBox="1"/>
          <p:nvPr>
            <p:ph idx="2" type="subTitle"/>
          </p:nvPr>
        </p:nvSpPr>
        <p:spPr>
          <a:xfrm>
            <a:off x="4391025" y="1331700"/>
            <a:ext cx="4038000" cy="491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dk1"/>
              </a:buClr>
              <a:buSzPts val="2400"/>
              <a:buFont typeface="Hepta Slab SemiBold"/>
              <a:buNone/>
              <a:defRPr sz="2400">
                <a:solidFill>
                  <a:schemeClr val="dk1"/>
                </a:solidFill>
                <a:latin typeface="Raleway SemiBold"/>
                <a:ea typeface="Raleway SemiBold"/>
                <a:cs typeface="Raleway SemiBold"/>
                <a:sym typeface="Raleway SemiBold"/>
              </a:defRPr>
            </a:lvl1pPr>
            <a:lvl2pPr lvl="1"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2pPr>
            <a:lvl3pPr lvl="2"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3pPr>
            <a:lvl4pPr lvl="3"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4pPr>
            <a:lvl5pPr lvl="4"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5pPr>
            <a:lvl6pPr lvl="5"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6pPr>
            <a:lvl7pPr lvl="6"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7pPr>
            <a:lvl8pPr lvl="7"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8pPr>
            <a:lvl9pPr lvl="8"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9pPr>
          </a:lstStyle>
          <a:p/>
        </p:txBody>
      </p:sp>
      <p:sp>
        <p:nvSpPr>
          <p:cNvPr id="85" name="Google Shape;85;p16"/>
          <p:cNvSpPr txBox="1"/>
          <p:nvPr>
            <p:ph idx="3" type="title"/>
          </p:nvPr>
        </p:nvSpPr>
        <p:spPr>
          <a:xfrm>
            <a:off x="3505200" y="535000"/>
            <a:ext cx="4918500" cy="57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200"/>
              <a:buNone/>
              <a:defRPr/>
            </a:lvl1pPr>
            <a:lvl2pPr lvl="1" algn="l">
              <a:lnSpc>
                <a:spcPct val="100000"/>
              </a:lnSpc>
              <a:spcBef>
                <a:spcPts val="0"/>
              </a:spcBef>
              <a:spcAft>
                <a:spcPts val="0"/>
              </a:spcAft>
              <a:buSzPts val="3200"/>
              <a:buNone/>
              <a:defRPr sz="3200"/>
            </a:lvl2pPr>
            <a:lvl3pPr lvl="2" algn="l">
              <a:lnSpc>
                <a:spcPct val="100000"/>
              </a:lnSpc>
              <a:spcBef>
                <a:spcPts val="0"/>
              </a:spcBef>
              <a:spcAft>
                <a:spcPts val="0"/>
              </a:spcAft>
              <a:buSzPts val="3200"/>
              <a:buNone/>
              <a:defRPr sz="3200"/>
            </a:lvl3pPr>
            <a:lvl4pPr lvl="3" algn="l">
              <a:lnSpc>
                <a:spcPct val="100000"/>
              </a:lnSpc>
              <a:spcBef>
                <a:spcPts val="0"/>
              </a:spcBef>
              <a:spcAft>
                <a:spcPts val="0"/>
              </a:spcAft>
              <a:buSzPts val="3200"/>
              <a:buNone/>
              <a:defRPr sz="3200"/>
            </a:lvl4pPr>
            <a:lvl5pPr lvl="4" algn="l">
              <a:lnSpc>
                <a:spcPct val="100000"/>
              </a:lnSpc>
              <a:spcBef>
                <a:spcPts val="0"/>
              </a:spcBef>
              <a:spcAft>
                <a:spcPts val="0"/>
              </a:spcAft>
              <a:buSzPts val="3200"/>
              <a:buNone/>
              <a:defRPr sz="3200"/>
            </a:lvl5pPr>
            <a:lvl6pPr lvl="5" algn="l">
              <a:lnSpc>
                <a:spcPct val="100000"/>
              </a:lnSpc>
              <a:spcBef>
                <a:spcPts val="0"/>
              </a:spcBef>
              <a:spcAft>
                <a:spcPts val="0"/>
              </a:spcAft>
              <a:buSzPts val="3200"/>
              <a:buNone/>
              <a:defRPr sz="3200"/>
            </a:lvl6pPr>
            <a:lvl7pPr lvl="6" algn="l">
              <a:lnSpc>
                <a:spcPct val="100000"/>
              </a:lnSpc>
              <a:spcBef>
                <a:spcPts val="0"/>
              </a:spcBef>
              <a:spcAft>
                <a:spcPts val="0"/>
              </a:spcAft>
              <a:buSzPts val="3200"/>
              <a:buNone/>
              <a:defRPr sz="3200"/>
            </a:lvl7pPr>
            <a:lvl8pPr lvl="7" algn="l">
              <a:lnSpc>
                <a:spcPct val="100000"/>
              </a:lnSpc>
              <a:spcBef>
                <a:spcPts val="0"/>
              </a:spcBef>
              <a:spcAft>
                <a:spcPts val="0"/>
              </a:spcAft>
              <a:buSzPts val="3200"/>
              <a:buNone/>
              <a:defRPr sz="3200"/>
            </a:lvl8pPr>
            <a:lvl9pPr lvl="8" algn="l">
              <a:lnSpc>
                <a:spcPct val="100000"/>
              </a:lnSpc>
              <a:spcBef>
                <a:spcPts val="0"/>
              </a:spcBef>
              <a:spcAft>
                <a:spcPts val="0"/>
              </a:spcAft>
              <a:buSzPts val="3200"/>
              <a:buNone/>
              <a:defRPr sz="3200"/>
            </a:lvl9pPr>
          </a:lstStyle>
          <a:p/>
        </p:txBody>
      </p:sp>
      <p:sp>
        <p:nvSpPr>
          <p:cNvPr id="86" name="Google Shape;86;p16"/>
          <p:cNvSpPr txBox="1"/>
          <p:nvPr>
            <p:ph idx="4" type="title"/>
          </p:nvPr>
        </p:nvSpPr>
        <p:spPr>
          <a:xfrm>
            <a:off x="3524525" y="4051550"/>
            <a:ext cx="918600" cy="419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87" name="Google Shape;87;p16"/>
          <p:cNvSpPr txBox="1"/>
          <p:nvPr>
            <p:ph idx="5" type="subTitle"/>
          </p:nvPr>
        </p:nvSpPr>
        <p:spPr>
          <a:xfrm>
            <a:off x="4391025" y="4295300"/>
            <a:ext cx="4038000" cy="31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200"/>
              <a:buNone/>
              <a:defRPr/>
            </a:lvl2pPr>
            <a:lvl3pPr lvl="2" algn="l">
              <a:lnSpc>
                <a:spcPct val="100000"/>
              </a:lnSpc>
              <a:spcBef>
                <a:spcPts val="0"/>
              </a:spcBef>
              <a:spcAft>
                <a:spcPts val="0"/>
              </a:spcAft>
              <a:buSzPts val="1200"/>
              <a:buNone/>
              <a:defRPr/>
            </a:lvl3pPr>
            <a:lvl4pPr lvl="3" algn="l">
              <a:lnSpc>
                <a:spcPct val="100000"/>
              </a:lnSpc>
              <a:spcBef>
                <a:spcPts val="0"/>
              </a:spcBef>
              <a:spcAft>
                <a:spcPts val="0"/>
              </a:spcAft>
              <a:buSzPts val="1200"/>
              <a:buNone/>
              <a:defRPr/>
            </a:lvl4pPr>
            <a:lvl5pPr lvl="4" algn="l">
              <a:lnSpc>
                <a:spcPct val="100000"/>
              </a:lnSpc>
              <a:spcBef>
                <a:spcPts val="0"/>
              </a:spcBef>
              <a:spcAft>
                <a:spcPts val="0"/>
              </a:spcAft>
              <a:buSzPts val="1200"/>
              <a:buNone/>
              <a:defRPr/>
            </a:lvl5pPr>
            <a:lvl6pPr lvl="5" algn="l">
              <a:lnSpc>
                <a:spcPct val="100000"/>
              </a:lnSpc>
              <a:spcBef>
                <a:spcPts val="0"/>
              </a:spcBef>
              <a:spcAft>
                <a:spcPts val="0"/>
              </a:spcAft>
              <a:buSzPts val="1200"/>
              <a:buNone/>
              <a:defRPr/>
            </a:lvl6pPr>
            <a:lvl7pPr lvl="6" algn="l">
              <a:lnSpc>
                <a:spcPct val="100000"/>
              </a:lnSpc>
              <a:spcBef>
                <a:spcPts val="0"/>
              </a:spcBef>
              <a:spcAft>
                <a:spcPts val="0"/>
              </a:spcAft>
              <a:buSzPts val="1200"/>
              <a:buNone/>
              <a:defRPr/>
            </a:lvl7pPr>
            <a:lvl8pPr lvl="7" algn="l">
              <a:lnSpc>
                <a:spcPct val="100000"/>
              </a:lnSpc>
              <a:spcBef>
                <a:spcPts val="0"/>
              </a:spcBef>
              <a:spcAft>
                <a:spcPts val="0"/>
              </a:spcAft>
              <a:buSzPts val="1200"/>
              <a:buNone/>
              <a:defRPr/>
            </a:lvl8pPr>
            <a:lvl9pPr lvl="8" algn="l">
              <a:lnSpc>
                <a:spcPct val="100000"/>
              </a:lnSpc>
              <a:spcBef>
                <a:spcPts val="0"/>
              </a:spcBef>
              <a:spcAft>
                <a:spcPts val="0"/>
              </a:spcAft>
              <a:buSzPts val="1200"/>
              <a:buNone/>
              <a:defRPr/>
            </a:lvl9pPr>
          </a:lstStyle>
          <a:p/>
        </p:txBody>
      </p:sp>
      <p:sp>
        <p:nvSpPr>
          <p:cNvPr id="88" name="Google Shape;88;p16"/>
          <p:cNvSpPr txBox="1"/>
          <p:nvPr>
            <p:ph idx="6" type="subTitle"/>
          </p:nvPr>
        </p:nvSpPr>
        <p:spPr>
          <a:xfrm>
            <a:off x="4391025" y="3913700"/>
            <a:ext cx="4038000" cy="491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dk1"/>
              </a:buClr>
              <a:buSzPts val="2400"/>
              <a:buFont typeface="Hepta Slab SemiBold"/>
              <a:buNone/>
              <a:defRPr sz="2400">
                <a:solidFill>
                  <a:schemeClr val="dk1"/>
                </a:solidFill>
                <a:latin typeface="Raleway SemiBold"/>
                <a:ea typeface="Raleway SemiBold"/>
                <a:cs typeface="Raleway SemiBold"/>
                <a:sym typeface="Raleway SemiBold"/>
              </a:defRPr>
            </a:lvl1pPr>
            <a:lvl2pPr lvl="1"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2pPr>
            <a:lvl3pPr lvl="2"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3pPr>
            <a:lvl4pPr lvl="3"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4pPr>
            <a:lvl5pPr lvl="4"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5pPr>
            <a:lvl6pPr lvl="5"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6pPr>
            <a:lvl7pPr lvl="6"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7pPr>
            <a:lvl8pPr lvl="7"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8pPr>
            <a:lvl9pPr lvl="8"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9pPr>
          </a:lstStyle>
          <a:p/>
        </p:txBody>
      </p:sp>
      <p:sp>
        <p:nvSpPr>
          <p:cNvPr id="89" name="Google Shape;89;p16"/>
          <p:cNvSpPr txBox="1"/>
          <p:nvPr>
            <p:ph idx="7" type="title"/>
          </p:nvPr>
        </p:nvSpPr>
        <p:spPr>
          <a:xfrm>
            <a:off x="3524525" y="3196683"/>
            <a:ext cx="918600" cy="419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90" name="Google Shape;90;p16"/>
          <p:cNvSpPr txBox="1"/>
          <p:nvPr>
            <p:ph idx="8" type="subTitle"/>
          </p:nvPr>
        </p:nvSpPr>
        <p:spPr>
          <a:xfrm>
            <a:off x="4391025" y="3434675"/>
            <a:ext cx="4038000" cy="31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200"/>
              <a:buNone/>
              <a:defRPr/>
            </a:lvl2pPr>
            <a:lvl3pPr lvl="2" algn="l">
              <a:lnSpc>
                <a:spcPct val="100000"/>
              </a:lnSpc>
              <a:spcBef>
                <a:spcPts val="0"/>
              </a:spcBef>
              <a:spcAft>
                <a:spcPts val="0"/>
              </a:spcAft>
              <a:buSzPts val="1200"/>
              <a:buNone/>
              <a:defRPr/>
            </a:lvl3pPr>
            <a:lvl4pPr lvl="3" algn="l">
              <a:lnSpc>
                <a:spcPct val="100000"/>
              </a:lnSpc>
              <a:spcBef>
                <a:spcPts val="0"/>
              </a:spcBef>
              <a:spcAft>
                <a:spcPts val="0"/>
              </a:spcAft>
              <a:buSzPts val="1200"/>
              <a:buNone/>
              <a:defRPr/>
            </a:lvl4pPr>
            <a:lvl5pPr lvl="4" algn="l">
              <a:lnSpc>
                <a:spcPct val="100000"/>
              </a:lnSpc>
              <a:spcBef>
                <a:spcPts val="0"/>
              </a:spcBef>
              <a:spcAft>
                <a:spcPts val="0"/>
              </a:spcAft>
              <a:buSzPts val="1200"/>
              <a:buNone/>
              <a:defRPr/>
            </a:lvl5pPr>
            <a:lvl6pPr lvl="5" algn="l">
              <a:lnSpc>
                <a:spcPct val="100000"/>
              </a:lnSpc>
              <a:spcBef>
                <a:spcPts val="0"/>
              </a:spcBef>
              <a:spcAft>
                <a:spcPts val="0"/>
              </a:spcAft>
              <a:buSzPts val="1200"/>
              <a:buNone/>
              <a:defRPr/>
            </a:lvl6pPr>
            <a:lvl7pPr lvl="6" algn="l">
              <a:lnSpc>
                <a:spcPct val="100000"/>
              </a:lnSpc>
              <a:spcBef>
                <a:spcPts val="0"/>
              </a:spcBef>
              <a:spcAft>
                <a:spcPts val="0"/>
              </a:spcAft>
              <a:buSzPts val="1200"/>
              <a:buNone/>
              <a:defRPr/>
            </a:lvl7pPr>
            <a:lvl8pPr lvl="7" algn="l">
              <a:lnSpc>
                <a:spcPct val="100000"/>
              </a:lnSpc>
              <a:spcBef>
                <a:spcPts val="0"/>
              </a:spcBef>
              <a:spcAft>
                <a:spcPts val="0"/>
              </a:spcAft>
              <a:buSzPts val="1200"/>
              <a:buNone/>
              <a:defRPr/>
            </a:lvl8pPr>
            <a:lvl9pPr lvl="8" algn="l">
              <a:lnSpc>
                <a:spcPct val="100000"/>
              </a:lnSpc>
              <a:spcBef>
                <a:spcPts val="0"/>
              </a:spcBef>
              <a:spcAft>
                <a:spcPts val="0"/>
              </a:spcAft>
              <a:buSzPts val="1200"/>
              <a:buNone/>
              <a:defRPr/>
            </a:lvl9pPr>
          </a:lstStyle>
          <a:p/>
        </p:txBody>
      </p:sp>
      <p:sp>
        <p:nvSpPr>
          <p:cNvPr id="91" name="Google Shape;91;p16"/>
          <p:cNvSpPr txBox="1"/>
          <p:nvPr>
            <p:ph idx="9" type="subTitle"/>
          </p:nvPr>
        </p:nvSpPr>
        <p:spPr>
          <a:xfrm>
            <a:off x="4391025" y="3053033"/>
            <a:ext cx="4038000" cy="491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dk1"/>
              </a:buClr>
              <a:buSzPts val="2400"/>
              <a:buFont typeface="Hepta Slab SemiBold"/>
              <a:buNone/>
              <a:defRPr sz="2400">
                <a:solidFill>
                  <a:schemeClr val="dk1"/>
                </a:solidFill>
                <a:latin typeface="Raleway SemiBold"/>
                <a:ea typeface="Raleway SemiBold"/>
                <a:cs typeface="Raleway SemiBold"/>
                <a:sym typeface="Raleway SemiBold"/>
              </a:defRPr>
            </a:lvl1pPr>
            <a:lvl2pPr lvl="1"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2pPr>
            <a:lvl3pPr lvl="2"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3pPr>
            <a:lvl4pPr lvl="3"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4pPr>
            <a:lvl5pPr lvl="4"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5pPr>
            <a:lvl6pPr lvl="5"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6pPr>
            <a:lvl7pPr lvl="6"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7pPr>
            <a:lvl8pPr lvl="7"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8pPr>
            <a:lvl9pPr lvl="8"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9pPr>
          </a:lstStyle>
          <a:p/>
        </p:txBody>
      </p:sp>
      <p:sp>
        <p:nvSpPr>
          <p:cNvPr id="92" name="Google Shape;92;p16"/>
          <p:cNvSpPr txBox="1"/>
          <p:nvPr>
            <p:ph idx="13" type="title"/>
          </p:nvPr>
        </p:nvSpPr>
        <p:spPr>
          <a:xfrm>
            <a:off x="3524525" y="2341817"/>
            <a:ext cx="918600" cy="419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93" name="Google Shape;93;p16"/>
          <p:cNvSpPr txBox="1"/>
          <p:nvPr>
            <p:ph idx="14" type="subTitle"/>
          </p:nvPr>
        </p:nvSpPr>
        <p:spPr>
          <a:xfrm>
            <a:off x="4391025" y="2574050"/>
            <a:ext cx="4038000" cy="31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200"/>
              <a:buNone/>
              <a:defRPr/>
            </a:lvl2pPr>
            <a:lvl3pPr lvl="2" algn="l">
              <a:lnSpc>
                <a:spcPct val="100000"/>
              </a:lnSpc>
              <a:spcBef>
                <a:spcPts val="0"/>
              </a:spcBef>
              <a:spcAft>
                <a:spcPts val="0"/>
              </a:spcAft>
              <a:buSzPts val="1200"/>
              <a:buNone/>
              <a:defRPr/>
            </a:lvl3pPr>
            <a:lvl4pPr lvl="3" algn="l">
              <a:lnSpc>
                <a:spcPct val="100000"/>
              </a:lnSpc>
              <a:spcBef>
                <a:spcPts val="0"/>
              </a:spcBef>
              <a:spcAft>
                <a:spcPts val="0"/>
              </a:spcAft>
              <a:buSzPts val="1200"/>
              <a:buNone/>
              <a:defRPr/>
            </a:lvl4pPr>
            <a:lvl5pPr lvl="4" algn="l">
              <a:lnSpc>
                <a:spcPct val="100000"/>
              </a:lnSpc>
              <a:spcBef>
                <a:spcPts val="0"/>
              </a:spcBef>
              <a:spcAft>
                <a:spcPts val="0"/>
              </a:spcAft>
              <a:buSzPts val="1200"/>
              <a:buNone/>
              <a:defRPr/>
            </a:lvl5pPr>
            <a:lvl6pPr lvl="5" algn="l">
              <a:lnSpc>
                <a:spcPct val="100000"/>
              </a:lnSpc>
              <a:spcBef>
                <a:spcPts val="0"/>
              </a:spcBef>
              <a:spcAft>
                <a:spcPts val="0"/>
              </a:spcAft>
              <a:buSzPts val="1200"/>
              <a:buNone/>
              <a:defRPr/>
            </a:lvl6pPr>
            <a:lvl7pPr lvl="6" algn="l">
              <a:lnSpc>
                <a:spcPct val="100000"/>
              </a:lnSpc>
              <a:spcBef>
                <a:spcPts val="0"/>
              </a:spcBef>
              <a:spcAft>
                <a:spcPts val="0"/>
              </a:spcAft>
              <a:buSzPts val="1200"/>
              <a:buNone/>
              <a:defRPr/>
            </a:lvl7pPr>
            <a:lvl8pPr lvl="7" algn="l">
              <a:lnSpc>
                <a:spcPct val="100000"/>
              </a:lnSpc>
              <a:spcBef>
                <a:spcPts val="0"/>
              </a:spcBef>
              <a:spcAft>
                <a:spcPts val="0"/>
              </a:spcAft>
              <a:buSzPts val="1200"/>
              <a:buNone/>
              <a:defRPr/>
            </a:lvl8pPr>
            <a:lvl9pPr lvl="8" algn="l">
              <a:lnSpc>
                <a:spcPct val="100000"/>
              </a:lnSpc>
              <a:spcBef>
                <a:spcPts val="0"/>
              </a:spcBef>
              <a:spcAft>
                <a:spcPts val="0"/>
              </a:spcAft>
              <a:buSzPts val="1200"/>
              <a:buNone/>
              <a:defRPr/>
            </a:lvl9pPr>
          </a:lstStyle>
          <a:p/>
        </p:txBody>
      </p:sp>
      <p:sp>
        <p:nvSpPr>
          <p:cNvPr id="94" name="Google Shape;94;p16"/>
          <p:cNvSpPr txBox="1"/>
          <p:nvPr>
            <p:ph idx="15" type="subTitle"/>
          </p:nvPr>
        </p:nvSpPr>
        <p:spPr>
          <a:xfrm>
            <a:off x="4391025" y="2192367"/>
            <a:ext cx="4038000" cy="491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dk1"/>
              </a:buClr>
              <a:buSzPts val="2400"/>
              <a:buFont typeface="Hepta Slab SemiBold"/>
              <a:buNone/>
              <a:defRPr sz="2400">
                <a:solidFill>
                  <a:schemeClr val="dk1"/>
                </a:solidFill>
                <a:latin typeface="Raleway SemiBold"/>
                <a:ea typeface="Raleway SemiBold"/>
                <a:cs typeface="Raleway SemiBold"/>
                <a:sym typeface="Raleway SemiBold"/>
              </a:defRPr>
            </a:lvl1pPr>
            <a:lvl2pPr lvl="1"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2pPr>
            <a:lvl3pPr lvl="2"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3pPr>
            <a:lvl4pPr lvl="3"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4pPr>
            <a:lvl5pPr lvl="4"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5pPr>
            <a:lvl6pPr lvl="5"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6pPr>
            <a:lvl7pPr lvl="6"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7pPr>
            <a:lvl8pPr lvl="7"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8pPr>
            <a:lvl9pPr lvl="8" algn="l">
              <a:lnSpc>
                <a:spcPct val="100000"/>
              </a:lnSpc>
              <a:spcBef>
                <a:spcPts val="0"/>
              </a:spcBef>
              <a:spcAft>
                <a:spcPts val="0"/>
              </a:spcAft>
              <a:buClr>
                <a:schemeClr val="dk1"/>
              </a:buClr>
              <a:buSzPts val="2400"/>
              <a:buFont typeface="Hepta Slab SemiBold"/>
              <a:buNone/>
              <a:defRPr sz="2400">
                <a:solidFill>
                  <a:schemeClr val="dk1"/>
                </a:solidFill>
                <a:latin typeface="Hepta Slab SemiBold"/>
                <a:ea typeface="Hepta Slab SemiBold"/>
                <a:cs typeface="Hepta Slab SemiBold"/>
                <a:sym typeface="Hepta Slab SemiBold"/>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5" name="Shape 95"/>
        <p:cNvGrpSpPr/>
        <p:nvPr/>
      </p:nvGrpSpPr>
      <p:grpSpPr>
        <a:xfrm>
          <a:off x="0" y="0"/>
          <a:ext cx="0" cy="0"/>
          <a:chOff x="0" y="0"/>
          <a:chExt cx="0" cy="0"/>
        </a:xfrm>
      </p:grpSpPr>
      <p:sp>
        <p:nvSpPr>
          <p:cNvPr id="96" name="Google Shape;96;p17"/>
          <p:cNvSpPr/>
          <p:nvPr/>
        </p:nvSpPr>
        <p:spPr>
          <a:xfrm>
            <a:off x="8428800" y="0"/>
            <a:ext cx="7152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 name="Google Shape;97;p17"/>
          <p:cNvSpPr txBox="1"/>
          <p:nvPr>
            <p:ph type="title"/>
          </p:nvPr>
        </p:nvSpPr>
        <p:spPr>
          <a:xfrm>
            <a:off x="1960650" y="3497325"/>
            <a:ext cx="5222700" cy="531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2400">
                <a:latin typeface="Raleway SemiBold"/>
                <a:ea typeface="Raleway SemiBold"/>
                <a:cs typeface="Raleway SemiBold"/>
                <a:sym typeface="Raleway SemiBold"/>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98" name="Google Shape;98;p17"/>
          <p:cNvSpPr txBox="1"/>
          <p:nvPr>
            <p:ph idx="1" type="subTitle"/>
          </p:nvPr>
        </p:nvSpPr>
        <p:spPr>
          <a:xfrm>
            <a:off x="1960650" y="1114275"/>
            <a:ext cx="5222700" cy="2200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3300">
                <a:latin typeface="Anaheim"/>
                <a:ea typeface="Anaheim"/>
                <a:cs typeface="Anaheim"/>
                <a:sym typeface="Anaheim"/>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grpSp>
        <p:nvGrpSpPr>
          <p:cNvPr id="99" name="Google Shape;99;p17"/>
          <p:cNvGrpSpPr/>
          <p:nvPr/>
        </p:nvGrpSpPr>
        <p:grpSpPr>
          <a:xfrm>
            <a:off x="8527796" y="4325935"/>
            <a:ext cx="517208" cy="531886"/>
            <a:chOff x="2080625" y="3637225"/>
            <a:chExt cx="358525" cy="368725"/>
          </a:xfrm>
        </p:grpSpPr>
        <p:sp>
          <p:nvSpPr>
            <p:cNvPr id="100" name="Google Shape;100;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 name="Google Shape;101;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 name="Google Shape;102;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 name="Google Shape;103;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4" name="Google Shape;104;p17"/>
          <p:cNvSpPr/>
          <p:nvPr/>
        </p:nvSpPr>
        <p:spPr>
          <a:xfrm>
            <a:off x="0" y="75"/>
            <a:ext cx="7152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 name="Google Shape;105;p17"/>
          <p:cNvGrpSpPr/>
          <p:nvPr/>
        </p:nvGrpSpPr>
        <p:grpSpPr>
          <a:xfrm flipH="1">
            <a:off x="98996" y="285560"/>
            <a:ext cx="517208" cy="531886"/>
            <a:chOff x="2080625" y="3637225"/>
            <a:chExt cx="358525" cy="368725"/>
          </a:xfrm>
        </p:grpSpPr>
        <p:sp>
          <p:nvSpPr>
            <p:cNvPr id="106" name="Google Shape;106;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 name="Google Shape;107;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 name="Google Shape;110;p17"/>
          <p:cNvGrpSpPr/>
          <p:nvPr/>
        </p:nvGrpSpPr>
        <p:grpSpPr>
          <a:xfrm>
            <a:off x="98996" y="1093650"/>
            <a:ext cx="517208" cy="531886"/>
            <a:chOff x="2080625" y="3637225"/>
            <a:chExt cx="358525" cy="368725"/>
          </a:xfrm>
        </p:grpSpPr>
        <p:sp>
          <p:nvSpPr>
            <p:cNvPr id="111" name="Google Shape;111;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 name="Google Shape;112;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 name="Google Shape;113;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 name="Google Shape;114;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 name="Google Shape;115;p17"/>
          <p:cNvGrpSpPr/>
          <p:nvPr/>
        </p:nvGrpSpPr>
        <p:grpSpPr>
          <a:xfrm flipH="1">
            <a:off x="98996" y="1901740"/>
            <a:ext cx="517208" cy="531886"/>
            <a:chOff x="2080625" y="3637225"/>
            <a:chExt cx="358525" cy="368725"/>
          </a:xfrm>
        </p:grpSpPr>
        <p:sp>
          <p:nvSpPr>
            <p:cNvPr id="116" name="Google Shape;116;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 name="Google Shape;118;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 name="Google Shape;119;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 name="Google Shape;120;p17"/>
          <p:cNvGrpSpPr/>
          <p:nvPr/>
        </p:nvGrpSpPr>
        <p:grpSpPr>
          <a:xfrm>
            <a:off x="98996" y="2709830"/>
            <a:ext cx="517208" cy="531886"/>
            <a:chOff x="2080625" y="3637225"/>
            <a:chExt cx="358525" cy="368725"/>
          </a:xfrm>
        </p:grpSpPr>
        <p:sp>
          <p:nvSpPr>
            <p:cNvPr id="121" name="Google Shape;121;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 name="Google Shape;122;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 name="Google Shape;123;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 name="Google Shape;124;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 name="Google Shape;125;p17"/>
          <p:cNvGrpSpPr/>
          <p:nvPr/>
        </p:nvGrpSpPr>
        <p:grpSpPr>
          <a:xfrm flipH="1">
            <a:off x="98996" y="3517920"/>
            <a:ext cx="517208" cy="531886"/>
            <a:chOff x="2080625" y="3637225"/>
            <a:chExt cx="358525" cy="368725"/>
          </a:xfrm>
        </p:grpSpPr>
        <p:sp>
          <p:nvSpPr>
            <p:cNvPr id="126" name="Google Shape;126;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 name="Google Shape;129;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 name="Google Shape;130;p17"/>
          <p:cNvGrpSpPr/>
          <p:nvPr/>
        </p:nvGrpSpPr>
        <p:grpSpPr>
          <a:xfrm>
            <a:off x="98996" y="4326010"/>
            <a:ext cx="517208" cy="531886"/>
            <a:chOff x="2080625" y="3637225"/>
            <a:chExt cx="358525" cy="368725"/>
          </a:xfrm>
        </p:grpSpPr>
        <p:sp>
          <p:nvSpPr>
            <p:cNvPr id="131" name="Google Shape;131;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 name="Google Shape;132;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 name="Google Shape;133;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 name="Google Shape;134;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 name="Google Shape;135;p17"/>
          <p:cNvGrpSpPr/>
          <p:nvPr/>
        </p:nvGrpSpPr>
        <p:grpSpPr>
          <a:xfrm flipH="1">
            <a:off x="8527796" y="285485"/>
            <a:ext cx="517208" cy="531886"/>
            <a:chOff x="2080625" y="3637225"/>
            <a:chExt cx="358525" cy="368725"/>
          </a:xfrm>
        </p:grpSpPr>
        <p:sp>
          <p:nvSpPr>
            <p:cNvPr id="136" name="Google Shape;136;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 name="Google Shape;137;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 name="Google Shape;138;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 name="Google Shape;139;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 name="Google Shape;140;p17"/>
          <p:cNvGrpSpPr/>
          <p:nvPr/>
        </p:nvGrpSpPr>
        <p:grpSpPr>
          <a:xfrm>
            <a:off x="8527796" y="1093575"/>
            <a:ext cx="517208" cy="531886"/>
            <a:chOff x="2080625" y="3637225"/>
            <a:chExt cx="358525" cy="368725"/>
          </a:xfrm>
        </p:grpSpPr>
        <p:sp>
          <p:nvSpPr>
            <p:cNvPr id="141" name="Google Shape;141;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 name="Google Shape;142;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 name="Google Shape;143;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 name="Google Shape;145;p17"/>
          <p:cNvGrpSpPr/>
          <p:nvPr/>
        </p:nvGrpSpPr>
        <p:grpSpPr>
          <a:xfrm flipH="1">
            <a:off x="8527796" y="1901665"/>
            <a:ext cx="517208" cy="531886"/>
            <a:chOff x="2080625" y="3637225"/>
            <a:chExt cx="358525" cy="368725"/>
          </a:xfrm>
        </p:grpSpPr>
        <p:sp>
          <p:nvSpPr>
            <p:cNvPr id="146" name="Google Shape;146;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 name="Google Shape;147;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 name="Google Shape;150;p17"/>
          <p:cNvGrpSpPr/>
          <p:nvPr/>
        </p:nvGrpSpPr>
        <p:grpSpPr>
          <a:xfrm>
            <a:off x="8527796" y="2709755"/>
            <a:ext cx="517208" cy="531886"/>
            <a:chOff x="2080625" y="3637225"/>
            <a:chExt cx="358525" cy="368725"/>
          </a:xfrm>
        </p:grpSpPr>
        <p:sp>
          <p:nvSpPr>
            <p:cNvPr id="151" name="Google Shape;151;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 name="Google Shape;153;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 name="Google Shape;154;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 name="Google Shape;155;p17"/>
          <p:cNvGrpSpPr/>
          <p:nvPr/>
        </p:nvGrpSpPr>
        <p:grpSpPr>
          <a:xfrm flipH="1">
            <a:off x="8527796" y="3517845"/>
            <a:ext cx="517208" cy="531886"/>
            <a:chOff x="2080625" y="3637225"/>
            <a:chExt cx="358525" cy="368725"/>
          </a:xfrm>
        </p:grpSpPr>
        <p:sp>
          <p:nvSpPr>
            <p:cNvPr id="156" name="Google Shape;156;p17"/>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17"/>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 name="Google Shape;158;p17"/>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 name="Google Shape;159;p17"/>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 name="Google Shape;160;p17"/>
          <p:cNvGrpSpPr/>
          <p:nvPr/>
        </p:nvGrpSpPr>
        <p:grpSpPr>
          <a:xfrm>
            <a:off x="2777014" y="4617541"/>
            <a:ext cx="3589973" cy="1044767"/>
            <a:chOff x="-2333670" y="-733424"/>
            <a:chExt cx="4762500" cy="1386000"/>
          </a:xfrm>
        </p:grpSpPr>
        <p:sp>
          <p:nvSpPr>
            <p:cNvPr id="161" name="Google Shape;161;p17"/>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 name="Google Shape;162;p17"/>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 name="Google Shape;163;p17"/>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 name="Google Shape;164;p17"/>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5" name="Shape 165"/>
        <p:cNvGrpSpPr/>
        <p:nvPr/>
      </p:nvGrpSpPr>
      <p:grpSpPr>
        <a:xfrm>
          <a:off x="0" y="0"/>
          <a:ext cx="0" cy="0"/>
          <a:chOff x="0" y="0"/>
          <a:chExt cx="0" cy="0"/>
        </a:xfrm>
      </p:grpSpPr>
      <p:sp>
        <p:nvSpPr>
          <p:cNvPr id="166" name="Google Shape;166;p18"/>
          <p:cNvSpPr txBox="1"/>
          <p:nvPr>
            <p:ph type="title"/>
          </p:nvPr>
        </p:nvSpPr>
        <p:spPr>
          <a:xfrm>
            <a:off x="1100925" y="2587625"/>
            <a:ext cx="3909300" cy="1426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600"/>
              <a:buNone/>
              <a:defRPr sz="4400">
                <a:latin typeface="Raleway SemiBold"/>
                <a:ea typeface="Raleway SemiBold"/>
                <a:cs typeface="Raleway SemiBold"/>
                <a:sym typeface="Raleway SemiBold"/>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67" name="Google Shape;167;p18"/>
          <p:cNvSpPr txBox="1"/>
          <p:nvPr>
            <p:ph idx="2" type="title"/>
          </p:nvPr>
        </p:nvSpPr>
        <p:spPr>
          <a:xfrm>
            <a:off x="2020125" y="1013256"/>
            <a:ext cx="2070900" cy="1103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100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68" name="Google Shape;168;p18"/>
          <p:cNvSpPr txBox="1"/>
          <p:nvPr>
            <p:ph idx="1" type="subTitle"/>
          </p:nvPr>
        </p:nvSpPr>
        <p:spPr>
          <a:xfrm>
            <a:off x="1100925" y="4044894"/>
            <a:ext cx="3909300" cy="430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4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69" name="Google Shape;169;p18"/>
          <p:cNvSpPr/>
          <p:nvPr/>
        </p:nvSpPr>
        <p:spPr>
          <a:xfrm>
            <a:off x="0" y="75"/>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0" name="Google Shape;170;p18"/>
          <p:cNvGrpSpPr/>
          <p:nvPr/>
        </p:nvGrpSpPr>
        <p:grpSpPr>
          <a:xfrm flipH="1" rot="5400000">
            <a:off x="-2085979" y="-957899"/>
            <a:ext cx="4762500" cy="1386000"/>
            <a:chOff x="-2333670" y="-733424"/>
            <a:chExt cx="4762500" cy="1386000"/>
          </a:xfrm>
        </p:grpSpPr>
        <p:sp>
          <p:nvSpPr>
            <p:cNvPr id="171" name="Google Shape;171;p18"/>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18"/>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18"/>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18"/>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75" name="Shape 175"/>
        <p:cNvGrpSpPr/>
        <p:nvPr/>
      </p:nvGrpSpPr>
      <p:grpSpPr>
        <a:xfrm>
          <a:off x="0" y="0"/>
          <a:ext cx="0" cy="0"/>
          <a:chOff x="0" y="0"/>
          <a:chExt cx="0" cy="0"/>
        </a:xfrm>
      </p:grpSpPr>
      <p:sp>
        <p:nvSpPr>
          <p:cNvPr id="176" name="Google Shape;176;p19"/>
          <p:cNvSpPr txBox="1"/>
          <p:nvPr>
            <p:ph type="title"/>
          </p:nvPr>
        </p:nvSpPr>
        <p:spPr>
          <a:xfrm flipH="1">
            <a:off x="3945910" y="894337"/>
            <a:ext cx="4201200" cy="2229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600"/>
              <a:buNone/>
              <a:defRPr sz="45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77" name="Google Shape;177;p19"/>
          <p:cNvSpPr txBox="1"/>
          <p:nvPr>
            <p:ph idx="1" type="subTitle"/>
          </p:nvPr>
        </p:nvSpPr>
        <p:spPr>
          <a:xfrm flipH="1">
            <a:off x="3945910" y="3188063"/>
            <a:ext cx="4201200" cy="1061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400"/>
            </a:lvl1pPr>
            <a:lvl2pPr lvl="1" algn="ctr">
              <a:lnSpc>
                <a:spcPct val="100000"/>
              </a:lnSpc>
              <a:spcBef>
                <a:spcPts val="160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178" name="Google Shape;178;p19"/>
          <p:cNvSpPr/>
          <p:nvPr/>
        </p:nvSpPr>
        <p:spPr>
          <a:xfrm>
            <a:off x="8852700" y="0"/>
            <a:ext cx="2913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9" name="Google Shape;179;p19"/>
          <p:cNvGrpSpPr/>
          <p:nvPr/>
        </p:nvGrpSpPr>
        <p:grpSpPr>
          <a:xfrm rot="5400000">
            <a:off x="2250370" y="-1655359"/>
            <a:ext cx="3589973" cy="1044767"/>
            <a:chOff x="-2333670" y="-733424"/>
            <a:chExt cx="4762500" cy="1386000"/>
          </a:xfrm>
        </p:grpSpPr>
        <p:sp>
          <p:nvSpPr>
            <p:cNvPr id="180" name="Google Shape;180;p19"/>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 name="Google Shape;181;p19"/>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 name="Google Shape;182;p19"/>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 name="Google Shape;183;p19"/>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 name="Google Shape;184;p19"/>
          <p:cNvGrpSpPr/>
          <p:nvPr/>
        </p:nvGrpSpPr>
        <p:grpSpPr>
          <a:xfrm rot="10800000">
            <a:off x="7840483" y="4608491"/>
            <a:ext cx="3589973" cy="1044767"/>
            <a:chOff x="-2333670" y="-733424"/>
            <a:chExt cx="4762500" cy="1386000"/>
          </a:xfrm>
        </p:grpSpPr>
        <p:sp>
          <p:nvSpPr>
            <p:cNvPr id="185" name="Google Shape;185;p19"/>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 name="Google Shape;186;p19"/>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19"/>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 name="Google Shape;188;p19"/>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3_1_1_1_1_1">
    <p:spTree>
      <p:nvGrpSpPr>
        <p:cNvPr id="189" name="Shape 189"/>
        <p:cNvGrpSpPr/>
        <p:nvPr/>
      </p:nvGrpSpPr>
      <p:grpSpPr>
        <a:xfrm>
          <a:off x="0" y="0"/>
          <a:ext cx="0" cy="0"/>
          <a:chOff x="0" y="0"/>
          <a:chExt cx="0" cy="0"/>
        </a:xfrm>
      </p:grpSpPr>
      <p:sp>
        <p:nvSpPr>
          <p:cNvPr id="190" name="Google Shape;190;p20"/>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191" name="Google Shape;191;p20"/>
          <p:cNvSpPr/>
          <p:nvPr/>
        </p:nvSpPr>
        <p:spPr>
          <a:xfrm>
            <a:off x="0" y="75"/>
            <a:ext cx="2913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2" name="Google Shape;192;p20"/>
          <p:cNvGrpSpPr/>
          <p:nvPr/>
        </p:nvGrpSpPr>
        <p:grpSpPr>
          <a:xfrm rot="10800000">
            <a:off x="8576395" y="154391"/>
            <a:ext cx="3589973" cy="1044767"/>
            <a:chOff x="-2333670" y="-733424"/>
            <a:chExt cx="4762500" cy="1386000"/>
          </a:xfrm>
        </p:grpSpPr>
        <p:sp>
          <p:nvSpPr>
            <p:cNvPr id="193" name="Google Shape;193;p20"/>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 name="Google Shape;194;p20"/>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20"/>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20"/>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97" name="Shape 197"/>
        <p:cNvGrpSpPr/>
        <p:nvPr/>
      </p:nvGrpSpPr>
      <p:grpSpPr>
        <a:xfrm>
          <a:off x="0" y="0"/>
          <a:ext cx="0" cy="0"/>
          <a:chOff x="0" y="0"/>
          <a:chExt cx="0" cy="0"/>
        </a:xfrm>
      </p:grpSpPr>
      <p:sp>
        <p:nvSpPr>
          <p:cNvPr id="198" name="Google Shape;198;p21"/>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199" name="Google Shape;199;p21"/>
          <p:cNvSpPr txBox="1"/>
          <p:nvPr>
            <p:ph idx="1" type="subTitle"/>
          </p:nvPr>
        </p:nvSpPr>
        <p:spPr>
          <a:xfrm>
            <a:off x="1781131" y="1827250"/>
            <a:ext cx="2595900" cy="511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0" name="Google Shape;200;p21"/>
          <p:cNvSpPr txBox="1"/>
          <p:nvPr>
            <p:ph idx="2" type="subTitle"/>
          </p:nvPr>
        </p:nvSpPr>
        <p:spPr>
          <a:xfrm>
            <a:off x="1781156" y="2239325"/>
            <a:ext cx="2595900" cy="57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l">
              <a:lnSpc>
                <a:spcPct val="100000"/>
              </a:lnSpc>
              <a:spcBef>
                <a:spcPts val="1600"/>
              </a:spcBef>
              <a:spcAft>
                <a:spcPts val="0"/>
              </a:spcAft>
              <a:buSzPts val="1200"/>
              <a:buNone/>
              <a:defRPr/>
            </a:lvl2pPr>
            <a:lvl3pPr lvl="2" algn="l">
              <a:lnSpc>
                <a:spcPct val="100000"/>
              </a:lnSpc>
              <a:spcBef>
                <a:spcPts val="0"/>
              </a:spcBef>
              <a:spcAft>
                <a:spcPts val="0"/>
              </a:spcAft>
              <a:buSzPts val="1200"/>
              <a:buNone/>
              <a:defRPr/>
            </a:lvl3pPr>
            <a:lvl4pPr lvl="3" algn="l">
              <a:lnSpc>
                <a:spcPct val="100000"/>
              </a:lnSpc>
              <a:spcBef>
                <a:spcPts val="0"/>
              </a:spcBef>
              <a:spcAft>
                <a:spcPts val="0"/>
              </a:spcAft>
              <a:buSzPts val="1200"/>
              <a:buNone/>
              <a:defRPr/>
            </a:lvl4pPr>
            <a:lvl5pPr lvl="4" algn="l">
              <a:lnSpc>
                <a:spcPct val="100000"/>
              </a:lnSpc>
              <a:spcBef>
                <a:spcPts val="0"/>
              </a:spcBef>
              <a:spcAft>
                <a:spcPts val="0"/>
              </a:spcAft>
              <a:buSzPts val="1200"/>
              <a:buNone/>
              <a:defRPr/>
            </a:lvl5pPr>
            <a:lvl6pPr lvl="5" algn="l">
              <a:lnSpc>
                <a:spcPct val="100000"/>
              </a:lnSpc>
              <a:spcBef>
                <a:spcPts val="0"/>
              </a:spcBef>
              <a:spcAft>
                <a:spcPts val="0"/>
              </a:spcAft>
              <a:buSzPts val="1200"/>
              <a:buNone/>
              <a:defRPr/>
            </a:lvl6pPr>
            <a:lvl7pPr lvl="6" algn="l">
              <a:lnSpc>
                <a:spcPct val="100000"/>
              </a:lnSpc>
              <a:spcBef>
                <a:spcPts val="0"/>
              </a:spcBef>
              <a:spcAft>
                <a:spcPts val="0"/>
              </a:spcAft>
              <a:buSzPts val="1200"/>
              <a:buNone/>
              <a:defRPr/>
            </a:lvl7pPr>
            <a:lvl8pPr lvl="7" algn="l">
              <a:lnSpc>
                <a:spcPct val="100000"/>
              </a:lnSpc>
              <a:spcBef>
                <a:spcPts val="0"/>
              </a:spcBef>
              <a:spcAft>
                <a:spcPts val="0"/>
              </a:spcAft>
              <a:buSzPts val="1200"/>
              <a:buNone/>
              <a:defRPr/>
            </a:lvl8pPr>
            <a:lvl9pPr lvl="8" algn="l">
              <a:lnSpc>
                <a:spcPct val="100000"/>
              </a:lnSpc>
              <a:spcBef>
                <a:spcPts val="0"/>
              </a:spcBef>
              <a:spcAft>
                <a:spcPts val="0"/>
              </a:spcAft>
              <a:buSzPts val="1200"/>
              <a:buNone/>
              <a:defRPr/>
            </a:lvl9pPr>
          </a:lstStyle>
          <a:p/>
        </p:txBody>
      </p:sp>
      <p:sp>
        <p:nvSpPr>
          <p:cNvPr id="201" name="Google Shape;201;p21"/>
          <p:cNvSpPr txBox="1"/>
          <p:nvPr>
            <p:ph idx="3" type="subTitle"/>
          </p:nvPr>
        </p:nvSpPr>
        <p:spPr>
          <a:xfrm>
            <a:off x="4762469" y="1827250"/>
            <a:ext cx="2600400" cy="5115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2" name="Google Shape;202;p21"/>
          <p:cNvSpPr txBox="1"/>
          <p:nvPr>
            <p:ph idx="4" type="subTitle"/>
          </p:nvPr>
        </p:nvSpPr>
        <p:spPr>
          <a:xfrm>
            <a:off x="4762469" y="2239325"/>
            <a:ext cx="2600400" cy="5733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200"/>
              <a:buNone/>
              <a:defRPr/>
            </a:lvl1pPr>
            <a:lvl2pPr lvl="1" algn="r">
              <a:lnSpc>
                <a:spcPct val="100000"/>
              </a:lnSpc>
              <a:spcBef>
                <a:spcPts val="0"/>
              </a:spcBef>
              <a:spcAft>
                <a:spcPts val="0"/>
              </a:spcAft>
              <a:buSzPts val="1200"/>
              <a:buNone/>
              <a:defRPr/>
            </a:lvl2pPr>
            <a:lvl3pPr lvl="2" algn="r">
              <a:lnSpc>
                <a:spcPct val="100000"/>
              </a:lnSpc>
              <a:spcBef>
                <a:spcPts val="0"/>
              </a:spcBef>
              <a:spcAft>
                <a:spcPts val="0"/>
              </a:spcAft>
              <a:buSzPts val="1200"/>
              <a:buNone/>
              <a:defRPr/>
            </a:lvl3pPr>
            <a:lvl4pPr lvl="3" algn="r">
              <a:lnSpc>
                <a:spcPct val="100000"/>
              </a:lnSpc>
              <a:spcBef>
                <a:spcPts val="0"/>
              </a:spcBef>
              <a:spcAft>
                <a:spcPts val="0"/>
              </a:spcAft>
              <a:buSzPts val="1200"/>
              <a:buNone/>
              <a:defRPr/>
            </a:lvl4pPr>
            <a:lvl5pPr lvl="4" algn="r">
              <a:lnSpc>
                <a:spcPct val="100000"/>
              </a:lnSpc>
              <a:spcBef>
                <a:spcPts val="0"/>
              </a:spcBef>
              <a:spcAft>
                <a:spcPts val="0"/>
              </a:spcAft>
              <a:buSzPts val="1200"/>
              <a:buNone/>
              <a:defRPr/>
            </a:lvl5pPr>
            <a:lvl6pPr lvl="5" algn="r">
              <a:lnSpc>
                <a:spcPct val="100000"/>
              </a:lnSpc>
              <a:spcBef>
                <a:spcPts val="0"/>
              </a:spcBef>
              <a:spcAft>
                <a:spcPts val="0"/>
              </a:spcAft>
              <a:buSzPts val="1200"/>
              <a:buNone/>
              <a:defRPr/>
            </a:lvl6pPr>
            <a:lvl7pPr lvl="6" algn="r">
              <a:lnSpc>
                <a:spcPct val="100000"/>
              </a:lnSpc>
              <a:spcBef>
                <a:spcPts val="0"/>
              </a:spcBef>
              <a:spcAft>
                <a:spcPts val="0"/>
              </a:spcAft>
              <a:buSzPts val="1200"/>
              <a:buNone/>
              <a:defRPr/>
            </a:lvl7pPr>
            <a:lvl8pPr lvl="7" algn="r">
              <a:lnSpc>
                <a:spcPct val="100000"/>
              </a:lnSpc>
              <a:spcBef>
                <a:spcPts val="0"/>
              </a:spcBef>
              <a:spcAft>
                <a:spcPts val="0"/>
              </a:spcAft>
              <a:buSzPts val="1200"/>
              <a:buNone/>
              <a:defRPr/>
            </a:lvl8pPr>
            <a:lvl9pPr lvl="8" algn="r">
              <a:lnSpc>
                <a:spcPct val="100000"/>
              </a:lnSpc>
              <a:spcBef>
                <a:spcPts val="0"/>
              </a:spcBef>
              <a:spcAft>
                <a:spcPts val="0"/>
              </a:spcAft>
              <a:buSzPts val="1200"/>
              <a:buNone/>
              <a:defRPr/>
            </a:lvl9pPr>
          </a:lstStyle>
          <a:p/>
        </p:txBody>
      </p:sp>
      <p:sp>
        <p:nvSpPr>
          <p:cNvPr id="203" name="Google Shape;203;p21"/>
          <p:cNvSpPr txBox="1"/>
          <p:nvPr>
            <p:ph idx="5" type="subTitle"/>
          </p:nvPr>
        </p:nvSpPr>
        <p:spPr>
          <a:xfrm>
            <a:off x="1781131" y="3349525"/>
            <a:ext cx="2595900" cy="511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4" name="Google Shape;204;p21"/>
          <p:cNvSpPr txBox="1"/>
          <p:nvPr>
            <p:ph idx="6" type="subTitle"/>
          </p:nvPr>
        </p:nvSpPr>
        <p:spPr>
          <a:xfrm>
            <a:off x="1781156" y="3761600"/>
            <a:ext cx="2595900" cy="57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l">
              <a:lnSpc>
                <a:spcPct val="100000"/>
              </a:lnSpc>
              <a:spcBef>
                <a:spcPts val="0"/>
              </a:spcBef>
              <a:spcAft>
                <a:spcPts val="0"/>
              </a:spcAft>
              <a:buSzPts val="1200"/>
              <a:buNone/>
              <a:defRPr/>
            </a:lvl2pPr>
            <a:lvl3pPr lvl="2" algn="l">
              <a:lnSpc>
                <a:spcPct val="100000"/>
              </a:lnSpc>
              <a:spcBef>
                <a:spcPts val="0"/>
              </a:spcBef>
              <a:spcAft>
                <a:spcPts val="0"/>
              </a:spcAft>
              <a:buSzPts val="1200"/>
              <a:buNone/>
              <a:defRPr/>
            </a:lvl3pPr>
            <a:lvl4pPr lvl="3" algn="l">
              <a:lnSpc>
                <a:spcPct val="100000"/>
              </a:lnSpc>
              <a:spcBef>
                <a:spcPts val="0"/>
              </a:spcBef>
              <a:spcAft>
                <a:spcPts val="0"/>
              </a:spcAft>
              <a:buSzPts val="1200"/>
              <a:buNone/>
              <a:defRPr/>
            </a:lvl4pPr>
            <a:lvl5pPr lvl="4" algn="l">
              <a:lnSpc>
                <a:spcPct val="100000"/>
              </a:lnSpc>
              <a:spcBef>
                <a:spcPts val="0"/>
              </a:spcBef>
              <a:spcAft>
                <a:spcPts val="0"/>
              </a:spcAft>
              <a:buSzPts val="1200"/>
              <a:buNone/>
              <a:defRPr/>
            </a:lvl5pPr>
            <a:lvl6pPr lvl="5" algn="l">
              <a:lnSpc>
                <a:spcPct val="100000"/>
              </a:lnSpc>
              <a:spcBef>
                <a:spcPts val="0"/>
              </a:spcBef>
              <a:spcAft>
                <a:spcPts val="0"/>
              </a:spcAft>
              <a:buSzPts val="1200"/>
              <a:buNone/>
              <a:defRPr/>
            </a:lvl6pPr>
            <a:lvl7pPr lvl="6" algn="l">
              <a:lnSpc>
                <a:spcPct val="100000"/>
              </a:lnSpc>
              <a:spcBef>
                <a:spcPts val="0"/>
              </a:spcBef>
              <a:spcAft>
                <a:spcPts val="0"/>
              </a:spcAft>
              <a:buSzPts val="1200"/>
              <a:buNone/>
              <a:defRPr/>
            </a:lvl7pPr>
            <a:lvl8pPr lvl="7" algn="l">
              <a:lnSpc>
                <a:spcPct val="100000"/>
              </a:lnSpc>
              <a:spcBef>
                <a:spcPts val="0"/>
              </a:spcBef>
              <a:spcAft>
                <a:spcPts val="0"/>
              </a:spcAft>
              <a:buSzPts val="1200"/>
              <a:buNone/>
              <a:defRPr/>
            </a:lvl8pPr>
            <a:lvl9pPr lvl="8" algn="l">
              <a:lnSpc>
                <a:spcPct val="100000"/>
              </a:lnSpc>
              <a:spcBef>
                <a:spcPts val="0"/>
              </a:spcBef>
              <a:spcAft>
                <a:spcPts val="0"/>
              </a:spcAft>
              <a:buSzPts val="1200"/>
              <a:buNone/>
              <a:defRPr/>
            </a:lvl9pPr>
          </a:lstStyle>
          <a:p/>
        </p:txBody>
      </p:sp>
      <p:sp>
        <p:nvSpPr>
          <p:cNvPr id="205" name="Google Shape;205;p21"/>
          <p:cNvSpPr txBox="1"/>
          <p:nvPr>
            <p:ph idx="7" type="subTitle"/>
          </p:nvPr>
        </p:nvSpPr>
        <p:spPr>
          <a:xfrm>
            <a:off x="4762469" y="3349525"/>
            <a:ext cx="2600400" cy="5115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6" name="Google Shape;206;p21"/>
          <p:cNvSpPr txBox="1"/>
          <p:nvPr>
            <p:ph idx="8" type="subTitle"/>
          </p:nvPr>
        </p:nvSpPr>
        <p:spPr>
          <a:xfrm>
            <a:off x="4762469" y="3761600"/>
            <a:ext cx="2600400" cy="5733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200"/>
              <a:buNone/>
              <a:defRPr/>
            </a:lvl1pPr>
            <a:lvl2pPr lvl="1" algn="r">
              <a:lnSpc>
                <a:spcPct val="100000"/>
              </a:lnSpc>
              <a:spcBef>
                <a:spcPts val="0"/>
              </a:spcBef>
              <a:spcAft>
                <a:spcPts val="0"/>
              </a:spcAft>
              <a:buSzPts val="1200"/>
              <a:buNone/>
              <a:defRPr/>
            </a:lvl2pPr>
            <a:lvl3pPr lvl="2" algn="r">
              <a:lnSpc>
                <a:spcPct val="100000"/>
              </a:lnSpc>
              <a:spcBef>
                <a:spcPts val="0"/>
              </a:spcBef>
              <a:spcAft>
                <a:spcPts val="0"/>
              </a:spcAft>
              <a:buSzPts val="1200"/>
              <a:buNone/>
              <a:defRPr/>
            </a:lvl3pPr>
            <a:lvl4pPr lvl="3" algn="r">
              <a:lnSpc>
                <a:spcPct val="100000"/>
              </a:lnSpc>
              <a:spcBef>
                <a:spcPts val="0"/>
              </a:spcBef>
              <a:spcAft>
                <a:spcPts val="0"/>
              </a:spcAft>
              <a:buSzPts val="1200"/>
              <a:buNone/>
              <a:defRPr/>
            </a:lvl4pPr>
            <a:lvl5pPr lvl="4" algn="r">
              <a:lnSpc>
                <a:spcPct val="100000"/>
              </a:lnSpc>
              <a:spcBef>
                <a:spcPts val="0"/>
              </a:spcBef>
              <a:spcAft>
                <a:spcPts val="0"/>
              </a:spcAft>
              <a:buSzPts val="1200"/>
              <a:buNone/>
              <a:defRPr/>
            </a:lvl5pPr>
            <a:lvl6pPr lvl="5" algn="r">
              <a:lnSpc>
                <a:spcPct val="100000"/>
              </a:lnSpc>
              <a:spcBef>
                <a:spcPts val="0"/>
              </a:spcBef>
              <a:spcAft>
                <a:spcPts val="0"/>
              </a:spcAft>
              <a:buSzPts val="1200"/>
              <a:buNone/>
              <a:defRPr/>
            </a:lvl6pPr>
            <a:lvl7pPr lvl="6" algn="r">
              <a:lnSpc>
                <a:spcPct val="100000"/>
              </a:lnSpc>
              <a:spcBef>
                <a:spcPts val="0"/>
              </a:spcBef>
              <a:spcAft>
                <a:spcPts val="0"/>
              </a:spcAft>
              <a:buSzPts val="1200"/>
              <a:buNone/>
              <a:defRPr/>
            </a:lvl7pPr>
            <a:lvl8pPr lvl="7" algn="r">
              <a:lnSpc>
                <a:spcPct val="100000"/>
              </a:lnSpc>
              <a:spcBef>
                <a:spcPts val="0"/>
              </a:spcBef>
              <a:spcAft>
                <a:spcPts val="0"/>
              </a:spcAft>
              <a:buSzPts val="1200"/>
              <a:buNone/>
              <a:defRPr/>
            </a:lvl8pPr>
            <a:lvl9pPr lvl="8" algn="r">
              <a:lnSpc>
                <a:spcPct val="100000"/>
              </a:lnSpc>
              <a:spcBef>
                <a:spcPts val="0"/>
              </a:spcBef>
              <a:spcAft>
                <a:spcPts val="0"/>
              </a:spcAft>
              <a:buSzPts val="1200"/>
              <a:buNone/>
              <a:defRPr/>
            </a:lvl9pPr>
          </a:lstStyle>
          <a:p/>
        </p:txBody>
      </p:sp>
      <p:sp>
        <p:nvSpPr>
          <p:cNvPr id="207" name="Google Shape;207;p21"/>
          <p:cNvSpPr/>
          <p:nvPr/>
        </p:nvSpPr>
        <p:spPr>
          <a:xfrm>
            <a:off x="0" y="75"/>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 name="Google Shape;208;p21"/>
          <p:cNvSpPr/>
          <p:nvPr/>
        </p:nvSpPr>
        <p:spPr>
          <a:xfrm>
            <a:off x="8852700" y="0"/>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9" name="Google Shape;209;p21"/>
          <p:cNvGrpSpPr/>
          <p:nvPr/>
        </p:nvGrpSpPr>
        <p:grpSpPr>
          <a:xfrm rot="5400000">
            <a:off x="-1674992" y="-1285259"/>
            <a:ext cx="3589973" cy="1044767"/>
            <a:chOff x="-2333670" y="-733424"/>
            <a:chExt cx="4762500" cy="1386000"/>
          </a:xfrm>
        </p:grpSpPr>
        <p:sp>
          <p:nvSpPr>
            <p:cNvPr id="210" name="Google Shape;210;p21"/>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 name="Google Shape;211;p21"/>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 name="Google Shape;212;p21"/>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 name="Google Shape;213;p21"/>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214" name="Shape 214"/>
        <p:cNvGrpSpPr/>
        <p:nvPr/>
      </p:nvGrpSpPr>
      <p:grpSpPr>
        <a:xfrm>
          <a:off x="0" y="0"/>
          <a:ext cx="0" cy="0"/>
          <a:chOff x="0" y="0"/>
          <a:chExt cx="0" cy="0"/>
        </a:xfrm>
      </p:grpSpPr>
      <p:grpSp>
        <p:nvGrpSpPr>
          <p:cNvPr id="215" name="Google Shape;215;p22"/>
          <p:cNvGrpSpPr/>
          <p:nvPr/>
        </p:nvGrpSpPr>
        <p:grpSpPr>
          <a:xfrm flipH="1" rot="10800000">
            <a:off x="-3022375" y="154316"/>
            <a:ext cx="3589973" cy="1044767"/>
            <a:chOff x="-2333670" y="-733424"/>
            <a:chExt cx="4762500" cy="1386000"/>
          </a:xfrm>
        </p:grpSpPr>
        <p:sp>
          <p:nvSpPr>
            <p:cNvPr id="216" name="Google Shape;216;p22"/>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22"/>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 name="Google Shape;218;p22"/>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 name="Google Shape;219;p22"/>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0" name="Google Shape;220;p22"/>
          <p:cNvSpPr/>
          <p:nvPr/>
        </p:nvSpPr>
        <p:spPr>
          <a:xfrm>
            <a:off x="8852700" y="0"/>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22"/>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222" name="Shape 222"/>
        <p:cNvGrpSpPr/>
        <p:nvPr/>
      </p:nvGrpSpPr>
      <p:grpSpPr>
        <a:xfrm>
          <a:off x="0" y="0"/>
          <a:ext cx="0" cy="0"/>
          <a:chOff x="0" y="0"/>
          <a:chExt cx="0" cy="0"/>
        </a:xfrm>
      </p:grpSpPr>
      <p:sp>
        <p:nvSpPr>
          <p:cNvPr id="223" name="Google Shape;223;p23"/>
          <p:cNvSpPr/>
          <p:nvPr/>
        </p:nvSpPr>
        <p:spPr>
          <a:xfrm>
            <a:off x="0" y="75"/>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23"/>
          <p:cNvSpPr/>
          <p:nvPr/>
        </p:nvSpPr>
        <p:spPr>
          <a:xfrm>
            <a:off x="8852700" y="0"/>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5" name="Google Shape;225;p23"/>
          <p:cNvGrpSpPr/>
          <p:nvPr/>
        </p:nvGrpSpPr>
        <p:grpSpPr>
          <a:xfrm rot="5400000">
            <a:off x="7203370" y="-1407709"/>
            <a:ext cx="3589973" cy="1044767"/>
            <a:chOff x="-2333670" y="-733424"/>
            <a:chExt cx="4762500" cy="1386000"/>
          </a:xfrm>
        </p:grpSpPr>
        <p:sp>
          <p:nvSpPr>
            <p:cNvPr id="226" name="Google Shape;226;p23"/>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 name="Google Shape;227;p23"/>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 name="Google Shape;228;p23"/>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 name="Google Shape;229;p23"/>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0" name="Google Shape;230;p23"/>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31" name="Shape 231"/>
        <p:cNvGrpSpPr/>
        <p:nvPr/>
      </p:nvGrpSpPr>
      <p:grpSpPr>
        <a:xfrm>
          <a:off x="0" y="0"/>
          <a:ext cx="0" cy="0"/>
          <a:chOff x="0" y="0"/>
          <a:chExt cx="0" cy="0"/>
        </a:xfrm>
      </p:grpSpPr>
      <p:sp>
        <p:nvSpPr>
          <p:cNvPr id="232" name="Google Shape;232;p24"/>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233" name="Google Shape;233;p24"/>
          <p:cNvSpPr txBox="1"/>
          <p:nvPr>
            <p:ph idx="1" type="subTitle"/>
          </p:nvPr>
        </p:nvSpPr>
        <p:spPr>
          <a:xfrm>
            <a:off x="715100" y="3063925"/>
            <a:ext cx="22737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34" name="Google Shape;234;p24"/>
          <p:cNvSpPr txBox="1"/>
          <p:nvPr>
            <p:ph idx="2" type="subTitle"/>
          </p:nvPr>
        </p:nvSpPr>
        <p:spPr>
          <a:xfrm>
            <a:off x="6155195" y="3063925"/>
            <a:ext cx="22737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35" name="Google Shape;235;p24"/>
          <p:cNvSpPr txBox="1"/>
          <p:nvPr>
            <p:ph idx="3" type="subTitle"/>
          </p:nvPr>
        </p:nvSpPr>
        <p:spPr>
          <a:xfrm>
            <a:off x="715100" y="3552200"/>
            <a:ext cx="2273700" cy="751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36" name="Google Shape;236;p24"/>
          <p:cNvSpPr txBox="1"/>
          <p:nvPr>
            <p:ph idx="4" type="subTitle"/>
          </p:nvPr>
        </p:nvSpPr>
        <p:spPr>
          <a:xfrm>
            <a:off x="6155195" y="3552200"/>
            <a:ext cx="2273700" cy="751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37" name="Google Shape;237;p24"/>
          <p:cNvSpPr txBox="1"/>
          <p:nvPr>
            <p:ph idx="5" type="subTitle"/>
          </p:nvPr>
        </p:nvSpPr>
        <p:spPr>
          <a:xfrm>
            <a:off x="3435149" y="3063925"/>
            <a:ext cx="22737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38" name="Google Shape;238;p24"/>
          <p:cNvSpPr txBox="1"/>
          <p:nvPr>
            <p:ph idx="6" type="subTitle"/>
          </p:nvPr>
        </p:nvSpPr>
        <p:spPr>
          <a:xfrm>
            <a:off x="3435151" y="3552200"/>
            <a:ext cx="2273700" cy="751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39" name="Google Shape;239;p24"/>
          <p:cNvSpPr/>
          <p:nvPr/>
        </p:nvSpPr>
        <p:spPr>
          <a:xfrm>
            <a:off x="0" y="75"/>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24"/>
          <p:cNvSpPr/>
          <p:nvPr/>
        </p:nvSpPr>
        <p:spPr>
          <a:xfrm>
            <a:off x="8852700" y="0"/>
            <a:ext cx="2913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1" name="Google Shape;241;p24"/>
          <p:cNvGrpSpPr/>
          <p:nvPr/>
        </p:nvGrpSpPr>
        <p:grpSpPr>
          <a:xfrm flipH="1" rot="10800000">
            <a:off x="-2917600" y="4516766"/>
            <a:ext cx="3589973" cy="1044767"/>
            <a:chOff x="-2333670" y="-733424"/>
            <a:chExt cx="4762500" cy="1386000"/>
          </a:xfrm>
        </p:grpSpPr>
        <p:sp>
          <p:nvSpPr>
            <p:cNvPr id="242" name="Google Shape;242;p24"/>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24"/>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24"/>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 name="Google Shape;245;p24"/>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 name="Google Shape;246;p24"/>
          <p:cNvGrpSpPr/>
          <p:nvPr/>
        </p:nvGrpSpPr>
        <p:grpSpPr>
          <a:xfrm rot="5400000">
            <a:off x="7203370" y="-1407709"/>
            <a:ext cx="3589973" cy="1044767"/>
            <a:chOff x="-2333670" y="-733424"/>
            <a:chExt cx="4762500" cy="1386000"/>
          </a:xfrm>
        </p:grpSpPr>
        <p:sp>
          <p:nvSpPr>
            <p:cNvPr id="247" name="Google Shape;247;p24"/>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 name="Google Shape;248;p24"/>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 name="Google Shape;249;p24"/>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 name="Google Shape;250;p24"/>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251" name="Shape 251"/>
        <p:cNvGrpSpPr/>
        <p:nvPr/>
      </p:nvGrpSpPr>
      <p:grpSpPr>
        <a:xfrm>
          <a:off x="0" y="0"/>
          <a:ext cx="0" cy="0"/>
          <a:chOff x="0" y="0"/>
          <a:chExt cx="0" cy="0"/>
        </a:xfrm>
      </p:grpSpPr>
      <p:sp>
        <p:nvSpPr>
          <p:cNvPr id="252" name="Google Shape;252;p25"/>
          <p:cNvSpPr txBox="1"/>
          <p:nvPr>
            <p:ph type="title"/>
          </p:nvPr>
        </p:nvSpPr>
        <p:spPr>
          <a:xfrm>
            <a:off x="720000" y="535000"/>
            <a:ext cx="7704000" cy="991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253" name="Google Shape;253;p25"/>
          <p:cNvSpPr/>
          <p:nvPr/>
        </p:nvSpPr>
        <p:spPr>
          <a:xfrm>
            <a:off x="0" y="75"/>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4" name="Google Shape;254;p25"/>
          <p:cNvGrpSpPr/>
          <p:nvPr/>
        </p:nvGrpSpPr>
        <p:grpSpPr>
          <a:xfrm rot="10800000">
            <a:off x="8576395" y="154391"/>
            <a:ext cx="3589973" cy="1044767"/>
            <a:chOff x="-2333670" y="-733424"/>
            <a:chExt cx="4762500" cy="1386000"/>
          </a:xfrm>
        </p:grpSpPr>
        <p:sp>
          <p:nvSpPr>
            <p:cNvPr id="255" name="Google Shape;255;p25"/>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25"/>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25"/>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 name="Google Shape;258;p25"/>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3_1_1_1">
    <p:spTree>
      <p:nvGrpSpPr>
        <p:cNvPr id="259" name="Shape 259"/>
        <p:cNvGrpSpPr/>
        <p:nvPr/>
      </p:nvGrpSpPr>
      <p:grpSpPr>
        <a:xfrm>
          <a:off x="0" y="0"/>
          <a:ext cx="0" cy="0"/>
          <a:chOff x="0" y="0"/>
          <a:chExt cx="0" cy="0"/>
        </a:xfrm>
      </p:grpSpPr>
      <p:grpSp>
        <p:nvGrpSpPr>
          <p:cNvPr id="260" name="Google Shape;260;p26"/>
          <p:cNvGrpSpPr/>
          <p:nvPr/>
        </p:nvGrpSpPr>
        <p:grpSpPr>
          <a:xfrm flipH="1" rot="-5400000">
            <a:off x="7396461" y="-1285259"/>
            <a:ext cx="3589973" cy="1044767"/>
            <a:chOff x="-2333670" y="-733424"/>
            <a:chExt cx="4762500" cy="1386000"/>
          </a:xfrm>
        </p:grpSpPr>
        <p:sp>
          <p:nvSpPr>
            <p:cNvPr id="261" name="Google Shape;261;p26"/>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 name="Google Shape;262;p26"/>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 name="Google Shape;263;p26"/>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26"/>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 name="Google Shape;265;p26"/>
          <p:cNvGrpSpPr/>
          <p:nvPr/>
        </p:nvGrpSpPr>
        <p:grpSpPr>
          <a:xfrm flipH="1" rot="10800000">
            <a:off x="-3012239" y="372341"/>
            <a:ext cx="3589973" cy="1044767"/>
            <a:chOff x="-2333670" y="-733424"/>
            <a:chExt cx="4762500" cy="1386000"/>
          </a:xfrm>
        </p:grpSpPr>
        <p:sp>
          <p:nvSpPr>
            <p:cNvPr id="266" name="Google Shape;266;p26"/>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 name="Google Shape;267;p26"/>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 name="Google Shape;268;p26"/>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 name="Google Shape;269;p26"/>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0" name="Google Shape;270;p26"/>
          <p:cNvSpPr/>
          <p:nvPr/>
        </p:nvSpPr>
        <p:spPr>
          <a:xfrm flipH="1" rot="-5400000">
            <a:off x="4431791" y="416400"/>
            <a:ext cx="291300" cy="91629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 name="Google Shape;271;p26"/>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2">
    <p:spTree>
      <p:nvGrpSpPr>
        <p:cNvPr id="272" name="Shape 272"/>
        <p:cNvGrpSpPr/>
        <p:nvPr/>
      </p:nvGrpSpPr>
      <p:grpSpPr>
        <a:xfrm>
          <a:off x="0" y="0"/>
          <a:ext cx="0" cy="0"/>
          <a:chOff x="0" y="0"/>
          <a:chExt cx="0" cy="0"/>
        </a:xfrm>
      </p:grpSpPr>
      <p:sp>
        <p:nvSpPr>
          <p:cNvPr id="273" name="Google Shape;273;p27"/>
          <p:cNvSpPr/>
          <p:nvPr/>
        </p:nvSpPr>
        <p:spPr>
          <a:xfrm>
            <a:off x="0" y="75"/>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 name="Google Shape;274;p27"/>
          <p:cNvSpPr/>
          <p:nvPr/>
        </p:nvSpPr>
        <p:spPr>
          <a:xfrm>
            <a:off x="8852700" y="0"/>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 name="Google Shape;275;p27"/>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276" name="Google Shape;276;p27"/>
          <p:cNvSpPr txBox="1"/>
          <p:nvPr>
            <p:ph idx="1" type="subTitle"/>
          </p:nvPr>
        </p:nvSpPr>
        <p:spPr>
          <a:xfrm>
            <a:off x="716338" y="2974938"/>
            <a:ext cx="17745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77" name="Google Shape;277;p27"/>
          <p:cNvSpPr txBox="1"/>
          <p:nvPr>
            <p:ph idx="2" type="subTitle"/>
          </p:nvPr>
        </p:nvSpPr>
        <p:spPr>
          <a:xfrm>
            <a:off x="716338" y="3415588"/>
            <a:ext cx="1774500" cy="705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l">
              <a:lnSpc>
                <a:spcPct val="100000"/>
              </a:lnSpc>
              <a:spcBef>
                <a:spcPts val="1600"/>
              </a:spcBef>
              <a:spcAft>
                <a:spcPts val="0"/>
              </a:spcAft>
              <a:buSzPts val="1200"/>
              <a:buNone/>
              <a:defRPr/>
            </a:lvl2pPr>
            <a:lvl3pPr lvl="2" algn="l">
              <a:lnSpc>
                <a:spcPct val="100000"/>
              </a:lnSpc>
              <a:spcBef>
                <a:spcPts val="0"/>
              </a:spcBef>
              <a:spcAft>
                <a:spcPts val="0"/>
              </a:spcAft>
              <a:buSzPts val="1200"/>
              <a:buNone/>
              <a:defRPr/>
            </a:lvl3pPr>
            <a:lvl4pPr lvl="3" algn="l">
              <a:lnSpc>
                <a:spcPct val="100000"/>
              </a:lnSpc>
              <a:spcBef>
                <a:spcPts val="0"/>
              </a:spcBef>
              <a:spcAft>
                <a:spcPts val="0"/>
              </a:spcAft>
              <a:buSzPts val="1200"/>
              <a:buNone/>
              <a:defRPr/>
            </a:lvl4pPr>
            <a:lvl5pPr lvl="4" algn="l">
              <a:lnSpc>
                <a:spcPct val="100000"/>
              </a:lnSpc>
              <a:spcBef>
                <a:spcPts val="0"/>
              </a:spcBef>
              <a:spcAft>
                <a:spcPts val="0"/>
              </a:spcAft>
              <a:buSzPts val="1200"/>
              <a:buNone/>
              <a:defRPr/>
            </a:lvl5pPr>
            <a:lvl6pPr lvl="5" algn="l">
              <a:lnSpc>
                <a:spcPct val="100000"/>
              </a:lnSpc>
              <a:spcBef>
                <a:spcPts val="0"/>
              </a:spcBef>
              <a:spcAft>
                <a:spcPts val="0"/>
              </a:spcAft>
              <a:buSzPts val="1200"/>
              <a:buNone/>
              <a:defRPr/>
            </a:lvl6pPr>
            <a:lvl7pPr lvl="6" algn="l">
              <a:lnSpc>
                <a:spcPct val="100000"/>
              </a:lnSpc>
              <a:spcBef>
                <a:spcPts val="0"/>
              </a:spcBef>
              <a:spcAft>
                <a:spcPts val="0"/>
              </a:spcAft>
              <a:buSzPts val="1200"/>
              <a:buNone/>
              <a:defRPr/>
            </a:lvl7pPr>
            <a:lvl8pPr lvl="7" algn="l">
              <a:lnSpc>
                <a:spcPct val="100000"/>
              </a:lnSpc>
              <a:spcBef>
                <a:spcPts val="0"/>
              </a:spcBef>
              <a:spcAft>
                <a:spcPts val="0"/>
              </a:spcAft>
              <a:buSzPts val="1200"/>
              <a:buNone/>
              <a:defRPr/>
            </a:lvl8pPr>
            <a:lvl9pPr lvl="8" algn="l">
              <a:lnSpc>
                <a:spcPct val="100000"/>
              </a:lnSpc>
              <a:spcBef>
                <a:spcPts val="0"/>
              </a:spcBef>
              <a:spcAft>
                <a:spcPts val="0"/>
              </a:spcAft>
              <a:buSzPts val="1200"/>
              <a:buNone/>
              <a:defRPr/>
            </a:lvl9pPr>
          </a:lstStyle>
          <a:p/>
        </p:txBody>
      </p:sp>
      <p:sp>
        <p:nvSpPr>
          <p:cNvPr id="278" name="Google Shape;278;p27"/>
          <p:cNvSpPr txBox="1"/>
          <p:nvPr>
            <p:ph idx="3" type="subTitle"/>
          </p:nvPr>
        </p:nvSpPr>
        <p:spPr>
          <a:xfrm>
            <a:off x="2743268" y="2974938"/>
            <a:ext cx="17013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79" name="Google Shape;279;p27"/>
          <p:cNvSpPr txBox="1"/>
          <p:nvPr>
            <p:ph idx="4" type="subTitle"/>
          </p:nvPr>
        </p:nvSpPr>
        <p:spPr>
          <a:xfrm>
            <a:off x="2743268" y="3415588"/>
            <a:ext cx="1701300" cy="705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r">
              <a:lnSpc>
                <a:spcPct val="100000"/>
              </a:lnSpc>
              <a:spcBef>
                <a:spcPts val="0"/>
              </a:spcBef>
              <a:spcAft>
                <a:spcPts val="0"/>
              </a:spcAft>
              <a:buSzPts val="1200"/>
              <a:buNone/>
              <a:defRPr/>
            </a:lvl2pPr>
            <a:lvl3pPr lvl="2" algn="r">
              <a:lnSpc>
                <a:spcPct val="100000"/>
              </a:lnSpc>
              <a:spcBef>
                <a:spcPts val="0"/>
              </a:spcBef>
              <a:spcAft>
                <a:spcPts val="0"/>
              </a:spcAft>
              <a:buSzPts val="1200"/>
              <a:buNone/>
              <a:defRPr/>
            </a:lvl3pPr>
            <a:lvl4pPr lvl="3" algn="r">
              <a:lnSpc>
                <a:spcPct val="100000"/>
              </a:lnSpc>
              <a:spcBef>
                <a:spcPts val="0"/>
              </a:spcBef>
              <a:spcAft>
                <a:spcPts val="0"/>
              </a:spcAft>
              <a:buSzPts val="1200"/>
              <a:buNone/>
              <a:defRPr/>
            </a:lvl4pPr>
            <a:lvl5pPr lvl="4" algn="r">
              <a:lnSpc>
                <a:spcPct val="100000"/>
              </a:lnSpc>
              <a:spcBef>
                <a:spcPts val="0"/>
              </a:spcBef>
              <a:spcAft>
                <a:spcPts val="0"/>
              </a:spcAft>
              <a:buSzPts val="1200"/>
              <a:buNone/>
              <a:defRPr/>
            </a:lvl5pPr>
            <a:lvl6pPr lvl="5" algn="r">
              <a:lnSpc>
                <a:spcPct val="100000"/>
              </a:lnSpc>
              <a:spcBef>
                <a:spcPts val="0"/>
              </a:spcBef>
              <a:spcAft>
                <a:spcPts val="0"/>
              </a:spcAft>
              <a:buSzPts val="1200"/>
              <a:buNone/>
              <a:defRPr/>
            </a:lvl6pPr>
            <a:lvl7pPr lvl="6" algn="r">
              <a:lnSpc>
                <a:spcPct val="100000"/>
              </a:lnSpc>
              <a:spcBef>
                <a:spcPts val="0"/>
              </a:spcBef>
              <a:spcAft>
                <a:spcPts val="0"/>
              </a:spcAft>
              <a:buSzPts val="1200"/>
              <a:buNone/>
              <a:defRPr/>
            </a:lvl7pPr>
            <a:lvl8pPr lvl="7" algn="r">
              <a:lnSpc>
                <a:spcPct val="100000"/>
              </a:lnSpc>
              <a:spcBef>
                <a:spcPts val="0"/>
              </a:spcBef>
              <a:spcAft>
                <a:spcPts val="0"/>
              </a:spcAft>
              <a:buSzPts val="1200"/>
              <a:buNone/>
              <a:defRPr/>
            </a:lvl8pPr>
            <a:lvl9pPr lvl="8" algn="r">
              <a:lnSpc>
                <a:spcPct val="100000"/>
              </a:lnSpc>
              <a:spcBef>
                <a:spcPts val="0"/>
              </a:spcBef>
              <a:spcAft>
                <a:spcPts val="0"/>
              </a:spcAft>
              <a:buSzPts val="1200"/>
              <a:buNone/>
              <a:defRPr/>
            </a:lvl9pPr>
          </a:lstStyle>
          <a:p/>
        </p:txBody>
      </p:sp>
      <p:sp>
        <p:nvSpPr>
          <p:cNvPr id="280" name="Google Shape;280;p27"/>
          <p:cNvSpPr txBox="1"/>
          <p:nvPr>
            <p:ph idx="5" type="subTitle"/>
          </p:nvPr>
        </p:nvSpPr>
        <p:spPr>
          <a:xfrm>
            <a:off x="4696997" y="2974938"/>
            <a:ext cx="17745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l">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81" name="Google Shape;281;p27"/>
          <p:cNvSpPr txBox="1"/>
          <p:nvPr>
            <p:ph idx="6" type="subTitle"/>
          </p:nvPr>
        </p:nvSpPr>
        <p:spPr>
          <a:xfrm>
            <a:off x="4696997" y="3415588"/>
            <a:ext cx="1774500" cy="705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l">
              <a:lnSpc>
                <a:spcPct val="100000"/>
              </a:lnSpc>
              <a:spcBef>
                <a:spcPts val="0"/>
              </a:spcBef>
              <a:spcAft>
                <a:spcPts val="0"/>
              </a:spcAft>
              <a:buSzPts val="1200"/>
              <a:buNone/>
              <a:defRPr/>
            </a:lvl2pPr>
            <a:lvl3pPr lvl="2" algn="l">
              <a:lnSpc>
                <a:spcPct val="100000"/>
              </a:lnSpc>
              <a:spcBef>
                <a:spcPts val="0"/>
              </a:spcBef>
              <a:spcAft>
                <a:spcPts val="0"/>
              </a:spcAft>
              <a:buSzPts val="1200"/>
              <a:buNone/>
              <a:defRPr/>
            </a:lvl3pPr>
            <a:lvl4pPr lvl="3" algn="l">
              <a:lnSpc>
                <a:spcPct val="100000"/>
              </a:lnSpc>
              <a:spcBef>
                <a:spcPts val="0"/>
              </a:spcBef>
              <a:spcAft>
                <a:spcPts val="0"/>
              </a:spcAft>
              <a:buSzPts val="1200"/>
              <a:buNone/>
              <a:defRPr/>
            </a:lvl4pPr>
            <a:lvl5pPr lvl="4" algn="l">
              <a:lnSpc>
                <a:spcPct val="100000"/>
              </a:lnSpc>
              <a:spcBef>
                <a:spcPts val="0"/>
              </a:spcBef>
              <a:spcAft>
                <a:spcPts val="0"/>
              </a:spcAft>
              <a:buSzPts val="1200"/>
              <a:buNone/>
              <a:defRPr/>
            </a:lvl5pPr>
            <a:lvl6pPr lvl="5" algn="l">
              <a:lnSpc>
                <a:spcPct val="100000"/>
              </a:lnSpc>
              <a:spcBef>
                <a:spcPts val="0"/>
              </a:spcBef>
              <a:spcAft>
                <a:spcPts val="0"/>
              </a:spcAft>
              <a:buSzPts val="1200"/>
              <a:buNone/>
              <a:defRPr/>
            </a:lvl6pPr>
            <a:lvl7pPr lvl="6" algn="l">
              <a:lnSpc>
                <a:spcPct val="100000"/>
              </a:lnSpc>
              <a:spcBef>
                <a:spcPts val="0"/>
              </a:spcBef>
              <a:spcAft>
                <a:spcPts val="0"/>
              </a:spcAft>
              <a:buSzPts val="1200"/>
              <a:buNone/>
              <a:defRPr/>
            </a:lvl7pPr>
            <a:lvl8pPr lvl="7" algn="l">
              <a:lnSpc>
                <a:spcPct val="100000"/>
              </a:lnSpc>
              <a:spcBef>
                <a:spcPts val="0"/>
              </a:spcBef>
              <a:spcAft>
                <a:spcPts val="0"/>
              </a:spcAft>
              <a:buSzPts val="1200"/>
              <a:buNone/>
              <a:defRPr/>
            </a:lvl8pPr>
            <a:lvl9pPr lvl="8" algn="l">
              <a:lnSpc>
                <a:spcPct val="100000"/>
              </a:lnSpc>
              <a:spcBef>
                <a:spcPts val="0"/>
              </a:spcBef>
              <a:spcAft>
                <a:spcPts val="0"/>
              </a:spcAft>
              <a:buSzPts val="1200"/>
              <a:buNone/>
              <a:defRPr/>
            </a:lvl9pPr>
          </a:lstStyle>
          <a:p/>
        </p:txBody>
      </p:sp>
      <p:sp>
        <p:nvSpPr>
          <p:cNvPr id="282" name="Google Shape;282;p27"/>
          <p:cNvSpPr txBox="1"/>
          <p:nvPr>
            <p:ph idx="7" type="subTitle"/>
          </p:nvPr>
        </p:nvSpPr>
        <p:spPr>
          <a:xfrm>
            <a:off x="6723926" y="2974938"/>
            <a:ext cx="17013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83" name="Google Shape;283;p27"/>
          <p:cNvSpPr txBox="1"/>
          <p:nvPr>
            <p:ph idx="8" type="subTitle"/>
          </p:nvPr>
        </p:nvSpPr>
        <p:spPr>
          <a:xfrm>
            <a:off x="6723926" y="3415588"/>
            <a:ext cx="1701300" cy="705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r">
              <a:lnSpc>
                <a:spcPct val="100000"/>
              </a:lnSpc>
              <a:spcBef>
                <a:spcPts val="0"/>
              </a:spcBef>
              <a:spcAft>
                <a:spcPts val="0"/>
              </a:spcAft>
              <a:buSzPts val="1200"/>
              <a:buNone/>
              <a:defRPr/>
            </a:lvl2pPr>
            <a:lvl3pPr lvl="2" algn="r">
              <a:lnSpc>
                <a:spcPct val="100000"/>
              </a:lnSpc>
              <a:spcBef>
                <a:spcPts val="0"/>
              </a:spcBef>
              <a:spcAft>
                <a:spcPts val="0"/>
              </a:spcAft>
              <a:buSzPts val="1200"/>
              <a:buNone/>
              <a:defRPr/>
            </a:lvl3pPr>
            <a:lvl4pPr lvl="3" algn="r">
              <a:lnSpc>
                <a:spcPct val="100000"/>
              </a:lnSpc>
              <a:spcBef>
                <a:spcPts val="0"/>
              </a:spcBef>
              <a:spcAft>
                <a:spcPts val="0"/>
              </a:spcAft>
              <a:buSzPts val="1200"/>
              <a:buNone/>
              <a:defRPr/>
            </a:lvl4pPr>
            <a:lvl5pPr lvl="4" algn="r">
              <a:lnSpc>
                <a:spcPct val="100000"/>
              </a:lnSpc>
              <a:spcBef>
                <a:spcPts val="0"/>
              </a:spcBef>
              <a:spcAft>
                <a:spcPts val="0"/>
              </a:spcAft>
              <a:buSzPts val="1200"/>
              <a:buNone/>
              <a:defRPr/>
            </a:lvl5pPr>
            <a:lvl6pPr lvl="5" algn="r">
              <a:lnSpc>
                <a:spcPct val="100000"/>
              </a:lnSpc>
              <a:spcBef>
                <a:spcPts val="0"/>
              </a:spcBef>
              <a:spcAft>
                <a:spcPts val="0"/>
              </a:spcAft>
              <a:buSzPts val="1200"/>
              <a:buNone/>
              <a:defRPr/>
            </a:lvl6pPr>
            <a:lvl7pPr lvl="6" algn="r">
              <a:lnSpc>
                <a:spcPct val="100000"/>
              </a:lnSpc>
              <a:spcBef>
                <a:spcPts val="0"/>
              </a:spcBef>
              <a:spcAft>
                <a:spcPts val="0"/>
              </a:spcAft>
              <a:buSzPts val="1200"/>
              <a:buNone/>
              <a:defRPr/>
            </a:lvl7pPr>
            <a:lvl8pPr lvl="7" algn="r">
              <a:lnSpc>
                <a:spcPct val="100000"/>
              </a:lnSpc>
              <a:spcBef>
                <a:spcPts val="0"/>
              </a:spcBef>
              <a:spcAft>
                <a:spcPts val="0"/>
              </a:spcAft>
              <a:buSzPts val="1200"/>
              <a:buNone/>
              <a:defRPr/>
            </a:lvl8pPr>
            <a:lvl9pPr lvl="8" algn="r">
              <a:lnSpc>
                <a:spcPct val="100000"/>
              </a:lnSpc>
              <a:spcBef>
                <a:spcPts val="0"/>
              </a:spcBef>
              <a:spcAft>
                <a:spcPts val="0"/>
              </a:spcAft>
              <a:buSzPts val="1200"/>
              <a:buNone/>
              <a:defRPr/>
            </a:lvl9pPr>
          </a:lstStyle>
          <a:p/>
        </p:txBody>
      </p:sp>
      <p:grpSp>
        <p:nvGrpSpPr>
          <p:cNvPr id="284" name="Google Shape;284;p27"/>
          <p:cNvGrpSpPr/>
          <p:nvPr/>
        </p:nvGrpSpPr>
        <p:grpSpPr>
          <a:xfrm rot="5400000">
            <a:off x="-1674992" y="-1285259"/>
            <a:ext cx="3589973" cy="1044767"/>
            <a:chOff x="-2333670" y="-733424"/>
            <a:chExt cx="4762500" cy="1386000"/>
          </a:xfrm>
        </p:grpSpPr>
        <p:sp>
          <p:nvSpPr>
            <p:cNvPr id="285" name="Google Shape;285;p27"/>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 name="Google Shape;286;p27"/>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 name="Google Shape;287;p27"/>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 name="Google Shape;288;p27"/>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9" name="Google Shape;289;p27"/>
          <p:cNvGrpSpPr/>
          <p:nvPr/>
        </p:nvGrpSpPr>
        <p:grpSpPr>
          <a:xfrm rot="10800000">
            <a:off x="8505108" y="372341"/>
            <a:ext cx="3589973" cy="1044767"/>
            <a:chOff x="-2333670" y="-733424"/>
            <a:chExt cx="4762500" cy="1386000"/>
          </a:xfrm>
        </p:grpSpPr>
        <p:sp>
          <p:nvSpPr>
            <p:cNvPr id="290" name="Google Shape;290;p27"/>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 name="Google Shape;291;p27"/>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 name="Google Shape;292;p27"/>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 name="Google Shape;293;p27"/>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94" name="Shape 294"/>
        <p:cNvGrpSpPr/>
        <p:nvPr/>
      </p:nvGrpSpPr>
      <p:grpSpPr>
        <a:xfrm>
          <a:off x="0" y="0"/>
          <a:ext cx="0" cy="0"/>
          <a:chOff x="0" y="0"/>
          <a:chExt cx="0" cy="0"/>
        </a:xfrm>
      </p:grpSpPr>
      <p:sp>
        <p:nvSpPr>
          <p:cNvPr id="295" name="Google Shape;295;p28"/>
          <p:cNvSpPr txBox="1"/>
          <p:nvPr>
            <p:ph type="title"/>
          </p:nvPr>
        </p:nvSpPr>
        <p:spPr>
          <a:xfrm>
            <a:off x="715100" y="1357950"/>
            <a:ext cx="7713900" cy="2580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6000"/>
              <a:buNone/>
              <a:defRPr sz="7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296" name="Google Shape;296;p28"/>
          <p:cNvSpPr/>
          <p:nvPr/>
        </p:nvSpPr>
        <p:spPr>
          <a:xfrm>
            <a:off x="0" y="75"/>
            <a:ext cx="7152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97" name="Google Shape;297;p28"/>
          <p:cNvGrpSpPr/>
          <p:nvPr/>
        </p:nvGrpSpPr>
        <p:grpSpPr>
          <a:xfrm flipH="1">
            <a:off x="98996" y="285560"/>
            <a:ext cx="517208" cy="531886"/>
            <a:chOff x="2080625" y="3637225"/>
            <a:chExt cx="358525" cy="368725"/>
          </a:xfrm>
        </p:grpSpPr>
        <p:sp>
          <p:nvSpPr>
            <p:cNvPr id="298" name="Google Shape;298;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 name="Google Shape;299;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 name="Google Shape;300;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 name="Google Shape;301;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2" name="Google Shape;302;p28"/>
          <p:cNvGrpSpPr/>
          <p:nvPr/>
        </p:nvGrpSpPr>
        <p:grpSpPr>
          <a:xfrm>
            <a:off x="98996" y="1093650"/>
            <a:ext cx="517208" cy="531886"/>
            <a:chOff x="2080625" y="3637225"/>
            <a:chExt cx="358525" cy="368725"/>
          </a:xfrm>
        </p:grpSpPr>
        <p:sp>
          <p:nvSpPr>
            <p:cNvPr id="303" name="Google Shape;303;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 name="Google Shape;304;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 name="Google Shape;305;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 name="Google Shape;306;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7" name="Google Shape;307;p28"/>
          <p:cNvGrpSpPr/>
          <p:nvPr/>
        </p:nvGrpSpPr>
        <p:grpSpPr>
          <a:xfrm flipH="1">
            <a:off x="98996" y="1901740"/>
            <a:ext cx="517208" cy="531886"/>
            <a:chOff x="2080625" y="3637225"/>
            <a:chExt cx="358525" cy="368725"/>
          </a:xfrm>
        </p:grpSpPr>
        <p:sp>
          <p:nvSpPr>
            <p:cNvPr id="308" name="Google Shape;308;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 name="Google Shape;309;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 name="Google Shape;311;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2" name="Google Shape;312;p28"/>
          <p:cNvGrpSpPr/>
          <p:nvPr/>
        </p:nvGrpSpPr>
        <p:grpSpPr>
          <a:xfrm>
            <a:off x="98996" y="2709830"/>
            <a:ext cx="517208" cy="531886"/>
            <a:chOff x="2080625" y="3637225"/>
            <a:chExt cx="358525" cy="368725"/>
          </a:xfrm>
        </p:grpSpPr>
        <p:sp>
          <p:nvSpPr>
            <p:cNvPr id="313" name="Google Shape;313;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 name="Google Shape;314;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 name="Google Shape;315;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 name="Google Shape;316;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7" name="Google Shape;317;p28"/>
          <p:cNvGrpSpPr/>
          <p:nvPr/>
        </p:nvGrpSpPr>
        <p:grpSpPr>
          <a:xfrm flipH="1">
            <a:off x="98996" y="3517920"/>
            <a:ext cx="517208" cy="531886"/>
            <a:chOff x="2080625" y="3637225"/>
            <a:chExt cx="358525" cy="368725"/>
          </a:xfrm>
        </p:grpSpPr>
        <p:sp>
          <p:nvSpPr>
            <p:cNvPr id="318" name="Google Shape;318;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 name="Google Shape;319;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 name="Google Shape;320;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 name="Google Shape;321;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2" name="Google Shape;322;p28"/>
          <p:cNvGrpSpPr/>
          <p:nvPr/>
        </p:nvGrpSpPr>
        <p:grpSpPr>
          <a:xfrm>
            <a:off x="98996" y="4326010"/>
            <a:ext cx="517208" cy="531886"/>
            <a:chOff x="2080625" y="3637225"/>
            <a:chExt cx="358525" cy="368725"/>
          </a:xfrm>
        </p:grpSpPr>
        <p:sp>
          <p:nvSpPr>
            <p:cNvPr id="323" name="Google Shape;323;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 name="Google Shape;324;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 name="Google Shape;325;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 name="Google Shape;326;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27" name="Google Shape;327;p28"/>
          <p:cNvSpPr/>
          <p:nvPr/>
        </p:nvSpPr>
        <p:spPr>
          <a:xfrm>
            <a:off x="8428800" y="0"/>
            <a:ext cx="7152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28" name="Google Shape;328;p28"/>
          <p:cNvGrpSpPr/>
          <p:nvPr/>
        </p:nvGrpSpPr>
        <p:grpSpPr>
          <a:xfrm flipH="1">
            <a:off x="8527796" y="285485"/>
            <a:ext cx="517208" cy="531886"/>
            <a:chOff x="2080625" y="3637225"/>
            <a:chExt cx="358525" cy="368725"/>
          </a:xfrm>
        </p:grpSpPr>
        <p:sp>
          <p:nvSpPr>
            <p:cNvPr id="329" name="Google Shape;329;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 name="Google Shape;330;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 name="Google Shape;331;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 name="Google Shape;332;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3" name="Google Shape;333;p28"/>
          <p:cNvGrpSpPr/>
          <p:nvPr/>
        </p:nvGrpSpPr>
        <p:grpSpPr>
          <a:xfrm>
            <a:off x="8527796" y="1093575"/>
            <a:ext cx="517208" cy="531886"/>
            <a:chOff x="2080625" y="3637225"/>
            <a:chExt cx="358525" cy="368725"/>
          </a:xfrm>
        </p:grpSpPr>
        <p:sp>
          <p:nvSpPr>
            <p:cNvPr id="334" name="Google Shape;334;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 name="Google Shape;335;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 name="Google Shape;336;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 name="Google Shape;337;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8" name="Google Shape;338;p28"/>
          <p:cNvGrpSpPr/>
          <p:nvPr/>
        </p:nvGrpSpPr>
        <p:grpSpPr>
          <a:xfrm flipH="1">
            <a:off x="8527796" y="1901665"/>
            <a:ext cx="517208" cy="531886"/>
            <a:chOff x="2080625" y="3637225"/>
            <a:chExt cx="358525" cy="368725"/>
          </a:xfrm>
        </p:grpSpPr>
        <p:sp>
          <p:nvSpPr>
            <p:cNvPr id="339" name="Google Shape;339;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 name="Google Shape;340;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 name="Google Shape;341;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 name="Google Shape;342;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3" name="Google Shape;343;p28"/>
          <p:cNvGrpSpPr/>
          <p:nvPr/>
        </p:nvGrpSpPr>
        <p:grpSpPr>
          <a:xfrm>
            <a:off x="8527796" y="2709755"/>
            <a:ext cx="517208" cy="531886"/>
            <a:chOff x="2080625" y="3637225"/>
            <a:chExt cx="358525" cy="368725"/>
          </a:xfrm>
        </p:grpSpPr>
        <p:sp>
          <p:nvSpPr>
            <p:cNvPr id="344" name="Google Shape;344;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 name="Google Shape;345;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 name="Google Shape;346;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 name="Google Shape;347;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8" name="Google Shape;348;p28"/>
          <p:cNvGrpSpPr/>
          <p:nvPr/>
        </p:nvGrpSpPr>
        <p:grpSpPr>
          <a:xfrm flipH="1">
            <a:off x="8527796" y="3517845"/>
            <a:ext cx="517208" cy="531886"/>
            <a:chOff x="2080625" y="3637225"/>
            <a:chExt cx="358525" cy="368725"/>
          </a:xfrm>
        </p:grpSpPr>
        <p:sp>
          <p:nvSpPr>
            <p:cNvPr id="349" name="Google Shape;349;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 name="Google Shape;350;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 name="Google Shape;351;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 name="Google Shape;352;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3" name="Google Shape;353;p28"/>
          <p:cNvGrpSpPr/>
          <p:nvPr/>
        </p:nvGrpSpPr>
        <p:grpSpPr>
          <a:xfrm>
            <a:off x="8527796" y="4325935"/>
            <a:ext cx="517208" cy="531886"/>
            <a:chOff x="2080625" y="3637225"/>
            <a:chExt cx="358525" cy="368725"/>
          </a:xfrm>
        </p:grpSpPr>
        <p:sp>
          <p:nvSpPr>
            <p:cNvPr id="354" name="Google Shape;354;p2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 name="Google Shape;355;p2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 name="Google Shape;356;p2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 name="Google Shape;357;p2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8" name="Google Shape;358;p28"/>
          <p:cNvGrpSpPr/>
          <p:nvPr/>
        </p:nvGrpSpPr>
        <p:grpSpPr>
          <a:xfrm flipH="1">
            <a:off x="2777014" y="4617541"/>
            <a:ext cx="3589973" cy="1044767"/>
            <a:chOff x="-2333670" y="-733424"/>
            <a:chExt cx="4762500" cy="1386000"/>
          </a:xfrm>
        </p:grpSpPr>
        <p:sp>
          <p:nvSpPr>
            <p:cNvPr id="359" name="Google Shape;359;p28"/>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 name="Google Shape;360;p28"/>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 name="Google Shape;361;p28"/>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 name="Google Shape;362;p28"/>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3_1_1_1_1">
    <p:spTree>
      <p:nvGrpSpPr>
        <p:cNvPr id="363" name="Shape 363"/>
        <p:cNvGrpSpPr/>
        <p:nvPr/>
      </p:nvGrpSpPr>
      <p:grpSpPr>
        <a:xfrm>
          <a:off x="0" y="0"/>
          <a:ext cx="0" cy="0"/>
          <a:chOff x="0" y="0"/>
          <a:chExt cx="0" cy="0"/>
        </a:xfrm>
      </p:grpSpPr>
      <p:grpSp>
        <p:nvGrpSpPr>
          <p:cNvPr id="364" name="Google Shape;364;p29"/>
          <p:cNvGrpSpPr/>
          <p:nvPr/>
        </p:nvGrpSpPr>
        <p:grpSpPr>
          <a:xfrm flipH="1" rot="-5400000">
            <a:off x="7396461" y="-1285259"/>
            <a:ext cx="3589973" cy="1044767"/>
            <a:chOff x="-2333670" y="-733424"/>
            <a:chExt cx="4762500" cy="1386000"/>
          </a:xfrm>
        </p:grpSpPr>
        <p:sp>
          <p:nvSpPr>
            <p:cNvPr id="365" name="Google Shape;365;p29"/>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 name="Google Shape;366;p29"/>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 name="Google Shape;367;p29"/>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 name="Google Shape;368;p29"/>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9" name="Google Shape;369;p29"/>
          <p:cNvGrpSpPr/>
          <p:nvPr/>
        </p:nvGrpSpPr>
        <p:grpSpPr>
          <a:xfrm flipH="1" rot="10800000">
            <a:off x="-3012239" y="372341"/>
            <a:ext cx="3589973" cy="1044767"/>
            <a:chOff x="-2333670" y="-733424"/>
            <a:chExt cx="4762500" cy="1386000"/>
          </a:xfrm>
        </p:grpSpPr>
        <p:sp>
          <p:nvSpPr>
            <p:cNvPr id="370" name="Google Shape;370;p29"/>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 name="Google Shape;371;p29"/>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 name="Google Shape;372;p29"/>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 name="Google Shape;373;p29"/>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74" name="Google Shape;374;p29"/>
          <p:cNvSpPr/>
          <p:nvPr/>
        </p:nvSpPr>
        <p:spPr>
          <a:xfrm flipH="1" rot="-5400000">
            <a:off x="4431791" y="416400"/>
            <a:ext cx="291300" cy="91629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 name="Google Shape;375;p29"/>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
    <p:spTree>
      <p:nvGrpSpPr>
        <p:cNvPr id="376" name="Shape 376"/>
        <p:cNvGrpSpPr/>
        <p:nvPr/>
      </p:nvGrpSpPr>
      <p:grpSpPr>
        <a:xfrm>
          <a:off x="0" y="0"/>
          <a:ext cx="0" cy="0"/>
          <a:chOff x="0" y="0"/>
          <a:chExt cx="0" cy="0"/>
        </a:xfrm>
      </p:grpSpPr>
      <p:sp>
        <p:nvSpPr>
          <p:cNvPr id="377" name="Google Shape;377;p30"/>
          <p:cNvSpPr/>
          <p:nvPr/>
        </p:nvSpPr>
        <p:spPr>
          <a:xfrm>
            <a:off x="8852700" y="0"/>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78" name="Google Shape;378;p30"/>
          <p:cNvGrpSpPr/>
          <p:nvPr/>
        </p:nvGrpSpPr>
        <p:grpSpPr>
          <a:xfrm rot="-5400000">
            <a:off x="6471429" y="-957899"/>
            <a:ext cx="4762500" cy="1386000"/>
            <a:chOff x="-2333670" y="-733424"/>
            <a:chExt cx="4762500" cy="1386000"/>
          </a:xfrm>
        </p:grpSpPr>
        <p:sp>
          <p:nvSpPr>
            <p:cNvPr id="379" name="Google Shape;379;p30"/>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30"/>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 name="Google Shape;381;p30"/>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30"/>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83" name="Google Shape;383;p30"/>
          <p:cNvSpPr txBox="1"/>
          <p:nvPr>
            <p:ph type="title"/>
          </p:nvPr>
        </p:nvSpPr>
        <p:spPr>
          <a:xfrm flipH="1">
            <a:off x="4104475" y="2587625"/>
            <a:ext cx="3909300" cy="1426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600"/>
              <a:buNone/>
              <a:defRPr sz="4400">
                <a:latin typeface="Raleway SemiBold"/>
                <a:ea typeface="Raleway SemiBold"/>
                <a:cs typeface="Raleway SemiBold"/>
                <a:sym typeface="Raleway SemiBold"/>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384" name="Google Shape;384;p30"/>
          <p:cNvSpPr txBox="1"/>
          <p:nvPr>
            <p:ph idx="2" type="title"/>
          </p:nvPr>
        </p:nvSpPr>
        <p:spPr>
          <a:xfrm flipH="1">
            <a:off x="5023675" y="1013256"/>
            <a:ext cx="2070900" cy="1103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100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385" name="Google Shape;385;p30"/>
          <p:cNvSpPr txBox="1"/>
          <p:nvPr>
            <p:ph idx="1" type="subTitle"/>
          </p:nvPr>
        </p:nvSpPr>
        <p:spPr>
          <a:xfrm flipH="1">
            <a:off x="4104475" y="4044894"/>
            <a:ext cx="3909300" cy="430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4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386" name="Shape 386"/>
        <p:cNvGrpSpPr/>
        <p:nvPr/>
      </p:nvGrpSpPr>
      <p:grpSpPr>
        <a:xfrm>
          <a:off x="0" y="0"/>
          <a:ext cx="0" cy="0"/>
          <a:chOff x="0" y="0"/>
          <a:chExt cx="0" cy="0"/>
        </a:xfrm>
      </p:grpSpPr>
      <p:sp>
        <p:nvSpPr>
          <p:cNvPr id="387" name="Google Shape;387;p31"/>
          <p:cNvSpPr txBox="1"/>
          <p:nvPr>
            <p:ph idx="1" type="subTitle"/>
          </p:nvPr>
        </p:nvSpPr>
        <p:spPr>
          <a:xfrm>
            <a:off x="793136" y="2310785"/>
            <a:ext cx="2082600" cy="48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88" name="Google Shape;388;p31"/>
          <p:cNvSpPr txBox="1"/>
          <p:nvPr>
            <p:ph idx="2" type="subTitle"/>
          </p:nvPr>
        </p:nvSpPr>
        <p:spPr>
          <a:xfrm>
            <a:off x="3530700" y="2310785"/>
            <a:ext cx="2082600" cy="48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89" name="Google Shape;389;p31"/>
          <p:cNvSpPr txBox="1"/>
          <p:nvPr>
            <p:ph idx="3" type="subTitle"/>
          </p:nvPr>
        </p:nvSpPr>
        <p:spPr>
          <a:xfrm>
            <a:off x="6268264" y="2310785"/>
            <a:ext cx="2082600" cy="48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90" name="Google Shape;390;p31"/>
          <p:cNvSpPr txBox="1"/>
          <p:nvPr>
            <p:ph idx="4" type="subTitle"/>
          </p:nvPr>
        </p:nvSpPr>
        <p:spPr>
          <a:xfrm>
            <a:off x="795320" y="4123700"/>
            <a:ext cx="2082600" cy="48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91" name="Google Shape;391;p31"/>
          <p:cNvSpPr txBox="1"/>
          <p:nvPr>
            <p:ph idx="5" type="subTitle"/>
          </p:nvPr>
        </p:nvSpPr>
        <p:spPr>
          <a:xfrm>
            <a:off x="3530700" y="4123700"/>
            <a:ext cx="2082600" cy="48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92" name="Google Shape;392;p31"/>
          <p:cNvSpPr txBox="1"/>
          <p:nvPr>
            <p:ph idx="6" type="subTitle"/>
          </p:nvPr>
        </p:nvSpPr>
        <p:spPr>
          <a:xfrm>
            <a:off x="6266080" y="4123700"/>
            <a:ext cx="2082600" cy="48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93" name="Google Shape;393;p31"/>
          <p:cNvSpPr txBox="1"/>
          <p:nvPr>
            <p:ph idx="7" type="subTitle"/>
          </p:nvPr>
        </p:nvSpPr>
        <p:spPr>
          <a:xfrm>
            <a:off x="793136" y="1927359"/>
            <a:ext cx="2082600" cy="484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4" name="Google Shape;394;p31"/>
          <p:cNvSpPr txBox="1"/>
          <p:nvPr>
            <p:ph idx="8" type="subTitle"/>
          </p:nvPr>
        </p:nvSpPr>
        <p:spPr>
          <a:xfrm>
            <a:off x="3530700" y="1927359"/>
            <a:ext cx="2082600" cy="484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5" name="Google Shape;395;p31"/>
          <p:cNvSpPr txBox="1"/>
          <p:nvPr>
            <p:ph idx="9" type="subTitle"/>
          </p:nvPr>
        </p:nvSpPr>
        <p:spPr>
          <a:xfrm>
            <a:off x="6268264" y="1927359"/>
            <a:ext cx="2082600" cy="484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6" name="Google Shape;396;p31"/>
          <p:cNvSpPr txBox="1"/>
          <p:nvPr>
            <p:ph idx="13" type="subTitle"/>
          </p:nvPr>
        </p:nvSpPr>
        <p:spPr>
          <a:xfrm>
            <a:off x="790952" y="3735656"/>
            <a:ext cx="2082600" cy="484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7" name="Google Shape;397;p31"/>
          <p:cNvSpPr txBox="1"/>
          <p:nvPr>
            <p:ph idx="14" type="subTitle"/>
          </p:nvPr>
        </p:nvSpPr>
        <p:spPr>
          <a:xfrm>
            <a:off x="3530700" y="3735656"/>
            <a:ext cx="2082600" cy="484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8" name="Google Shape;398;p31"/>
          <p:cNvSpPr txBox="1"/>
          <p:nvPr>
            <p:ph idx="15" type="subTitle"/>
          </p:nvPr>
        </p:nvSpPr>
        <p:spPr>
          <a:xfrm>
            <a:off x="6270448" y="3735656"/>
            <a:ext cx="2082600" cy="4848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9" name="Google Shape;399;p31"/>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400" name="Google Shape;400;p31"/>
          <p:cNvSpPr/>
          <p:nvPr/>
        </p:nvSpPr>
        <p:spPr>
          <a:xfrm>
            <a:off x="0" y="75"/>
            <a:ext cx="2913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31"/>
          <p:cNvSpPr/>
          <p:nvPr/>
        </p:nvSpPr>
        <p:spPr>
          <a:xfrm>
            <a:off x="8852700" y="0"/>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2" name="Google Shape;402;p31"/>
          <p:cNvGrpSpPr/>
          <p:nvPr/>
        </p:nvGrpSpPr>
        <p:grpSpPr>
          <a:xfrm rot="5400000">
            <a:off x="-1674992" y="-1285259"/>
            <a:ext cx="3589973" cy="1044767"/>
            <a:chOff x="-2333670" y="-733424"/>
            <a:chExt cx="4762500" cy="1386000"/>
          </a:xfrm>
        </p:grpSpPr>
        <p:sp>
          <p:nvSpPr>
            <p:cNvPr id="403" name="Google Shape;403;p31"/>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31"/>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31"/>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 name="Google Shape;406;p31"/>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7" name="Google Shape;407;p31"/>
          <p:cNvGrpSpPr/>
          <p:nvPr/>
        </p:nvGrpSpPr>
        <p:grpSpPr>
          <a:xfrm rot="10800000">
            <a:off x="8505108" y="372341"/>
            <a:ext cx="3589973" cy="1044767"/>
            <a:chOff x="-2333670" y="-733424"/>
            <a:chExt cx="4762500" cy="1386000"/>
          </a:xfrm>
        </p:grpSpPr>
        <p:sp>
          <p:nvSpPr>
            <p:cNvPr id="408" name="Google Shape;408;p31"/>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 name="Google Shape;409;p31"/>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 name="Google Shape;410;p31"/>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 name="Google Shape;411;p31"/>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2" name="Shape 412"/>
        <p:cNvGrpSpPr/>
        <p:nvPr/>
      </p:nvGrpSpPr>
      <p:grpSpPr>
        <a:xfrm>
          <a:off x="0" y="0"/>
          <a:ext cx="0" cy="0"/>
          <a:chOff x="0" y="0"/>
          <a:chExt cx="0" cy="0"/>
        </a:xfrm>
      </p:grpSpPr>
      <p:sp>
        <p:nvSpPr>
          <p:cNvPr id="413" name="Google Shape;413;p32"/>
          <p:cNvSpPr/>
          <p:nvPr>
            <p:ph idx="2" type="pic"/>
          </p:nvPr>
        </p:nvSpPr>
        <p:spPr>
          <a:xfrm>
            <a:off x="0" y="-9600"/>
            <a:ext cx="9144000" cy="5162700"/>
          </a:xfrm>
          <a:prstGeom prst="rect">
            <a:avLst/>
          </a:prstGeom>
          <a:noFill/>
          <a:ln>
            <a:noFill/>
          </a:ln>
        </p:spPr>
      </p:sp>
      <p:sp>
        <p:nvSpPr>
          <p:cNvPr id="414" name="Google Shape;414;p32"/>
          <p:cNvSpPr txBox="1"/>
          <p:nvPr>
            <p:ph type="title"/>
          </p:nvPr>
        </p:nvSpPr>
        <p:spPr>
          <a:xfrm>
            <a:off x="2287350" y="3663225"/>
            <a:ext cx="4569300" cy="960300"/>
          </a:xfrm>
          <a:prstGeom prst="rect">
            <a:avLst/>
          </a:prstGeom>
          <a:solidFill>
            <a:schemeClr val="lt1"/>
          </a:solid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15" name="Shape 415"/>
        <p:cNvGrpSpPr/>
        <p:nvPr/>
      </p:nvGrpSpPr>
      <p:grpSpPr>
        <a:xfrm>
          <a:off x="0" y="0"/>
          <a:ext cx="0" cy="0"/>
          <a:chOff x="0" y="0"/>
          <a:chExt cx="0" cy="0"/>
        </a:xfrm>
      </p:grpSpPr>
      <p:sp>
        <p:nvSpPr>
          <p:cNvPr id="416" name="Google Shape;416;p33"/>
          <p:cNvSpPr txBox="1"/>
          <p:nvPr>
            <p:ph type="title"/>
          </p:nvPr>
        </p:nvSpPr>
        <p:spPr>
          <a:xfrm>
            <a:off x="898912" y="1110450"/>
            <a:ext cx="3194700" cy="2112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417" name="Google Shape;417;p33"/>
          <p:cNvSpPr txBox="1"/>
          <p:nvPr>
            <p:ph idx="1" type="subTitle"/>
          </p:nvPr>
        </p:nvSpPr>
        <p:spPr>
          <a:xfrm>
            <a:off x="1139362" y="3218250"/>
            <a:ext cx="2713800" cy="81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4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18" name="Google Shape;418;p33"/>
          <p:cNvSpPr/>
          <p:nvPr>
            <p:ph idx="2" type="pic"/>
          </p:nvPr>
        </p:nvSpPr>
        <p:spPr>
          <a:xfrm>
            <a:off x="4695700" y="742950"/>
            <a:ext cx="3733200" cy="3657600"/>
          </a:xfrm>
          <a:prstGeom prst="roundRect">
            <a:avLst>
              <a:gd fmla="val 16667" name="adj"/>
            </a:avLst>
          </a:prstGeom>
          <a:noFill/>
          <a:ln>
            <a:noFill/>
          </a:ln>
        </p:spPr>
      </p:sp>
      <p:sp>
        <p:nvSpPr>
          <p:cNvPr id="419" name="Google Shape;419;p33"/>
          <p:cNvSpPr/>
          <p:nvPr/>
        </p:nvSpPr>
        <p:spPr>
          <a:xfrm>
            <a:off x="0" y="75"/>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 name="Google Shape;420;p33"/>
          <p:cNvSpPr/>
          <p:nvPr/>
        </p:nvSpPr>
        <p:spPr>
          <a:xfrm>
            <a:off x="8852700" y="0"/>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21" name="Google Shape;421;p33"/>
          <p:cNvGrpSpPr/>
          <p:nvPr/>
        </p:nvGrpSpPr>
        <p:grpSpPr>
          <a:xfrm flipH="1" rot="10800000">
            <a:off x="-2869975" y="154316"/>
            <a:ext cx="3589973" cy="1044767"/>
            <a:chOff x="-2333670" y="-733424"/>
            <a:chExt cx="4762500" cy="1386000"/>
          </a:xfrm>
        </p:grpSpPr>
        <p:sp>
          <p:nvSpPr>
            <p:cNvPr id="422" name="Google Shape;422;p33"/>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 name="Google Shape;423;p33"/>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 name="Google Shape;424;p33"/>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33"/>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6" name="Google Shape;426;p33"/>
          <p:cNvGrpSpPr/>
          <p:nvPr/>
        </p:nvGrpSpPr>
        <p:grpSpPr>
          <a:xfrm flipH="1" rot="10800000">
            <a:off x="2777014" y="4684691"/>
            <a:ext cx="3589973" cy="1044767"/>
            <a:chOff x="-2333670" y="-733424"/>
            <a:chExt cx="4762500" cy="1386000"/>
          </a:xfrm>
        </p:grpSpPr>
        <p:sp>
          <p:nvSpPr>
            <p:cNvPr id="427" name="Google Shape;427;p33"/>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 name="Google Shape;428;p33"/>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 name="Google Shape;429;p33"/>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 name="Google Shape;430;p33"/>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31" name="Shape 431"/>
        <p:cNvGrpSpPr/>
        <p:nvPr/>
      </p:nvGrpSpPr>
      <p:grpSpPr>
        <a:xfrm>
          <a:off x="0" y="0"/>
          <a:ext cx="0" cy="0"/>
          <a:chOff x="0" y="0"/>
          <a:chExt cx="0" cy="0"/>
        </a:xfrm>
      </p:grpSpPr>
      <p:sp>
        <p:nvSpPr>
          <p:cNvPr id="432" name="Google Shape;432;p34"/>
          <p:cNvSpPr txBox="1"/>
          <p:nvPr>
            <p:ph idx="1" type="subTitle"/>
          </p:nvPr>
        </p:nvSpPr>
        <p:spPr>
          <a:xfrm>
            <a:off x="986050" y="2248675"/>
            <a:ext cx="32430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3" name="Google Shape;433;p34"/>
          <p:cNvSpPr txBox="1"/>
          <p:nvPr>
            <p:ph idx="2" type="subTitle"/>
          </p:nvPr>
        </p:nvSpPr>
        <p:spPr>
          <a:xfrm>
            <a:off x="4914950" y="2248675"/>
            <a:ext cx="32430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4" name="Google Shape;434;p34"/>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435" name="Google Shape;435;p34"/>
          <p:cNvSpPr txBox="1"/>
          <p:nvPr>
            <p:ph idx="3" type="body"/>
          </p:nvPr>
        </p:nvSpPr>
        <p:spPr>
          <a:xfrm>
            <a:off x="986197" y="2760175"/>
            <a:ext cx="3242700" cy="1849800"/>
          </a:xfrm>
          <a:prstGeom prst="rect">
            <a:avLst/>
          </a:prstGeom>
          <a:noFill/>
          <a:ln>
            <a:noFill/>
          </a:ln>
        </p:spPr>
        <p:txBody>
          <a:bodyPr anchorCtr="0" anchor="t" bIns="91425" lIns="91425" spcFirstLastPara="1" rIns="91425" wrap="square" tIns="91425">
            <a:noAutofit/>
          </a:bodyPr>
          <a:lstStyle>
            <a:lvl1pPr indent="-317500" lvl="0" marL="457200" algn="l">
              <a:lnSpc>
                <a:spcPct val="115000"/>
              </a:lnSpc>
              <a:spcBef>
                <a:spcPts val="0"/>
              </a:spcBef>
              <a:spcAft>
                <a:spcPts val="0"/>
              </a:spcAft>
              <a:buClr>
                <a:schemeClr val="lt2"/>
              </a:buClr>
              <a:buSzPts val="1400"/>
              <a:buChar char="●"/>
              <a:defRPr/>
            </a:lvl1pPr>
            <a:lvl2pPr indent="-304800" lvl="1" marL="914400" algn="l">
              <a:lnSpc>
                <a:spcPct val="115000"/>
              </a:lnSpc>
              <a:spcBef>
                <a:spcPts val="0"/>
              </a:spcBef>
              <a:spcAft>
                <a:spcPts val="0"/>
              </a:spcAft>
              <a:buSzPts val="1200"/>
              <a:buChar char="○"/>
              <a:defRPr/>
            </a:lvl2pPr>
            <a:lvl3pPr indent="-304800" lvl="2" marL="1371600" algn="l">
              <a:lnSpc>
                <a:spcPct val="115000"/>
              </a:lnSpc>
              <a:spcBef>
                <a:spcPts val="0"/>
              </a:spcBef>
              <a:spcAft>
                <a:spcPts val="0"/>
              </a:spcAft>
              <a:buSzPts val="1200"/>
              <a:buChar char="■"/>
              <a:defRPr/>
            </a:lvl3pPr>
            <a:lvl4pPr indent="-304800" lvl="3" marL="1828800" algn="l">
              <a:lnSpc>
                <a:spcPct val="115000"/>
              </a:lnSpc>
              <a:spcBef>
                <a:spcPts val="0"/>
              </a:spcBef>
              <a:spcAft>
                <a:spcPts val="0"/>
              </a:spcAft>
              <a:buSzPts val="1200"/>
              <a:buChar char="●"/>
              <a:defRPr/>
            </a:lvl4pPr>
            <a:lvl5pPr indent="-304800" lvl="4" marL="2286000" algn="l">
              <a:lnSpc>
                <a:spcPct val="115000"/>
              </a:lnSpc>
              <a:spcBef>
                <a:spcPts val="0"/>
              </a:spcBef>
              <a:spcAft>
                <a:spcPts val="0"/>
              </a:spcAft>
              <a:buSzPts val="1200"/>
              <a:buChar char="○"/>
              <a:defRPr/>
            </a:lvl5pPr>
            <a:lvl6pPr indent="-304800" lvl="5" marL="2743200" algn="l">
              <a:lnSpc>
                <a:spcPct val="115000"/>
              </a:lnSpc>
              <a:spcBef>
                <a:spcPts val="0"/>
              </a:spcBef>
              <a:spcAft>
                <a:spcPts val="0"/>
              </a:spcAft>
              <a:buSzPts val="1200"/>
              <a:buChar char="■"/>
              <a:defRPr/>
            </a:lvl6pPr>
            <a:lvl7pPr indent="-304800" lvl="6" marL="3200400" algn="l">
              <a:lnSpc>
                <a:spcPct val="115000"/>
              </a:lnSpc>
              <a:spcBef>
                <a:spcPts val="0"/>
              </a:spcBef>
              <a:spcAft>
                <a:spcPts val="0"/>
              </a:spcAft>
              <a:buSzPts val="1200"/>
              <a:buChar char="●"/>
              <a:defRPr/>
            </a:lvl7pPr>
            <a:lvl8pPr indent="-304800" lvl="7" marL="3657600" algn="l">
              <a:lnSpc>
                <a:spcPct val="115000"/>
              </a:lnSpc>
              <a:spcBef>
                <a:spcPts val="0"/>
              </a:spcBef>
              <a:spcAft>
                <a:spcPts val="0"/>
              </a:spcAft>
              <a:buSzPts val="1200"/>
              <a:buChar char="○"/>
              <a:defRPr/>
            </a:lvl8pPr>
            <a:lvl9pPr indent="-304800" lvl="8" marL="4114800" algn="l">
              <a:lnSpc>
                <a:spcPct val="115000"/>
              </a:lnSpc>
              <a:spcBef>
                <a:spcPts val="0"/>
              </a:spcBef>
              <a:spcAft>
                <a:spcPts val="0"/>
              </a:spcAft>
              <a:buSzPts val="1200"/>
              <a:buChar char="■"/>
              <a:defRPr/>
            </a:lvl9pPr>
          </a:lstStyle>
          <a:p/>
        </p:txBody>
      </p:sp>
      <p:sp>
        <p:nvSpPr>
          <p:cNvPr id="436" name="Google Shape;436;p34"/>
          <p:cNvSpPr txBox="1"/>
          <p:nvPr>
            <p:ph idx="4" type="body"/>
          </p:nvPr>
        </p:nvSpPr>
        <p:spPr>
          <a:xfrm>
            <a:off x="4915244" y="2760175"/>
            <a:ext cx="3242400" cy="1849800"/>
          </a:xfrm>
          <a:prstGeom prst="rect">
            <a:avLst/>
          </a:prstGeom>
          <a:noFill/>
          <a:ln>
            <a:noFill/>
          </a:ln>
        </p:spPr>
        <p:txBody>
          <a:bodyPr anchorCtr="0" anchor="t" bIns="91425" lIns="91425" spcFirstLastPara="1" rIns="91425" wrap="square" tIns="91425">
            <a:noAutofit/>
          </a:bodyPr>
          <a:lstStyle>
            <a:lvl1pPr indent="-317500" lvl="0" marL="457200" algn="l">
              <a:lnSpc>
                <a:spcPct val="115000"/>
              </a:lnSpc>
              <a:spcBef>
                <a:spcPts val="0"/>
              </a:spcBef>
              <a:spcAft>
                <a:spcPts val="0"/>
              </a:spcAft>
              <a:buClr>
                <a:schemeClr val="lt2"/>
              </a:buClr>
              <a:buSzPts val="1400"/>
              <a:buChar char="●"/>
              <a:defRPr/>
            </a:lvl1pPr>
            <a:lvl2pPr indent="-304800" lvl="1" marL="914400" algn="l">
              <a:lnSpc>
                <a:spcPct val="115000"/>
              </a:lnSpc>
              <a:spcBef>
                <a:spcPts val="0"/>
              </a:spcBef>
              <a:spcAft>
                <a:spcPts val="0"/>
              </a:spcAft>
              <a:buSzPts val="1200"/>
              <a:buChar char="○"/>
              <a:defRPr/>
            </a:lvl2pPr>
            <a:lvl3pPr indent="-304800" lvl="2" marL="1371600" algn="l">
              <a:lnSpc>
                <a:spcPct val="115000"/>
              </a:lnSpc>
              <a:spcBef>
                <a:spcPts val="0"/>
              </a:spcBef>
              <a:spcAft>
                <a:spcPts val="0"/>
              </a:spcAft>
              <a:buSzPts val="1200"/>
              <a:buChar char="■"/>
              <a:defRPr/>
            </a:lvl3pPr>
            <a:lvl4pPr indent="-304800" lvl="3" marL="1828800" algn="l">
              <a:lnSpc>
                <a:spcPct val="115000"/>
              </a:lnSpc>
              <a:spcBef>
                <a:spcPts val="0"/>
              </a:spcBef>
              <a:spcAft>
                <a:spcPts val="0"/>
              </a:spcAft>
              <a:buSzPts val="1200"/>
              <a:buChar char="●"/>
              <a:defRPr/>
            </a:lvl4pPr>
            <a:lvl5pPr indent="-304800" lvl="4" marL="2286000" algn="l">
              <a:lnSpc>
                <a:spcPct val="115000"/>
              </a:lnSpc>
              <a:spcBef>
                <a:spcPts val="0"/>
              </a:spcBef>
              <a:spcAft>
                <a:spcPts val="0"/>
              </a:spcAft>
              <a:buSzPts val="1200"/>
              <a:buChar char="○"/>
              <a:defRPr/>
            </a:lvl5pPr>
            <a:lvl6pPr indent="-304800" lvl="5" marL="2743200" algn="l">
              <a:lnSpc>
                <a:spcPct val="115000"/>
              </a:lnSpc>
              <a:spcBef>
                <a:spcPts val="0"/>
              </a:spcBef>
              <a:spcAft>
                <a:spcPts val="0"/>
              </a:spcAft>
              <a:buSzPts val="1200"/>
              <a:buChar char="■"/>
              <a:defRPr/>
            </a:lvl6pPr>
            <a:lvl7pPr indent="-304800" lvl="6" marL="3200400" algn="l">
              <a:lnSpc>
                <a:spcPct val="115000"/>
              </a:lnSpc>
              <a:spcBef>
                <a:spcPts val="0"/>
              </a:spcBef>
              <a:spcAft>
                <a:spcPts val="0"/>
              </a:spcAft>
              <a:buSzPts val="1200"/>
              <a:buChar char="●"/>
              <a:defRPr/>
            </a:lvl7pPr>
            <a:lvl8pPr indent="-304800" lvl="7" marL="3657600" algn="l">
              <a:lnSpc>
                <a:spcPct val="115000"/>
              </a:lnSpc>
              <a:spcBef>
                <a:spcPts val="0"/>
              </a:spcBef>
              <a:spcAft>
                <a:spcPts val="0"/>
              </a:spcAft>
              <a:buSzPts val="1200"/>
              <a:buChar char="○"/>
              <a:defRPr/>
            </a:lvl8pPr>
            <a:lvl9pPr indent="-304800" lvl="8" marL="4114800" algn="l">
              <a:lnSpc>
                <a:spcPct val="115000"/>
              </a:lnSpc>
              <a:spcBef>
                <a:spcPts val="0"/>
              </a:spcBef>
              <a:spcAft>
                <a:spcPts val="0"/>
              </a:spcAft>
              <a:buSzPts val="1200"/>
              <a:buChar char="■"/>
              <a:defRPr/>
            </a:lvl9pPr>
          </a:lstStyle>
          <a:p/>
        </p:txBody>
      </p:sp>
      <p:sp>
        <p:nvSpPr>
          <p:cNvPr id="437" name="Google Shape;437;p34"/>
          <p:cNvSpPr/>
          <p:nvPr/>
        </p:nvSpPr>
        <p:spPr>
          <a:xfrm>
            <a:off x="0" y="75"/>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34"/>
          <p:cNvSpPr/>
          <p:nvPr/>
        </p:nvSpPr>
        <p:spPr>
          <a:xfrm>
            <a:off x="8852700" y="0"/>
            <a:ext cx="2913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39" name="Google Shape;439;p34"/>
          <p:cNvGrpSpPr/>
          <p:nvPr/>
        </p:nvGrpSpPr>
        <p:grpSpPr>
          <a:xfrm rot="5400000">
            <a:off x="7203370" y="-1407709"/>
            <a:ext cx="3589973" cy="1044767"/>
            <a:chOff x="-2333670" y="-733424"/>
            <a:chExt cx="4762500" cy="1386000"/>
          </a:xfrm>
        </p:grpSpPr>
        <p:sp>
          <p:nvSpPr>
            <p:cNvPr id="440" name="Google Shape;440;p34"/>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34"/>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 name="Google Shape;442;p34"/>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 name="Google Shape;443;p34"/>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1_1">
    <p:spTree>
      <p:nvGrpSpPr>
        <p:cNvPr id="444" name="Shape 444"/>
        <p:cNvGrpSpPr/>
        <p:nvPr/>
      </p:nvGrpSpPr>
      <p:grpSpPr>
        <a:xfrm>
          <a:off x="0" y="0"/>
          <a:ext cx="0" cy="0"/>
          <a:chOff x="0" y="0"/>
          <a:chExt cx="0" cy="0"/>
        </a:xfrm>
      </p:grpSpPr>
      <p:sp>
        <p:nvSpPr>
          <p:cNvPr id="445" name="Google Shape;445;p35"/>
          <p:cNvSpPr txBox="1"/>
          <p:nvPr>
            <p:ph type="title"/>
          </p:nvPr>
        </p:nvSpPr>
        <p:spPr>
          <a:xfrm flipH="1">
            <a:off x="791307" y="2616238"/>
            <a:ext cx="4462200" cy="1426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600"/>
              <a:buNone/>
              <a:defRPr sz="4400">
                <a:latin typeface="Raleway SemiBold"/>
                <a:ea typeface="Raleway SemiBold"/>
                <a:cs typeface="Raleway SemiBold"/>
                <a:sym typeface="Raleway SemiBold"/>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446" name="Google Shape;446;p35"/>
          <p:cNvSpPr txBox="1"/>
          <p:nvPr>
            <p:ph idx="2" type="title"/>
          </p:nvPr>
        </p:nvSpPr>
        <p:spPr>
          <a:xfrm flipH="1">
            <a:off x="791300" y="639775"/>
            <a:ext cx="2070900" cy="1448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100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447" name="Google Shape;447;p35"/>
          <p:cNvSpPr txBox="1"/>
          <p:nvPr>
            <p:ph idx="1" type="subTitle"/>
          </p:nvPr>
        </p:nvSpPr>
        <p:spPr>
          <a:xfrm flipH="1">
            <a:off x="791307" y="4073525"/>
            <a:ext cx="4462200" cy="430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sz="14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48" name="Google Shape;448;p35"/>
          <p:cNvSpPr/>
          <p:nvPr/>
        </p:nvSpPr>
        <p:spPr>
          <a:xfrm>
            <a:off x="0" y="75"/>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9" name="Google Shape;449;p35"/>
          <p:cNvGrpSpPr/>
          <p:nvPr/>
        </p:nvGrpSpPr>
        <p:grpSpPr>
          <a:xfrm rot="5400000">
            <a:off x="3212645" y="-1685309"/>
            <a:ext cx="3589973" cy="1044767"/>
            <a:chOff x="-2333670" y="-733424"/>
            <a:chExt cx="4762500" cy="1386000"/>
          </a:xfrm>
        </p:grpSpPr>
        <p:sp>
          <p:nvSpPr>
            <p:cNvPr id="450" name="Google Shape;450;p35"/>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 name="Google Shape;451;p35"/>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35"/>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35"/>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4" name="Google Shape;454;p35"/>
          <p:cNvGrpSpPr/>
          <p:nvPr/>
        </p:nvGrpSpPr>
        <p:grpSpPr>
          <a:xfrm rot="10800000">
            <a:off x="-1155617" y="4741241"/>
            <a:ext cx="3589973" cy="1044767"/>
            <a:chOff x="-2333670" y="-733424"/>
            <a:chExt cx="4762500" cy="1386000"/>
          </a:xfrm>
        </p:grpSpPr>
        <p:sp>
          <p:nvSpPr>
            <p:cNvPr id="455" name="Google Shape;455;p35"/>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35"/>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35"/>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 name="Google Shape;458;p35"/>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2">
    <p:spTree>
      <p:nvGrpSpPr>
        <p:cNvPr id="459" name="Shape 459"/>
        <p:cNvGrpSpPr/>
        <p:nvPr/>
      </p:nvGrpSpPr>
      <p:grpSpPr>
        <a:xfrm>
          <a:off x="0" y="0"/>
          <a:ext cx="0" cy="0"/>
          <a:chOff x="0" y="0"/>
          <a:chExt cx="0" cy="0"/>
        </a:xfrm>
      </p:grpSpPr>
      <p:sp>
        <p:nvSpPr>
          <p:cNvPr id="460" name="Google Shape;460;p36"/>
          <p:cNvSpPr txBox="1"/>
          <p:nvPr>
            <p:ph idx="1" type="body"/>
          </p:nvPr>
        </p:nvSpPr>
        <p:spPr>
          <a:xfrm>
            <a:off x="2517000" y="1781125"/>
            <a:ext cx="4110000" cy="2067000"/>
          </a:xfrm>
          <a:prstGeom prst="rect">
            <a:avLst/>
          </a:prstGeom>
          <a:noFill/>
          <a:ln>
            <a:noFill/>
          </a:ln>
        </p:spPr>
        <p:txBody>
          <a:bodyPr anchorCtr="0" anchor="t" bIns="91425" lIns="91425" spcFirstLastPara="1" rIns="91425" wrap="square" tIns="91425">
            <a:noAutofit/>
          </a:bodyPr>
          <a:lstStyle>
            <a:lvl1pPr indent="-317500" lvl="0" marL="457200" algn="l">
              <a:lnSpc>
                <a:spcPct val="115000"/>
              </a:lnSpc>
              <a:spcBef>
                <a:spcPts val="0"/>
              </a:spcBef>
              <a:spcAft>
                <a:spcPts val="0"/>
              </a:spcAft>
              <a:buClr>
                <a:schemeClr val="lt2"/>
              </a:buClr>
              <a:buSzPts val="1400"/>
              <a:buChar char="●"/>
              <a:defRPr/>
            </a:lvl1pPr>
            <a:lvl2pPr indent="-304800" lvl="1" marL="914400" algn="l">
              <a:lnSpc>
                <a:spcPct val="115000"/>
              </a:lnSpc>
              <a:spcBef>
                <a:spcPts val="0"/>
              </a:spcBef>
              <a:spcAft>
                <a:spcPts val="0"/>
              </a:spcAft>
              <a:buSzPts val="1200"/>
              <a:buChar char="○"/>
              <a:defRPr/>
            </a:lvl2pPr>
            <a:lvl3pPr indent="-304800" lvl="2" marL="1371600" algn="l">
              <a:lnSpc>
                <a:spcPct val="115000"/>
              </a:lnSpc>
              <a:spcBef>
                <a:spcPts val="0"/>
              </a:spcBef>
              <a:spcAft>
                <a:spcPts val="0"/>
              </a:spcAft>
              <a:buSzPts val="1200"/>
              <a:buChar char="■"/>
              <a:defRPr/>
            </a:lvl3pPr>
            <a:lvl4pPr indent="-304800" lvl="3" marL="1828800" algn="l">
              <a:lnSpc>
                <a:spcPct val="115000"/>
              </a:lnSpc>
              <a:spcBef>
                <a:spcPts val="0"/>
              </a:spcBef>
              <a:spcAft>
                <a:spcPts val="0"/>
              </a:spcAft>
              <a:buSzPts val="1200"/>
              <a:buChar char="●"/>
              <a:defRPr/>
            </a:lvl4pPr>
            <a:lvl5pPr indent="-304800" lvl="4" marL="2286000" algn="l">
              <a:lnSpc>
                <a:spcPct val="115000"/>
              </a:lnSpc>
              <a:spcBef>
                <a:spcPts val="0"/>
              </a:spcBef>
              <a:spcAft>
                <a:spcPts val="0"/>
              </a:spcAft>
              <a:buSzPts val="1200"/>
              <a:buChar char="○"/>
              <a:defRPr/>
            </a:lvl5pPr>
            <a:lvl6pPr indent="-304800" lvl="5" marL="2743200" algn="l">
              <a:lnSpc>
                <a:spcPct val="115000"/>
              </a:lnSpc>
              <a:spcBef>
                <a:spcPts val="0"/>
              </a:spcBef>
              <a:spcAft>
                <a:spcPts val="0"/>
              </a:spcAft>
              <a:buSzPts val="1200"/>
              <a:buChar char="■"/>
              <a:defRPr/>
            </a:lvl6pPr>
            <a:lvl7pPr indent="-304800" lvl="6" marL="3200400" algn="l">
              <a:lnSpc>
                <a:spcPct val="115000"/>
              </a:lnSpc>
              <a:spcBef>
                <a:spcPts val="0"/>
              </a:spcBef>
              <a:spcAft>
                <a:spcPts val="0"/>
              </a:spcAft>
              <a:buSzPts val="1200"/>
              <a:buChar char="●"/>
              <a:defRPr/>
            </a:lvl7pPr>
            <a:lvl8pPr indent="-304800" lvl="7" marL="3657600" algn="l">
              <a:lnSpc>
                <a:spcPct val="115000"/>
              </a:lnSpc>
              <a:spcBef>
                <a:spcPts val="0"/>
              </a:spcBef>
              <a:spcAft>
                <a:spcPts val="0"/>
              </a:spcAft>
              <a:buSzPts val="1200"/>
              <a:buChar char="○"/>
              <a:defRPr/>
            </a:lvl8pPr>
            <a:lvl9pPr indent="-304800" lvl="8" marL="4114800" algn="l">
              <a:lnSpc>
                <a:spcPct val="115000"/>
              </a:lnSpc>
              <a:spcBef>
                <a:spcPts val="0"/>
              </a:spcBef>
              <a:spcAft>
                <a:spcPts val="0"/>
              </a:spcAft>
              <a:buSzPts val="1200"/>
              <a:buChar char="■"/>
              <a:defRPr/>
            </a:lvl9pPr>
          </a:lstStyle>
          <a:p/>
        </p:txBody>
      </p:sp>
      <p:sp>
        <p:nvSpPr>
          <p:cNvPr id="461" name="Google Shape;461;p36"/>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462" name="Google Shape;462;p36"/>
          <p:cNvSpPr/>
          <p:nvPr/>
        </p:nvSpPr>
        <p:spPr>
          <a:xfrm>
            <a:off x="0" y="75"/>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 name="Google Shape;463;p36"/>
          <p:cNvSpPr/>
          <p:nvPr/>
        </p:nvSpPr>
        <p:spPr>
          <a:xfrm>
            <a:off x="8852700" y="0"/>
            <a:ext cx="2913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4" name="Google Shape;464;p36"/>
          <p:cNvGrpSpPr/>
          <p:nvPr/>
        </p:nvGrpSpPr>
        <p:grpSpPr>
          <a:xfrm flipH="1" rot="10800000">
            <a:off x="2777014" y="4684691"/>
            <a:ext cx="3589973" cy="1044767"/>
            <a:chOff x="-2333670" y="-733424"/>
            <a:chExt cx="4762500" cy="1386000"/>
          </a:xfrm>
        </p:grpSpPr>
        <p:sp>
          <p:nvSpPr>
            <p:cNvPr id="465" name="Google Shape;465;p36"/>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 name="Google Shape;466;p36"/>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 name="Google Shape;467;p36"/>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 name="Google Shape;468;p36"/>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9" name="Google Shape;469;p36"/>
          <p:cNvGrpSpPr/>
          <p:nvPr/>
        </p:nvGrpSpPr>
        <p:grpSpPr>
          <a:xfrm rot="5400000">
            <a:off x="-1674992" y="-1285259"/>
            <a:ext cx="3589973" cy="1044767"/>
            <a:chOff x="-2333670" y="-733424"/>
            <a:chExt cx="4762500" cy="1386000"/>
          </a:xfrm>
        </p:grpSpPr>
        <p:sp>
          <p:nvSpPr>
            <p:cNvPr id="470" name="Google Shape;470;p36"/>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36"/>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36"/>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36"/>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1_1_1">
    <p:spTree>
      <p:nvGrpSpPr>
        <p:cNvPr id="474" name="Shape 474"/>
        <p:cNvGrpSpPr/>
        <p:nvPr/>
      </p:nvGrpSpPr>
      <p:grpSpPr>
        <a:xfrm>
          <a:off x="0" y="0"/>
          <a:ext cx="0" cy="0"/>
          <a:chOff x="0" y="0"/>
          <a:chExt cx="0" cy="0"/>
        </a:xfrm>
      </p:grpSpPr>
      <p:sp>
        <p:nvSpPr>
          <p:cNvPr id="475" name="Google Shape;475;p37"/>
          <p:cNvSpPr/>
          <p:nvPr/>
        </p:nvSpPr>
        <p:spPr>
          <a:xfrm>
            <a:off x="8852700" y="0"/>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 name="Google Shape;476;p37"/>
          <p:cNvSpPr txBox="1"/>
          <p:nvPr>
            <p:ph type="title"/>
          </p:nvPr>
        </p:nvSpPr>
        <p:spPr>
          <a:xfrm>
            <a:off x="3892916" y="2582250"/>
            <a:ext cx="4462200" cy="14265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3600"/>
              <a:buNone/>
              <a:defRPr sz="4400">
                <a:latin typeface="Raleway SemiBold"/>
                <a:ea typeface="Raleway SemiBold"/>
                <a:cs typeface="Raleway SemiBold"/>
                <a:sym typeface="Raleway SemiBold"/>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477" name="Google Shape;477;p37"/>
          <p:cNvSpPr txBox="1"/>
          <p:nvPr>
            <p:ph idx="2" type="title"/>
          </p:nvPr>
        </p:nvSpPr>
        <p:spPr>
          <a:xfrm>
            <a:off x="6284223" y="639775"/>
            <a:ext cx="2070900" cy="1448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100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478" name="Google Shape;478;p37"/>
          <p:cNvSpPr txBox="1"/>
          <p:nvPr>
            <p:ph idx="1" type="subTitle"/>
          </p:nvPr>
        </p:nvSpPr>
        <p:spPr>
          <a:xfrm>
            <a:off x="3892916" y="4073525"/>
            <a:ext cx="4462200" cy="4302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200"/>
              <a:buNone/>
              <a:defRPr sz="14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grpSp>
        <p:nvGrpSpPr>
          <p:cNvPr id="479" name="Google Shape;479;p37"/>
          <p:cNvGrpSpPr/>
          <p:nvPr/>
        </p:nvGrpSpPr>
        <p:grpSpPr>
          <a:xfrm flipH="1" rot="-5400000">
            <a:off x="2343805" y="-1685309"/>
            <a:ext cx="3589973" cy="1044767"/>
            <a:chOff x="-2333670" y="-733424"/>
            <a:chExt cx="4762500" cy="1386000"/>
          </a:xfrm>
        </p:grpSpPr>
        <p:sp>
          <p:nvSpPr>
            <p:cNvPr id="480" name="Google Shape;480;p37"/>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 name="Google Shape;481;p37"/>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37"/>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37"/>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4" name="Google Shape;484;p37"/>
          <p:cNvGrpSpPr/>
          <p:nvPr/>
        </p:nvGrpSpPr>
        <p:grpSpPr>
          <a:xfrm flipH="1" rot="10800000">
            <a:off x="6712067" y="4741241"/>
            <a:ext cx="3589972" cy="1044767"/>
            <a:chOff x="-2333670" y="-733424"/>
            <a:chExt cx="4762500" cy="1386000"/>
          </a:xfrm>
        </p:grpSpPr>
        <p:sp>
          <p:nvSpPr>
            <p:cNvPr id="485" name="Google Shape;485;p37"/>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37"/>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37"/>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37"/>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89" name="Shape 489"/>
        <p:cNvGrpSpPr/>
        <p:nvPr/>
      </p:nvGrpSpPr>
      <p:grpSpPr>
        <a:xfrm>
          <a:off x="0" y="0"/>
          <a:ext cx="0" cy="0"/>
          <a:chOff x="0" y="0"/>
          <a:chExt cx="0" cy="0"/>
        </a:xfrm>
      </p:grpSpPr>
      <p:sp>
        <p:nvSpPr>
          <p:cNvPr id="490" name="Google Shape;490;p38"/>
          <p:cNvSpPr txBox="1"/>
          <p:nvPr>
            <p:ph hasCustomPrompt="1" type="title"/>
          </p:nvPr>
        </p:nvSpPr>
        <p:spPr>
          <a:xfrm>
            <a:off x="715100" y="1752600"/>
            <a:ext cx="4714200" cy="1269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9600"/>
              <a:buNone/>
              <a:defRPr sz="7800"/>
            </a:lvl1pPr>
            <a:lvl2pPr lvl="1" algn="ctr">
              <a:lnSpc>
                <a:spcPct val="100000"/>
              </a:lnSpc>
              <a:spcBef>
                <a:spcPts val="0"/>
              </a:spcBef>
              <a:spcAft>
                <a:spcPts val="0"/>
              </a:spcAft>
              <a:buSzPts val="9600"/>
              <a:buNone/>
              <a:defRPr sz="9600"/>
            </a:lvl2pPr>
            <a:lvl3pPr lvl="2" algn="ctr">
              <a:lnSpc>
                <a:spcPct val="100000"/>
              </a:lnSpc>
              <a:spcBef>
                <a:spcPts val="0"/>
              </a:spcBef>
              <a:spcAft>
                <a:spcPts val="0"/>
              </a:spcAft>
              <a:buSzPts val="9600"/>
              <a:buNone/>
              <a:defRPr sz="9600"/>
            </a:lvl3pPr>
            <a:lvl4pPr lvl="3" algn="ctr">
              <a:lnSpc>
                <a:spcPct val="100000"/>
              </a:lnSpc>
              <a:spcBef>
                <a:spcPts val="0"/>
              </a:spcBef>
              <a:spcAft>
                <a:spcPts val="0"/>
              </a:spcAft>
              <a:buSzPts val="9600"/>
              <a:buNone/>
              <a:defRPr sz="9600"/>
            </a:lvl4pPr>
            <a:lvl5pPr lvl="4" algn="ctr">
              <a:lnSpc>
                <a:spcPct val="100000"/>
              </a:lnSpc>
              <a:spcBef>
                <a:spcPts val="0"/>
              </a:spcBef>
              <a:spcAft>
                <a:spcPts val="0"/>
              </a:spcAft>
              <a:buSzPts val="9600"/>
              <a:buNone/>
              <a:defRPr sz="9600"/>
            </a:lvl5pPr>
            <a:lvl6pPr lvl="5" algn="ctr">
              <a:lnSpc>
                <a:spcPct val="100000"/>
              </a:lnSpc>
              <a:spcBef>
                <a:spcPts val="0"/>
              </a:spcBef>
              <a:spcAft>
                <a:spcPts val="0"/>
              </a:spcAft>
              <a:buSzPts val="9600"/>
              <a:buNone/>
              <a:defRPr sz="9600"/>
            </a:lvl6pPr>
            <a:lvl7pPr lvl="6" algn="ctr">
              <a:lnSpc>
                <a:spcPct val="100000"/>
              </a:lnSpc>
              <a:spcBef>
                <a:spcPts val="0"/>
              </a:spcBef>
              <a:spcAft>
                <a:spcPts val="0"/>
              </a:spcAft>
              <a:buSzPts val="9600"/>
              <a:buNone/>
              <a:defRPr sz="9600"/>
            </a:lvl7pPr>
            <a:lvl8pPr lvl="7" algn="ctr">
              <a:lnSpc>
                <a:spcPct val="100000"/>
              </a:lnSpc>
              <a:spcBef>
                <a:spcPts val="0"/>
              </a:spcBef>
              <a:spcAft>
                <a:spcPts val="0"/>
              </a:spcAft>
              <a:buSzPts val="9600"/>
              <a:buNone/>
              <a:defRPr sz="9600"/>
            </a:lvl8pPr>
            <a:lvl9pPr lvl="8" algn="ctr">
              <a:lnSpc>
                <a:spcPct val="100000"/>
              </a:lnSpc>
              <a:spcBef>
                <a:spcPts val="0"/>
              </a:spcBef>
              <a:spcAft>
                <a:spcPts val="0"/>
              </a:spcAft>
              <a:buSzPts val="9600"/>
              <a:buNone/>
              <a:defRPr sz="9600"/>
            </a:lvl9pPr>
          </a:lstStyle>
          <a:p>
            <a:r>
              <a:t>xx%</a:t>
            </a:r>
          </a:p>
        </p:txBody>
      </p:sp>
      <p:sp>
        <p:nvSpPr>
          <p:cNvPr id="491" name="Google Shape;491;p38"/>
          <p:cNvSpPr txBox="1"/>
          <p:nvPr>
            <p:ph idx="1" type="subTitle"/>
          </p:nvPr>
        </p:nvSpPr>
        <p:spPr>
          <a:xfrm>
            <a:off x="715100" y="3022000"/>
            <a:ext cx="4714200" cy="445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4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492" name="Google Shape;492;p38"/>
          <p:cNvSpPr/>
          <p:nvPr/>
        </p:nvSpPr>
        <p:spPr>
          <a:xfrm>
            <a:off x="0" y="75"/>
            <a:ext cx="2913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93" name="Google Shape;493;p38"/>
          <p:cNvGrpSpPr/>
          <p:nvPr/>
        </p:nvGrpSpPr>
        <p:grpSpPr>
          <a:xfrm>
            <a:off x="-2333670" y="-733424"/>
            <a:ext cx="4762500" cy="1386000"/>
            <a:chOff x="-2333670" y="-733424"/>
            <a:chExt cx="4762500" cy="1386000"/>
          </a:xfrm>
        </p:grpSpPr>
        <p:sp>
          <p:nvSpPr>
            <p:cNvPr id="494" name="Google Shape;494;p38"/>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38"/>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38"/>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38"/>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498" name="Shape 498"/>
        <p:cNvGrpSpPr/>
        <p:nvPr/>
      </p:nvGrpSpPr>
      <p:grpSpPr>
        <a:xfrm>
          <a:off x="0" y="0"/>
          <a:ext cx="0" cy="0"/>
          <a:chOff x="0" y="0"/>
          <a:chExt cx="0" cy="0"/>
        </a:xfrm>
      </p:grpSpPr>
      <p:sp>
        <p:nvSpPr>
          <p:cNvPr id="499" name="Google Shape;499;p39"/>
          <p:cNvSpPr txBox="1"/>
          <p:nvPr>
            <p:ph type="title"/>
          </p:nvPr>
        </p:nvSpPr>
        <p:spPr>
          <a:xfrm>
            <a:off x="715088" y="1001382"/>
            <a:ext cx="3164100" cy="82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5300"/>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500" name="Google Shape;500;p39"/>
          <p:cNvSpPr txBox="1"/>
          <p:nvPr>
            <p:ph idx="1" type="subTitle"/>
          </p:nvPr>
        </p:nvSpPr>
        <p:spPr>
          <a:xfrm>
            <a:off x="715100" y="1782416"/>
            <a:ext cx="3164100" cy="370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1" name="Google Shape;501;p39"/>
          <p:cNvSpPr txBox="1"/>
          <p:nvPr>
            <p:ph idx="2" type="title"/>
          </p:nvPr>
        </p:nvSpPr>
        <p:spPr>
          <a:xfrm>
            <a:off x="715088" y="2990924"/>
            <a:ext cx="3164100" cy="82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5300"/>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502" name="Google Shape;502;p39"/>
          <p:cNvSpPr txBox="1"/>
          <p:nvPr>
            <p:ph idx="3" type="subTitle"/>
          </p:nvPr>
        </p:nvSpPr>
        <p:spPr>
          <a:xfrm>
            <a:off x="715100" y="3771918"/>
            <a:ext cx="3164100" cy="370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3" name="Google Shape;503;p39"/>
          <p:cNvSpPr txBox="1"/>
          <p:nvPr>
            <p:ph idx="4" type="title"/>
          </p:nvPr>
        </p:nvSpPr>
        <p:spPr>
          <a:xfrm>
            <a:off x="5264788" y="1001382"/>
            <a:ext cx="3164100" cy="82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5300"/>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504" name="Google Shape;504;p39"/>
          <p:cNvSpPr txBox="1"/>
          <p:nvPr>
            <p:ph idx="5" type="subTitle"/>
          </p:nvPr>
        </p:nvSpPr>
        <p:spPr>
          <a:xfrm>
            <a:off x="5264800" y="1782416"/>
            <a:ext cx="3164100" cy="370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5" name="Google Shape;505;p39"/>
          <p:cNvSpPr txBox="1"/>
          <p:nvPr>
            <p:ph idx="6" type="title"/>
          </p:nvPr>
        </p:nvSpPr>
        <p:spPr>
          <a:xfrm>
            <a:off x="5264788" y="2990924"/>
            <a:ext cx="3164100" cy="828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200"/>
              <a:buNone/>
              <a:defRPr sz="5300"/>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506" name="Google Shape;506;p39"/>
          <p:cNvSpPr txBox="1"/>
          <p:nvPr>
            <p:ph idx="7" type="subTitle"/>
          </p:nvPr>
        </p:nvSpPr>
        <p:spPr>
          <a:xfrm>
            <a:off x="5264800" y="3771918"/>
            <a:ext cx="3164100" cy="370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07" name="Google Shape;507;p39"/>
          <p:cNvSpPr/>
          <p:nvPr/>
        </p:nvSpPr>
        <p:spPr>
          <a:xfrm>
            <a:off x="0" y="75"/>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 name="Google Shape;508;p39"/>
          <p:cNvSpPr/>
          <p:nvPr/>
        </p:nvSpPr>
        <p:spPr>
          <a:xfrm>
            <a:off x="8852700" y="0"/>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9" name="Google Shape;509;p39"/>
          <p:cNvGrpSpPr/>
          <p:nvPr/>
        </p:nvGrpSpPr>
        <p:grpSpPr>
          <a:xfrm rot="-5400000">
            <a:off x="2777014" y="-1728958"/>
            <a:ext cx="3589973" cy="1044767"/>
            <a:chOff x="-2333670" y="-733424"/>
            <a:chExt cx="4762500" cy="1386000"/>
          </a:xfrm>
        </p:grpSpPr>
        <p:sp>
          <p:nvSpPr>
            <p:cNvPr id="510" name="Google Shape;510;p39"/>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 name="Google Shape;511;p39"/>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 name="Google Shape;512;p39"/>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 name="Google Shape;513;p39"/>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4" name="Google Shape;514;p39"/>
          <p:cNvGrpSpPr/>
          <p:nvPr/>
        </p:nvGrpSpPr>
        <p:grpSpPr>
          <a:xfrm rot="-5400000">
            <a:off x="2777014" y="5827692"/>
            <a:ext cx="3589973" cy="1044767"/>
            <a:chOff x="-2333670" y="-733424"/>
            <a:chExt cx="4762500" cy="1386000"/>
          </a:xfrm>
        </p:grpSpPr>
        <p:sp>
          <p:nvSpPr>
            <p:cNvPr id="515" name="Google Shape;515;p39"/>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 name="Google Shape;516;p39"/>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 name="Google Shape;517;p39"/>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 name="Google Shape;518;p39"/>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519" name="Shape 519"/>
        <p:cNvGrpSpPr/>
        <p:nvPr/>
      </p:nvGrpSpPr>
      <p:grpSpPr>
        <a:xfrm>
          <a:off x="0" y="0"/>
          <a:ext cx="0" cy="0"/>
          <a:chOff x="0" y="0"/>
          <a:chExt cx="0" cy="0"/>
        </a:xfrm>
      </p:grpSpPr>
      <p:sp>
        <p:nvSpPr>
          <p:cNvPr id="520" name="Google Shape;520;p40"/>
          <p:cNvSpPr txBox="1"/>
          <p:nvPr>
            <p:ph type="title"/>
          </p:nvPr>
        </p:nvSpPr>
        <p:spPr>
          <a:xfrm>
            <a:off x="1095050" y="3245050"/>
            <a:ext cx="1513800" cy="480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500"/>
              <a:buNone/>
              <a:defRPr sz="3500"/>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521" name="Google Shape;521;p40"/>
          <p:cNvSpPr txBox="1"/>
          <p:nvPr>
            <p:ph idx="2"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522" name="Google Shape;522;p40"/>
          <p:cNvSpPr txBox="1"/>
          <p:nvPr>
            <p:ph idx="1" type="subTitle"/>
          </p:nvPr>
        </p:nvSpPr>
        <p:spPr>
          <a:xfrm>
            <a:off x="715100" y="1692325"/>
            <a:ext cx="22737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23" name="Google Shape;523;p40"/>
          <p:cNvSpPr txBox="1"/>
          <p:nvPr>
            <p:ph idx="3" type="subTitle"/>
          </p:nvPr>
        </p:nvSpPr>
        <p:spPr>
          <a:xfrm>
            <a:off x="6155195" y="1692325"/>
            <a:ext cx="22737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24" name="Google Shape;524;p40"/>
          <p:cNvSpPr txBox="1"/>
          <p:nvPr>
            <p:ph idx="4" type="subTitle"/>
          </p:nvPr>
        </p:nvSpPr>
        <p:spPr>
          <a:xfrm>
            <a:off x="715100" y="2180600"/>
            <a:ext cx="2273700" cy="751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25" name="Google Shape;525;p40"/>
          <p:cNvSpPr txBox="1"/>
          <p:nvPr>
            <p:ph idx="5" type="subTitle"/>
          </p:nvPr>
        </p:nvSpPr>
        <p:spPr>
          <a:xfrm>
            <a:off x="6155195" y="2180600"/>
            <a:ext cx="2273700" cy="751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26" name="Google Shape;526;p40"/>
          <p:cNvSpPr txBox="1"/>
          <p:nvPr>
            <p:ph idx="6" type="subTitle"/>
          </p:nvPr>
        </p:nvSpPr>
        <p:spPr>
          <a:xfrm>
            <a:off x="3435150" y="1692325"/>
            <a:ext cx="22737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27" name="Google Shape;527;p40"/>
          <p:cNvSpPr txBox="1"/>
          <p:nvPr>
            <p:ph idx="7" type="subTitle"/>
          </p:nvPr>
        </p:nvSpPr>
        <p:spPr>
          <a:xfrm>
            <a:off x="3435150" y="2180600"/>
            <a:ext cx="2273700" cy="751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28" name="Google Shape;528;p40"/>
          <p:cNvSpPr txBox="1"/>
          <p:nvPr>
            <p:ph idx="8" type="title"/>
          </p:nvPr>
        </p:nvSpPr>
        <p:spPr>
          <a:xfrm>
            <a:off x="6535145" y="3245050"/>
            <a:ext cx="1513800" cy="480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500"/>
              <a:buNone/>
              <a:defRPr sz="3500"/>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529" name="Google Shape;529;p40"/>
          <p:cNvSpPr txBox="1"/>
          <p:nvPr>
            <p:ph idx="9" type="title"/>
          </p:nvPr>
        </p:nvSpPr>
        <p:spPr>
          <a:xfrm>
            <a:off x="3815100" y="3245050"/>
            <a:ext cx="1513800" cy="480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500"/>
              <a:buNone/>
              <a:defRPr sz="3500"/>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530" name="Google Shape;530;p40"/>
          <p:cNvSpPr/>
          <p:nvPr/>
        </p:nvSpPr>
        <p:spPr>
          <a:xfrm>
            <a:off x="0" y="75"/>
            <a:ext cx="2913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 name="Google Shape;531;p40"/>
          <p:cNvSpPr/>
          <p:nvPr/>
        </p:nvSpPr>
        <p:spPr>
          <a:xfrm>
            <a:off x="8852700" y="0"/>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32" name="Google Shape;532;p40"/>
          <p:cNvGrpSpPr/>
          <p:nvPr/>
        </p:nvGrpSpPr>
        <p:grpSpPr>
          <a:xfrm rot="5400000">
            <a:off x="-1674992" y="-1285259"/>
            <a:ext cx="3589973" cy="1044767"/>
            <a:chOff x="-2333670" y="-733424"/>
            <a:chExt cx="4762500" cy="1386000"/>
          </a:xfrm>
        </p:grpSpPr>
        <p:sp>
          <p:nvSpPr>
            <p:cNvPr id="533" name="Google Shape;533;p40"/>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 name="Google Shape;534;p40"/>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 name="Google Shape;535;p40"/>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 name="Google Shape;536;p40"/>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7" name="Google Shape;537;p40"/>
          <p:cNvGrpSpPr/>
          <p:nvPr/>
        </p:nvGrpSpPr>
        <p:grpSpPr>
          <a:xfrm flipH="1" rot="10800000">
            <a:off x="2777014" y="4684691"/>
            <a:ext cx="3589973" cy="1044767"/>
            <a:chOff x="-2333670" y="-733424"/>
            <a:chExt cx="4762500" cy="1386000"/>
          </a:xfrm>
        </p:grpSpPr>
        <p:sp>
          <p:nvSpPr>
            <p:cNvPr id="538" name="Google Shape;538;p40"/>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 name="Google Shape;539;p40"/>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 name="Google Shape;540;p40"/>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 name="Google Shape;541;p40"/>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n columns">
  <p:cSld name="BLANK_1_1_1_1_1_2">
    <p:spTree>
      <p:nvGrpSpPr>
        <p:cNvPr id="542" name="Shape 542"/>
        <p:cNvGrpSpPr/>
        <p:nvPr/>
      </p:nvGrpSpPr>
      <p:grpSpPr>
        <a:xfrm>
          <a:off x="0" y="0"/>
          <a:ext cx="0" cy="0"/>
          <a:chOff x="0" y="0"/>
          <a:chExt cx="0" cy="0"/>
        </a:xfrm>
      </p:grpSpPr>
      <p:sp>
        <p:nvSpPr>
          <p:cNvPr id="543" name="Google Shape;543;p41"/>
          <p:cNvSpPr txBox="1"/>
          <p:nvPr>
            <p:ph idx="1" type="subTitle"/>
          </p:nvPr>
        </p:nvSpPr>
        <p:spPr>
          <a:xfrm>
            <a:off x="1878773" y="1415450"/>
            <a:ext cx="2475900" cy="31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44" name="Google Shape;544;p41"/>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545" name="Google Shape;545;p41"/>
          <p:cNvSpPr txBox="1"/>
          <p:nvPr>
            <p:ph idx="2" type="subTitle"/>
          </p:nvPr>
        </p:nvSpPr>
        <p:spPr>
          <a:xfrm>
            <a:off x="1876524" y="4195100"/>
            <a:ext cx="2475900" cy="31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46" name="Google Shape;546;p41"/>
          <p:cNvSpPr txBox="1"/>
          <p:nvPr>
            <p:ph idx="3" type="subTitle"/>
          </p:nvPr>
        </p:nvSpPr>
        <p:spPr>
          <a:xfrm>
            <a:off x="1878773" y="3500188"/>
            <a:ext cx="2475900" cy="31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47" name="Google Shape;547;p41"/>
          <p:cNvSpPr txBox="1"/>
          <p:nvPr>
            <p:ph idx="4" type="subTitle"/>
          </p:nvPr>
        </p:nvSpPr>
        <p:spPr>
          <a:xfrm>
            <a:off x="1878773" y="2805275"/>
            <a:ext cx="2475900" cy="31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48" name="Google Shape;548;p41"/>
          <p:cNvSpPr txBox="1"/>
          <p:nvPr>
            <p:ph idx="5" type="subTitle"/>
          </p:nvPr>
        </p:nvSpPr>
        <p:spPr>
          <a:xfrm>
            <a:off x="1878773" y="2110363"/>
            <a:ext cx="2475900" cy="31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49" name="Google Shape;549;p41"/>
          <p:cNvSpPr txBox="1"/>
          <p:nvPr>
            <p:ph idx="6" type="subTitle"/>
          </p:nvPr>
        </p:nvSpPr>
        <p:spPr>
          <a:xfrm>
            <a:off x="5374412" y="1415450"/>
            <a:ext cx="2478000" cy="31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50" name="Google Shape;550;p41"/>
          <p:cNvSpPr txBox="1"/>
          <p:nvPr>
            <p:ph idx="7" type="subTitle"/>
          </p:nvPr>
        </p:nvSpPr>
        <p:spPr>
          <a:xfrm>
            <a:off x="5372199" y="4195100"/>
            <a:ext cx="2478000" cy="31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51" name="Google Shape;551;p41"/>
          <p:cNvSpPr txBox="1"/>
          <p:nvPr>
            <p:ph idx="8" type="subTitle"/>
          </p:nvPr>
        </p:nvSpPr>
        <p:spPr>
          <a:xfrm>
            <a:off x="5374412" y="3500188"/>
            <a:ext cx="2478000" cy="31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52" name="Google Shape;552;p41"/>
          <p:cNvSpPr txBox="1"/>
          <p:nvPr>
            <p:ph idx="9" type="subTitle"/>
          </p:nvPr>
        </p:nvSpPr>
        <p:spPr>
          <a:xfrm>
            <a:off x="5374412" y="2805275"/>
            <a:ext cx="2478000" cy="31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53" name="Google Shape;553;p41"/>
          <p:cNvSpPr txBox="1"/>
          <p:nvPr>
            <p:ph idx="13" type="subTitle"/>
          </p:nvPr>
        </p:nvSpPr>
        <p:spPr>
          <a:xfrm>
            <a:off x="5374412" y="2110363"/>
            <a:ext cx="2478000" cy="31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54" name="Google Shape;554;p41"/>
          <p:cNvSpPr/>
          <p:nvPr/>
        </p:nvSpPr>
        <p:spPr>
          <a:xfrm>
            <a:off x="0" y="75"/>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 name="Google Shape;555;p41"/>
          <p:cNvSpPr/>
          <p:nvPr/>
        </p:nvSpPr>
        <p:spPr>
          <a:xfrm>
            <a:off x="8852700" y="0"/>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56" name="Google Shape;556;p41"/>
          <p:cNvGrpSpPr/>
          <p:nvPr/>
        </p:nvGrpSpPr>
        <p:grpSpPr>
          <a:xfrm rot="5400000">
            <a:off x="7203370" y="-1407709"/>
            <a:ext cx="3589973" cy="1044767"/>
            <a:chOff x="-2333670" y="-733424"/>
            <a:chExt cx="4762500" cy="1386000"/>
          </a:xfrm>
        </p:grpSpPr>
        <p:sp>
          <p:nvSpPr>
            <p:cNvPr id="557" name="Google Shape;557;p41"/>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 name="Google Shape;558;p41"/>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 name="Google Shape;559;p41"/>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 name="Google Shape;560;p41"/>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1" name="Google Shape;561;p41"/>
          <p:cNvGrpSpPr/>
          <p:nvPr/>
        </p:nvGrpSpPr>
        <p:grpSpPr>
          <a:xfrm flipH="1" rot="10800000">
            <a:off x="-2936039" y="4487141"/>
            <a:ext cx="3589973" cy="1044767"/>
            <a:chOff x="-2333670" y="-733424"/>
            <a:chExt cx="4762500" cy="1386000"/>
          </a:xfrm>
        </p:grpSpPr>
        <p:sp>
          <p:nvSpPr>
            <p:cNvPr id="562" name="Google Shape;562;p41"/>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 name="Google Shape;563;p41"/>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41"/>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41"/>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_1">
    <p:spTree>
      <p:nvGrpSpPr>
        <p:cNvPr id="566" name="Shape 566"/>
        <p:cNvGrpSpPr/>
        <p:nvPr/>
      </p:nvGrpSpPr>
      <p:grpSpPr>
        <a:xfrm>
          <a:off x="0" y="0"/>
          <a:ext cx="0" cy="0"/>
          <a:chOff x="0" y="0"/>
          <a:chExt cx="0" cy="0"/>
        </a:xfrm>
      </p:grpSpPr>
      <p:sp>
        <p:nvSpPr>
          <p:cNvPr id="567" name="Google Shape;567;p42"/>
          <p:cNvSpPr txBox="1"/>
          <p:nvPr>
            <p:ph idx="1" type="subTitle"/>
          </p:nvPr>
        </p:nvSpPr>
        <p:spPr>
          <a:xfrm>
            <a:off x="1101000" y="2853743"/>
            <a:ext cx="2461500" cy="959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68" name="Google Shape;568;p42"/>
          <p:cNvSpPr txBox="1"/>
          <p:nvPr>
            <p:ph type="title"/>
          </p:nvPr>
        </p:nvSpPr>
        <p:spPr>
          <a:xfrm>
            <a:off x="1101000" y="1330657"/>
            <a:ext cx="2461500" cy="1523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569" name="Google Shape;569;p42"/>
          <p:cNvSpPr/>
          <p:nvPr/>
        </p:nvSpPr>
        <p:spPr>
          <a:xfrm>
            <a:off x="0" y="75"/>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42"/>
          <p:cNvSpPr/>
          <p:nvPr/>
        </p:nvSpPr>
        <p:spPr>
          <a:xfrm>
            <a:off x="8852700" y="0"/>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71" name="Google Shape;571;p42"/>
          <p:cNvGrpSpPr/>
          <p:nvPr/>
        </p:nvGrpSpPr>
        <p:grpSpPr>
          <a:xfrm flipH="1" rot="10800000">
            <a:off x="-2869975" y="154316"/>
            <a:ext cx="3589973" cy="1044767"/>
            <a:chOff x="-2333670" y="-733424"/>
            <a:chExt cx="4762500" cy="1386000"/>
          </a:xfrm>
        </p:grpSpPr>
        <p:sp>
          <p:nvSpPr>
            <p:cNvPr id="572" name="Google Shape;572;p42"/>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 name="Google Shape;573;p42"/>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 name="Google Shape;574;p42"/>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42"/>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6" name="Google Shape;576;p42"/>
          <p:cNvGrpSpPr/>
          <p:nvPr/>
        </p:nvGrpSpPr>
        <p:grpSpPr>
          <a:xfrm flipH="1" rot="10800000">
            <a:off x="2777014" y="4684691"/>
            <a:ext cx="3589973" cy="1044767"/>
            <a:chOff x="-2333670" y="-733424"/>
            <a:chExt cx="4762500" cy="1386000"/>
          </a:xfrm>
        </p:grpSpPr>
        <p:sp>
          <p:nvSpPr>
            <p:cNvPr id="577" name="Google Shape;577;p42"/>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42"/>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 name="Google Shape;579;p42"/>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 name="Google Shape;580;p42"/>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4">
    <p:spTree>
      <p:nvGrpSpPr>
        <p:cNvPr id="581" name="Shape 581"/>
        <p:cNvGrpSpPr/>
        <p:nvPr/>
      </p:nvGrpSpPr>
      <p:grpSpPr>
        <a:xfrm>
          <a:off x="0" y="0"/>
          <a:ext cx="0" cy="0"/>
          <a:chOff x="0" y="0"/>
          <a:chExt cx="0" cy="0"/>
        </a:xfrm>
      </p:grpSpPr>
      <p:sp>
        <p:nvSpPr>
          <p:cNvPr id="582" name="Google Shape;582;p43"/>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583" name="Google Shape;583;p43"/>
          <p:cNvSpPr txBox="1"/>
          <p:nvPr>
            <p:ph idx="1" type="subTitle"/>
          </p:nvPr>
        </p:nvSpPr>
        <p:spPr>
          <a:xfrm>
            <a:off x="1354299" y="3538525"/>
            <a:ext cx="22737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4" name="Google Shape;584;p43"/>
          <p:cNvSpPr txBox="1"/>
          <p:nvPr>
            <p:ph idx="2" type="subTitle"/>
          </p:nvPr>
        </p:nvSpPr>
        <p:spPr>
          <a:xfrm>
            <a:off x="1354300" y="4026800"/>
            <a:ext cx="22737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5" name="Google Shape;585;p43"/>
          <p:cNvSpPr txBox="1"/>
          <p:nvPr>
            <p:ph idx="3" type="subTitle"/>
          </p:nvPr>
        </p:nvSpPr>
        <p:spPr>
          <a:xfrm>
            <a:off x="5522148" y="3538525"/>
            <a:ext cx="2273700" cy="511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400">
                <a:solidFill>
                  <a:schemeClr val="dk1"/>
                </a:solidFill>
                <a:latin typeface="Raleway SemiBold"/>
                <a:ea typeface="Raleway SemiBold"/>
                <a:cs typeface="Raleway SemiBold"/>
                <a:sym typeface="Raleway SemiBold"/>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6" name="Google Shape;586;p43"/>
          <p:cNvSpPr txBox="1"/>
          <p:nvPr>
            <p:ph idx="4" type="subTitle"/>
          </p:nvPr>
        </p:nvSpPr>
        <p:spPr>
          <a:xfrm>
            <a:off x="5522150" y="4026800"/>
            <a:ext cx="22737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7" name="Google Shape;587;p43"/>
          <p:cNvSpPr/>
          <p:nvPr/>
        </p:nvSpPr>
        <p:spPr>
          <a:xfrm>
            <a:off x="0" y="75"/>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 name="Google Shape;588;p43"/>
          <p:cNvSpPr/>
          <p:nvPr/>
        </p:nvSpPr>
        <p:spPr>
          <a:xfrm>
            <a:off x="8852700" y="0"/>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9" name="Google Shape;589;p43"/>
          <p:cNvGrpSpPr/>
          <p:nvPr/>
        </p:nvGrpSpPr>
        <p:grpSpPr>
          <a:xfrm rot="5400000">
            <a:off x="-1674992" y="-1285259"/>
            <a:ext cx="3589973" cy="1044767"/>
            <a:chOff x="-2333670" y="-733424"/>
            <a:chExt cx="4762500" cy="1386000"/>
          </a:xfrm>
        </p:grpSpPr>
        <p:sp>
          <p:nvSpPr>
            <p:cNvPr id="590" name="Google Shape;590;p43"/>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 name="Google Shape;591;p43"/>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 name="Google Shape;592;p43"/>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 name="Google Shape;593;p43"/>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4" name="Google Shape;594;p43"/>
          <p:cNvGrpSpPr/>
          <p:nvPr/>
        </p:nvGrpSpPr>
        <p:grpSpPr>
          <a:xfrm rot="10800000">
            <a:off x="8505108" y="372341"/>
            <a:ext cx="3589973" cy="1044767"/>
            <a:chOff x="-2333670" y="-733424"/>
            <a:chExt cx="4762500" cy="1386000"/>
          </a:xfrm>
        </p:grpSpPr>
        <p:sp>
          <p:nvSpPr>
            <p:cNvPr id="595" name="Google Shape;595;p43"/>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43"/>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 name="Google Shape;597;p43"/>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 name="Google Shape;598;p43"/>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599" name="Shape 599"/>
        <p:cNvGrpSpPr/>
        <p:nvPr/>
      </p:nvGrpSpPr>
      <p:grpSpPr>
        <a:xfrm>
          <a:off x="0" y="0"/>
          <a:ext cx="0" cy="0"/>
          <a:chOff x="0" y="0"/>
          <a:chExt cx="0" cy="0"/>
        </a:xfrm>
      </p:grpSpPr>
      <p:sp>
        <p:nvSpPr>
          <p:cNvPr id="600" name="Google Shape;600;p44"/>
          <p:cNvSpPr txBox="1"/>
          <p:nvPr>
            <p:ph type="ctrTitle"/>
          </p:nvPr>
        </p:nvSpPr>
        <p:spPr>
          <a:xfrm>
            <a:off x="4204850" y="535025"/>
            <a:ext cx="3800400" cy="997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5200"/>
              <a:buNone/>
              <a:defRPr sz="52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601" name="Google Shape;601;p44"/>
          <p:cNvSpPr txBox="1"/>
          <p:nvPr>
            <p:ph idx="1" type="subTitle"/>
          </p:nvPr>
        </p:nvSpPr>
        <p:spPr>
          <a:xfrm>
            <a:off x="4200525" y="1447825"/>
            <a:ext cx="3809400" cy="1190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602" name="Google Shape;602;p44"/>
          <p:cNvSpPr txBox="1"/>
          <p:nvPr/>
        </p:nvSpPr>
        <p:spPr>
          <a:xfrm>
            <a:off x="4200525" y="3581425"/>
            <a:ext cx="3809400" cy="6465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300"/>
              </a:spcBef>
              <a:spcAft>
                <a:spcPts val="0"/>
              </a:spcAft>
              <a:buClr>
                <a:srgbClr val="000000"/>
              </a:buClr>
              <a:buSzPts val="1100"/>
              <a:buFont typeface="Arial"/>
              <a:buNone/>
            </a:pPr>
            <a:r>
              <a:rPr b="0" i="0" lang="en-GB" sz="1100" u="none" cap="none" strike="noStrike">
                <a:solidFill>
                  <a:schemeClr val="dk1"/>
                </a:solidFill>
                <a:latin typeface="Open Sans"/>
                <a:ea typeface="Open Sans"/>
                <a:cs typeface="Open Sans"/>
                <a:sym typeface="Open Sans"/>
              </a:rPr>
              <a:t>CREDITS: This presentation template was created by </a:t>
            </a:r>
            <a:r>
              <a:rPr b="1" i="0" lang="en-GB" sz="1100" u="none" cap="none" strike="noStrike">
                <a:solidFill>
                  <a:schemeClr val="hlink"/>
                </a:solidFill>
                <a:uFill>
                  <a:noFill/>
                </a:uFill>
                <a:latin typeface="Open Sans"/>
                <a:ea typeface="Open Sans"/>
                <a:cs typeface="Open Sans"/>
                <a:sym typeface="Open Sans"/>
                <a:hlinkClick r:id="rId2"/>
              </a:rPr>
              <a:t>Slidesgo</a:t>
            </a:r>
            <a:r>
              <a:rPr b="0" i="0" lang="en-GB" sz="1100" u="none" cap="none" strike="noStrike">
                <a:solidFill>
                  <a:schemeClr val="dk1"/>
                </a:solidFill>
                <a:latin typeface="Open Sans"/>
                <a:ea typeface="Open Sans"/>
                <a:cs typeface="Open Sans"/>
                <a:sym typeface="Open Sans"/>
              </a:rPr>
              <a:t>, and includes icons by </a:t>
            </a:r>
            <a:r>
              <a:rPr b="1" i="0" lang="en-GB" sz="1100" u="none" cap="none" strike="noStrike">
                <a:solidFill>
                  <a:schemeClr val="hlink"/>
                </a:solidFill>
                <a:uFill>
                  <a:noFill/>
                </a:uFill>
                <a:latin typeface="Open Sans"/>
                <a:ea typeface="Open Sans"/>
                <a:cs typeface="Open Sans"/>
                <a:sym typeface="Open Sans"/>
                <a:hlinkClick r:id="rId3"/>
              </a:rPr>
              <a:t>Flaticon</a:t>
            </a:r>
            <a:r>
              <a:rPr b="1" i="0" lang="en-GB" sz="1100" u="none" cap="none" strike="noStrike">
                <a:solidFill>
                  <a:schemeClr val="dk1"/>
                </a:solidFill>
                <a:latin typeface="Open Sans"/>
                <a:ea typeface="Open Sans"/>
                <a:cs typeface="Open Sans"/>
                <a:sym typeface="Open Sans"/>
              </a:rPr>
              <a:t> </a:t>
            </a:r>
            <a:r>
              <a:rPr b="0" i="0" lang="en-GB" sz="1100" u="none" cap="none" strike="noStrike">
                <a:solidFill>
                  <a:schemeClr val="dk1"/>
                </a:solidFill>
                <a:latin typeface="Open Sans"/>
                <a:ea typeface="Open Sans"/>
                <a:cs typeface="Open Sans"/>
                <a:sym typeface="Open Sans"/>
              </a:rPr>
              <a:t>and infographics &amp; images by </a:t>
            </a:r>
            <a:r>
              <a:rPr b="1" i="0" lang="en-GB" sz="1100" u="none" cap="none" strike="noStrike">
                <a:solidFill>
                  <a:schemeClr val="hlink"/>
                </a:solidFill>
                <a:uFill>
                  <a:noFill/>
                </a:uFill>
                <a:latin typeface="Open Sans"/>
                <a:ea typeface="Open Sans"/>
                <a:cs typeface="Open Sans"/>
                <a:sym typeface="Open Sans"/>
                <a:hlinkClick r:id="rId4"/>
              </a:rPr>
              <a:t>Freepik</a:t>
            </a:r>
            <a:endParaRPr b="1" i="0" sz="1100" u="none" cap="none" strike="noStrike">
              <a:solidFill>
                <a:schemeClr val="dk1"/>
              </a:solidFill>
              <a:latin typeface="Open Sans"/>
              <a:ea typeface="Open Sans"/>
              <a:cs typeface="Open Sans"/>
              <a:sym typeface="Open Sans"/>
            </a:endParaRPr>
          </a:p>
        </p:txBody>
      </p:sp>
      <p:sp>
        <p:nvSpPr>
          <p:cNvPr id="603" name="Google Shape;603;p44"/>
          <p:cNvSpPr/>
          <p:nvPr/>
        </p:nvSpPr>
        <p:spPr>
          <a:xfrm>
            <a:off x="8852700" y="0"/>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04" name="Google Shape;604;p44"/>
          <p:cNvGrpSpPr/>
          <p:nvPr/>
        </p:nvGrpSpPr>
        <p:grpSpPr>
          <a:xfrm rot="5400000">
            <a:off x="6496005" y="-1319374"/>
            <a:ext cx="4762500" cy="1386000"/>
            <a:chOff x="-2333670" y="-733424"/>
            <a:chExt cx="4762500" cy="1386000"/>
          </a:xfrm>
        </p:grpSpPr>
        <p:sp>
          <p:nvSpPr>
            <p:cNvPr id="605" name="Google Shape;605;p44"/>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 name="Google Shape;606;p44"/>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 name="Google Shape;607;p44"/>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 name="Google Shape;608;p44"/>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9" name="Google Shape;609;p44"/>
          <p:cNvGrpSpPr/>
          <p:nvPr/>
        </p:nvGrpSpPr>
        <p:grpSpPr>
          <a:xfrm flipH="1" rot="10800000">
            <a:off x="4310239" y="4754891"/>
            <a:ext cx="3589973" cy="1044767"/>
            <a:chOff x="-2333670" y="-733424"/>
            <a:chExt cx="4762500" cy="1386000"/>
          </a:xfrm>
        </p:grpSpPr>
        <p:sp>
          <p:nvSpPr>
            <p:cNvPr id="610" name="Google Shape;610;p44"/>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44"/>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44"/>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 name="Google Shape;613;p44"/>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14" name="Shape 614"/>
        <p:cNvGrpSpPr/>
        <p:nvPr/>
      </p:nvGrpSpPr>
      <p:grpSpPr>
        <a:xfrm>
          <a:off x="0" y="0"/>
          <a:ext cx="0" cy="0"/>
          <a:chOff x="0" y="0"/>
          <a:chExt cx="0" cy="0"/>
        </a:xfrm>
      </p:grpSpPr>
      <p:sp>
        <p:nvSpPr>
          <p:cNvPr id="615" name="Google Shape;615;p45"/>
          <p:cNvSpPr txBox="1"/>
          <p:nvPr>
            <p:ph idx="1" type="body"/>
          </p:nvPr>
        </p:nvSpPr>
        <p:spPr>
          <a:xfrm>
            <a:off x="720000" y="1181100"/>
            <a:ext cx="7704000" cy="781200"/>
          </a:xfrm>
          <a:prstGeom prst="rect">
            <a:avLst/>
          </a:prstGeom>
          <a:noFill/>
          <a:ln>
            <a:noFill/>
          </a:ln>
        </p:spPr>
        <p:txBody>
          <a:bodyPr anchorCtr="0" anchor="t" bIns="91425" lIns="91425" spcFirstLastPara="1" rIns="91425" wrap="square" tIns="91425">
            <a:noAutofit/>
          </a:bodyPr>
          <a:lstStyle>
            <a:lvl1pPr indent="-317500" lvl="0" marL="457200" algn="ctr">
              <a:lnSpc>
                <a:spcPct val="100000"/>
              </a:lnSpc>
              <a:spcBef>
                <a:spcPts val="0"/>
              </a:spcBef>
              <a:spcAft>
                <a:spcPts val="0"/>
              </a:spcAft>
              <a:buClr>
                <a:schemeClr val="lt2"/>
              </a:buClr>
              <a:buSzPts val="1400"/>
              <a:buChar char="●"/>
              <a:defRPr/>
            </a:lvl1pPr>
            <a:lvl2pPr indent="-304800" lvl="1" marL="914400" algn="l">
              <a:lnSpc>
                <a:spcPct val="115000"/>
              </a:lnSpc>
              <a:spcBef>
                <a:spcPts val="0"/>
              </a:spcBef>
              <a:spcAft>
                <a:spcPts val="0"/>
              </a:spcAft>
              <a:buSzPts val="1200"/>
              <a:buChar char="○"/>
              <a:defRPr/>
            </a:lvl2pPr>
            <a:lvl3pPr indent="-304800" lvl="2" marL="1371600" algn="l">
              <a:lnSpc>
                <a:spcPct val="115000"/>
              </a:lnSpc>
              <a:spcBef>
                <a:spcPts val="0"/>
              </a:spcBef>
              <a:spcAft>
                <a:spcPts val="0"/>
              </a:spcAft>
              <a:buSzPts val="1200"/>
              <a:buChar char="■"/>
              <a:defRPr/>
            </a:lvl3pPr>
            <a:lvl4pPr indent="-304800" lvl="3" marL="1828800" algn="l">
              <a:lnSpc>
                <a:spcPct val="115000"/>
              </a:lnSpc>
              <a:spcBef>
                <a:spcPts val="0"/>
              </a:spcBef>
              <a:spcAft>
                <a:spcPts val="0"/>
              </a:spcAft>
              <a:buSzPts val="1200"/>
              <a:buChar char="●"/>
              <a:defRPr/>
            </a:lvl4pPr>
            <a:lvl5pPr indent="-304800" lvl="4" marL="2286000" algn="l">
              <a:lnSpc>
                <a:spcPct val="115000"/>
              </a:lnSpc>
              <a:spcBef>
                <a:spcPts val="0"/>
              </a:spcBef>
              <a:spcAft>
                <a:spcPts val="0"/>
              </a:spcAft>
              <a:buSzPts val="1200"/>
              <a:buChar char="○"/>
              <a:defRPr/>
            </a:lvl5pPr>
            <a:lvl6pPr indent="-304800" lvl="5" marL="2743200" algn="l">
              <a:lnSpc>
                <a:spcPct val="115000"/>
              </a:lnSpc>
              <a:spcBef>
                <a:spcPts val="0"/>
              </a:spcBef>
              <a:spcAft>
                <a:spcPts val="0"/>
              </a:spcAft>
              <a:buSzPts val="1200"/>
              <a:buChar char="■"/>
              <a:defRPr/>
            </a:lvl6pPr>
            <a:lvl7pPr indent="-304800" lvl="6" marL="3200400" algn="l">
              <a:lnSpc>
                <a:spcPct val="115000"/>
              </a:lnSpc>
              <a:spcBef>
                <a:spcPts val="0"/>
              </a:spcBef>
              <a:spcAft>
                <a:spcPts val="0"/>
              </a:spcAft>
              <a:buSzPts val="1200"/>
              <a:buChar char="●"/>
              <a:defRPr/>
            </a:lvl7pPr>
            <a:lvl8pPr indent="-304800" lvl="7" marL="3657600" algn="l">
              <a:lnSpc>
                <a:spcPct val="115000"/>
              </a:lnSpc>
              <a:spcBef>
                <a:spcPts val="0"/>
              </a:spcBef>
              <a:spcAft>
                <a:spcPts val="0"/>
              </a:spcAft>
              <a:buSzPts val="1200"/>
              <a:buChar char="○"/>
              <a:defRPr/>
            </a:lvl8pPr>
            <a:lvl9pPr indent="-304800" lvl="8" marL="4114800" algn="l">
              <a:lnSpc>
                <a:spcPct val="115000"/>
              </a:lnSpc>
              <a:spcBef>
                <a:spcPts val="0"/>
              </a:spcBef>
              <a:spcAft>
                <a:spcPts val="0"/>
              </a:spcAft>
              <a:buSzPts val="1200"/>
              <a:buChar char="■"/>
              <a:defRPr/>
            </a:lvl9pPr>
          </a:lstStyle>
          <a:p/>
        </p:txBody>
      </p:sp>
      <p:sp>
        <p:nvSpPr>
          <p:cNvPr id="616" name="Google Shape;616;p45"/>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617" name="Google Shape;617;p45"/>
          <p:cNvSpPr/>
          <p:nvPr/>
        </p:nvSpPr>
        <p:spPr>
          <a:xfrm>
            <a:off x="0" y="75"/>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18" name="Google Shape;618;p45"/>
          <p:cNvGrpSpPr/>
          <p:nvPr/>
        </p:nvGrpSpPr>
        <p:grpSpPr>
          <a:xfrm flipH="1" rot="10800000">
            <a:off x="-2869975" y="154316"/>
            <a:ext cx="3589973" cy="1044767"/>
            <a:chOff x="-2333670" y="-733424"/>
            <a:chExt cx="4762500" cy="1386000"/>
          </a:xfrm>
        </p:grpSpPr>
        <p:sp>
          <p:nvSpPr>
            <p:cNvPr id="619" name="Google Shape;619;p45"/>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45"/>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45"/>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45"/>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23" name="Google Shape;623;p45"/>
          <p:cNvSpPr/>
          <p:nvPr/>
        </p:nvSpPr>
        <p:spPr>
          <a:xfrm>
            <a:off x="8852700" y="0"/>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_1_1">
    <p:spTree>
      <p:nvGrpSpPr>
        <p:cNvPr id="624" name="Shape 624"/>
        <p:cNvGrpSpPr/>
        <p:nvPr/>
      </p:nvGrpSpPr>
      <p:grpSpPr>
        <a:xfrm>
          <a:off x="0" y="0"/>
          <a:ext cx="0" cy="0"/>
          <a:chOff x="0" y="0"/>
          <a:chExt cx="0" cy="0"/>
        </a:xfrm>
      </p:grpSpPr>
      <p:sp>
        <p:nvSpPr>
          <p:cNvPr id="625" name="Google Shape;625;p46"/>
          <p:cNvSpPr txBox="1"/>
          <p:nvPr>
            <p:ph idx="1" type="body"/>
          </p:nvPr>
        </p:nvSpPr>
        <p:spPr>
          <a:xfrm>
            <a:off x="720000" y="1152525"/>
            <a:ext cx="7704000" cy="34560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Clr>
                <a:schemeClr val="lt2"/>
              </a:buClr>
              <a:buSzPts val="1400"/>
              <a:buChar char="●"/>
              <a:defRPr sz="1400"/>
            </a:lvl1pPr>
            <a:lvl2pPr indent="-304800" lvl="1" marL="914400" algn="l">
              <a:lnSpc>
                <a:spcPct val="115000"/>
              </a:lnSpc>
              <a:spcBef>
                <a:spcPts val="1000"/>
              </a:spcBef>
              <a:spcAft>
                <a:spcPts val="0"/>
              </a:spcAft>
              <a:buSzPts val="1200"/>
              <a:buChar char="○"/>
              <a:defRPr/>
            </a:lvl2pPr>
            <a:lvl3pPr indent="-304800" lvl="2" marL="1371600" algn="l">
              <a:lnSpc>
                <a:spcPct val="115000"/>
              </a:lnSpc>
              <a:spcBef>
                <a:spcPts val="0"/>
              </a:spcBef>
              <a:spcAft>
                <a:spcPts val="0"/>
              </a:spcAft>
              <a:buSzPts val="1200"/>
              <a:buChar char="■"/>
              <a:defRPr/>
            </a:lvl3pPr>
            <a:lvl4pPr indent="-304800" lvl="3" marL="1828800" algn="l">
              <a:lnSpc>
                <a:spcPct val="115000"/>
              </a:lnSpc>
              <a:spcBef>
                <a:spcPts val="0"/>
              </a:spcBef>
              <a:spcAft>
                <a:spcPts val="0"/>
              </a:spcAft>
              <a:buSzPts val="1200"/>
              <a:buChar char="●"/>
              <a:defRPr/>
            </a:lvl4pPr>
            <a:lvl5pPr indent="-304800" lvl="4" marL="2286000" algn="l">
              <a:lnSpc>
                <a:spcPct val="115000"/>
              </a:lnSpc>
              <a:spcBef>
                <a:spcPts val="0"/>
              </a:spcBef>
              <a:spcAft>
                <a:spcPts val="0"/>
              </a:spcAft>
              <a:buSzPts val="1200"/>
              <a:buChar char="○"/>
              <a:defRPr/>
            </a:lvl5pPr>
            <a:lvl6pPr indent="-304800" lvl="5" marL="2743200" algn="l">
              <a:lnSpc>
                <a:spcPct val="115000"/>
              </a:lnSpc>
              <a:spcBef>
                <a:spcPts val="0"/>
              </a:spcBef>
              <a:spcAft>
                <a:spcPts val="0"/>
              </a:spcAft>
              <a:buSzPts val="1200"/>
              <a:buChar char="■"/>
              <a:defRPr/>
            </a:lvl6pPr>
            <a:lvl7pPr indent="-304800" lvl="6" marL="3200400" algn="l">
              <a:lnSpc>
                <a:spcPct val="115000"/>
              </a:lnSpc>
              <a:spcBef>
                <a:spcPts val="0"/>
              </a:spcBef>
              <a:spcAft>
                <a:spcPts val="0"/>
              </a:spcAft>
              <a:buSzPts val="1200"/>
              <a:buChar char="●"/>
              <a:defRPr/>
            </a:lvl7pPr>
            <a:lvl8pPr indent="-304800" lvl="7" marL="3657600" algn="l">
              <a:lnSpc>
                <a:spcPct val="115000"/>
              </a:lnSpc>
              <a:spcBef>
                <a:spcPts val="0"/>
              </a:spcBef>
              <a:spcAft>
                <a:spcPts val="0"/>
              </a:spcAft>
              <a:buSzPts val="1200"/>
              <a:buChar char="○"/>
              <a:defRPr/>
            </a:lvl8pPr>
            <a:lvl9pPr indent="-304800" lvl="8" marL="4114800" algn="l">
              <a:lnSpc>
                <a:spcPct val="115000"/>
              </a:lnSpc>
              <a:spcBef>
                <a:spcPts val="0"/>
              </a:spcBef>
              <a:spcAft>
                <a:spcPts val="0"/>
              </a:spcAft>
              <a:buSzPts val="1200"/>
              <a:buChar char="■"/>
              <a:defRPr/>
            </a:lvl9pPr>
          </a:lstStyle>
          <a:p/>
        </p:txBody>
      </p:sp>
      <p:sp>
        <p:nvSpPr>
          <p:cNvPr id="626" name="Google Shape;626;p46"/>
          <p:cNvSpPr txBox="1"/>
          <p:nvPr>
            <p:ph type="title"/>
          </p:nvPr>
        </p:nvSpPr>
        <p:spPr>
          <a:xfrm>
            <a:off x="720000" y="535000"/>
            <a:ext cx="7704000" cy="57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2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627" name="Google Shape;627;p46"/>
          <p:cNvSpPr/>
          <p:nvPr/>
        </p:nvSpPr>
        <p:spPr>
          <a:xfrm>
            <a:off x="0" y="75"/>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46"/>
          <p:cNvSpPr/>
          <p:nvPr/>
        </p:nvSpPr>
        <p:spPr>
          <a:xfrm>
            <a:off x="8852700" y="0"/>
            <a:ext cx="2913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29" name="Google Shape;629;p46"/>
          <p:cNvGrpSpPr/>
          <p:nvPr/>
        </p:nvGrpSpPr>
        <p:grpSpPr>
          <a:xfrm rot="5400000">
            <a:off x="7203370" y="-1407709"/>
            <a:ext cx="3589973" cy="1044767"/>
            <a:chOff x="-2333670" y="-733424"/>
            <a:chExt cx="4762500" cy="1386000"/>
          </a:xfrm>
        </p:grpSpPr>
        <p:sp>
          <p:nvSpPr>
            <p:cNvPr id="630" name="Google Shape;630;p46"/>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 name="Google Shape;631;p46"/>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 name="Google Shape;632;p46"/>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 name="Google Shape;633;p46"/>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4" name="Google Shape;634;p46"/>
          <p:cNvGrpSpPr/>
          <p:nvPr/>
        </p:nvGrpSpPr>
        <p:grpSpPr>
          <a:xfrm flipH="1" rot="10800000">
            <a:off x="-2936039" y="4487141"/>
            <a:ext cx="3589973" cy="1044767"/>
            <a:chOff x="-2333670" y="-733424"/>
            <a:chExt cx="4762500" cy="1386000"/>
          </a:xfrm>
        </p:grpSpPr>
        <p:sp>
          <p:nvSpPr>
            <p:cNvPr id="635" name="Google Shape;635;p46"/>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 name="Google Shape;636;p46"/>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 name="Google Shape;637;p46"/>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 name="Google Shape;638;p46"/>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39" name="Shape 639"/>
        <p:cNvGrpSpPr/>
        <p:nvPr/>
      </p:nvGrpSpPr>
      <p:grpSpPr>
        <a:xfrm>
          <a:off x="0" y="0"/>
          <a:ext cx="0" cy="0"/>
          <a:chOff x="0" y="0"/>
          <a:chExt cx="0" cy="0"/>
        </a:xfrm>
      </p:grpSpPr>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640" name="Shape 640"/>
        <p:cNvGrpSpPr/>
        <p:nvPr/>
      </p:nvGrpSpPr>
      <p:grpSpPr>
        <a:xfrm>
          <a:off x="0" y="0"/>
          <a:ext cx="0" cy="0"/>
          <a:chOff x="0" y="0"/>
          <a:chExt cx="0" cy="0"/>
        </a:xfrm>
      </p:grpSpPr>
      <p:grpSp>
        <p:nvGrpSpPr>
          <p:cNvPr id="641" name="Google Shape;641;p48"/>
          <p:cNvGrpSpPr/>
          <p:nvPr/>
        </p:nvGrpSpPr>
        <p:grpSpPr>
          <a:xfrm rot="5400000">
            <a:off x="-1827392" y="-1285259"/>
            <a:ext cx="3589973" cy="1044767"/>
            <a:chOff x="-2333670" y="-733424"/>
            <a:chExt cx="4762500" cy="1386000"/>
          </a:xfrm>
        </p:grpSpPr>
        <p:sp>
          <p:nvSpPr>
            <p:cNvPr id="642" name="Google Shape;642;p48"/>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 name="Google Shape;643;p48"/>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 name="Google Shape;644;p48"/>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 name="Google Shape;645;p48"/>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6" name="Google Shape;646;p48"/>
          <p:cNvGrpSpPr/>
          <p:nvPr/>
        </p:nvGrpSpPr>
        <p:grpSpPr>
          <a:xfrm rot="10800000">
            <a:off x="8581308" y="372341"/>
            <a:ext cx="3589973" cy="1044767"/>
            <a:chOff x="-2333670" y="-733424"/>
            <a:chExt cx="4762500" cy="1386000"/>
          </a:xfrm>
        </p:grpSpPr>
        <p:sp>
          <p:nvSpPr>
            <p:cNvPr id="647" name="Google Shape;647;p48"/>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 name="Google Shape;648;p48"/>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 name="Google Shape;649;p48"/>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 name="Google Shape;650;p48"/>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1" name="Google Shape;651;p48"/>
          <p:cNvSpPr/>
          <p:nvPr/>
        </p:nvSpPr>
        <p:spPr>
          <a:xfrm rot="5400000">
            <a:off x="4435950" y="416400"/>
            <a:ext cx="291300" cy="91629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652" name="Shape 652"/>
        <p:cNvGrpSpPr/>
        <p:nvPr/>
      </p:nvGrpSpPr>
      <p:grpSpPr>
        <a:xfrm>
          <a:off x="0" y="0"/>
          <a:ext cx="0" cy="0"/>
          <a:chOff x="0" y="0"/>
          <a:chExt cx="0" cy="0"/>
        </a:xfrm>
      </p:grpSpPr>
      <p:sp>
        <p:nvSpPr>
          <p:cNvPr id="653" name="Google Shape;653;p49"/>
          <p:cNvSpPr/>
          <p:nvPr/>
        </p:nvSpPr>
        <p:spPr>
          <a:xfrm>
            <a:off x="0" y="75"/>
            <a:ext cx="291300" cy="51435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 name="Google Shape;654;p49"/>
          <p:cNvSpPr/>
          <p:nvPr/>
        </p:nvSpPr>
        <p:spPr>
          <a:xfrm>
            <a:off x="8852700" y="0"/>
            <a:ext cx="2913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5" name="Google Shape;655;p49"/>
          <p:cNvGrpSpPr/>
          <p:nvPr/>
        </p:nvGrpSpPr>
        <p:grpSpPr>
          <a:xfrm rot="5400000">
            <a:off x="7203370" y="-1407709"/>
            <a:ext cx="3589973" cy="1044767"/>
            <a:chOff x="-2333670" y="-733424"/>
            <a:chExt cx="4762500" cy="1386000"/>
          </a:xfrm>
        </p:grpSpPr>
        <p:sp>
          <p:nvSpPr>
            <p:cNvPr id="656" name="Google Shape;656;p49"/>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49"/>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49"/>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 name="Google Shape;659;p49"/>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_1">
    <p:spTree>
      <p:nvGrpSpPr>
        <p:cNvPr id="660" name="Shape 660"/>
        <p:cNvGrpSpPr/>
        <p:nvPr/>
      </p:nvGrpSpPr>
      <p:grpSpPr>
        <a:xfrm>
          <a:off x="0" y="0"/>
          <a:ext cx="0" cy="0"/>
          <a:chOff x="0" y="0"/>
          <a:chExt cx="0" cy="0"/>
        </a:xfrm>
      </p:grpSpPr>
      <p:sp>
        <p:nvSpPr>
          <p:cNvPr id="661" name="Google Shape;661;p50"/>
          <p:cNvSpPr/>
          <p:nvPr/>
        </p:nvSpPr>
        <p:spPr>
          <a:xfrm>
            <a:off x="8852700" y="0"/>
            <a:ext cx="291300" cy="51435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2" name="Google Shape;662;p50"/>
          <p:cNvGrpSpPr/>
          <p:nvPr/>
        </p:nvGrpSpPr>
        <p:grpSpPr>
          <a:xfrm rot="5400000">
            <a:off x="-1827392" y="-1285259"/>
            <a:ext cx="3589973" cy="1044767"/>
            <a:chOff x="-2333670" y="-733424"/>
            <a:chExt cx="4762500" cy="1386000"/>
          </a:xfrm>
        </p:grpSpPr>
        <p:sp>
          <p:nvSpPr>
            <p:cNvPr id="663" name="Google Shape;663;p50"/>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 name="Google Shape;664;p50"/>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 name="Google Shape;665;p50"/>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50"/>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BLANK_1_1_1_1_1_1_1_1_1_1">
    <p:spTree>
      <p:nvGrpSpPr>
        <p:cNvPr id="667" name="Shape 667"/>
        <p:cNvGrpSpPr/>
        <p:nvPr/>
      </p:nvGrpSpPr>
      <p:grpSpPr>
        <a:xfrm>
          <a:off x="0" y="0"/>
          <a:ext cx="0" cy="0"/>
          <a:chOff x="0" y="0"/>
          <a:chExt cx="0" cy="0"/>
        </a:xfrm>
      </p:grpSpPr>
      <p:sp>
        <p:nvSpPr>
          <p:cNvPr id="668" name="Google Shape;668;p51"/>
          <p:cNvSpPr/>
          <p:nvPr/>
        </p:nvSpPr>
        <p:spPr>
          <a:xfrm flipH="1">
            <a:off x="-21389" y="0"/>
            <a:ext cx="2913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9" name="Google Shape;669;p51"/>
          <p:cNvGrpSpPr/>
          <p:nvPr/>
        </p:nvGrpSpPr>
        <p:grpSpPr>
          <a:xfrm flipH="1" rot="-5400000">
            <a:off x="7360030" y="-1285259"/>
            <a:ext cx="3589973" cy="1044767"/>
            <a:chOff x="-2333670" y="-733424"/>
            <a:chExt cx="4762500" cy="1386000"/>
          </a:xfrm>
        </p:grpSpPr>
        <p:sp>
          <p:nvSpPr>
            <p:cNvPr id="670" name="Google Shape;670;p51"/>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51"/>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51"/>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51"/>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677" name="Shape 677"/>
        <p:cNvGrpSpPr/>
        <p:nvPr/>
      </p:nvGrpSpPr>
      <p:grpSpPr>
        <a:xfrm>
          <a:off x="0" y="0"/>
          <a:ext cx="0" cy="0"/>
          <a:chOff x="0" y="0"/>
          <a:chExt cx="0" cy="0"/>
        </a:xfrm>
      </p:grpSpPr>
      <p:sp>
        <p:nvSpPr>
          <p:cNvPr id="678" name="Google Shape;678;p53"/>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Arial"/>
              <a:buNone/>
              <a:defRPr>
                <a:solidFill>
                  <a:schemeClr val="lt1"/>
                </a:solidFill>
                <a:latin typeface="Arial"/>
                <a:ea typeface="Arial"/>
                <a:cs typeface="Arial"/>
                <a:sym typeface="Arial"/>
              </a:defRPr>
            </a:lvl1pPr>
            <a:lvl2pPr lvl="1" algn="ctr">
              <a:lnSpc>
                <a:spcPct val="100000"/>
              </a:lnSpc>
              <a:spcBef>
                <a:spcPts val="0"/>
              </a:spcBef>
              <a:spcAft>
                <a:spcPts val="0"/>
              </a:spcAft>
              <a:buSzPts val="2400"/>
              <a:buFont typeface="Arial"/>
              <a:buNone/>
              <a:defRPr>
                <a:latin typeface="Arial"/>
                <a:ea typeface="Arial"/>
                <a:cs typeface="Arial"/>
                <a:sym typeface="Arial"/>
              </a:defRPr>
            </a:lvl2pPr>
            <a:lvl3pPr lvl="2" algn="ctr">
              <a:lnSpc>
                <a:spcPct val="100000"/>
              </a:lnSpc>
              <a:spcBef>
                <a:spcPts val="0"/>
              </a:spcBef>
              <a:spcAft>
                <a:spcPts val="0"/>
              </a:spcAft>
              <a:buSzPts val="2400"/>
              <a:buFont typeface="Arial"/>
              <a:buNone/>
              <a:defRPr>
                <a:latin typeface="Arial"/>
                <a:ea typeface="Arial"/>
                <a:cs typeface="Arial"/>
                <a:sym typeface="Arial"/>
              </a:defRPr>
            </a:lvl3pPr>
            <a:lvl4pPr lvl="3" algn="ctr">
              <a:lnSpc>
                <a:spcPct val="100000"/>
              </a:lnSpc>
              <a:spcBef>
                <a:spcPts val="0"/>
              </a:spcBef>
              <a:spcAft>
                <a:spcPts val="0"/>
              </a:spcAft>
              <a:buSzPts val="2400"/>
              <a:buFont typeface="Arial"/>
              <a:buNone/>
              <a:defRPr>
                <a:latin typeface="Arial"/>
                <a:ea typeface="Arial"/>
                <a:cs typeface="Arial"/>
                <a:sym typeface="Arial"/>
              </a:defRPr>
            </a:lvl4pPr>
            <a:lvl5pPr lvl="4" algn="ctr">
              <a:lnSpc>
                <a:spcPct val="100000"/>
              </a:lnSpc>
              <a:spcBef>
                <a:spcPts val="0"/>
              </a:spcBef>
              <a:spcAft>
                <a:spcPts val="0"/>
              </a:spcAft>
              <a:buSzPts val="2400"/>
              <a:buFont typeface="Arial"/>
              <a:buNone/>
              <a:defRPr>
                <a:latin typeface="Arial"/>
                <a:ea typeface="Arial"/>
                <a:cs typeface="Arial"/>
                <a:sym typeface="Arial"/>
              </a:defRPr>
            </a:lvl5pPr>
            <a:lvl6pPr lvl="5" algn="ctr">
              <a:lnSpc>
                <a:spcPct val="100000"/>
              </a:lnSpc>
              <a:spcBef>
                <a:spcPts val="0"/>
              </a:spcBef>
              <a:spcAft>
                <a:spcPts val="0"/>
              </a:spcAft>
              <a:buSzPts val="2400"/>
              <a:buFont typeface="Arial"/>
              <a:buNone/>
              <a:defRPr>
                <a:latin typeface="Arial"/>
                <a:ea typeface="Arial"/>
                <a:cs typeface="Arial"/>
                <a:sym typeface="Arial"/>
              </a:defRPr>
            </a:lvl6pPr>
            <a:lvl7pPr lvl="6" algn="ctr">
              <a:lnSpc>
                <a:spcPct val="100000"/>
              </a:lnSpc>
              <a:spcBef>
                <a:spcPts val="0"/>
              </a:spcBef>
              <a:spcAft>
                <a:spcPts val="0"/>
              </a:spcAft>
              <a:buSzPts val="2400"/>
              <a:buFont typeface="Arial"/>
              <a:buNone/>
              <a:defRPr>
                <a:latin typeface="Arial"/>
                <a:ea typeface="Arial"/>
                <a:cs typeface="Arial"/>
                <a:sym typeface="Arial"/>
              </a:defRPr>
            </a:lvl7pPr>
            <a:lvl8pPr lvl="7" algn="ctr">
              <a:lnSpc>
                <a:spcPct val="100000"/>
              </a:lnSpc>
              <a:spcBef>
                <a:spcPts val="0"/>
              </a:spcBef>
              <a:spcAft>
                <a:spcPts val="0"/>
              </a:spcAft>
              <a:buSzPts val="2400"/>
              <a:buFont typeface="Arial"/>
              <a:buNone/>
              <a:defRPr>
                <a:latin typeface="Arial"/>
                <a:ea typeface="Arial"/>
                <a:cs typeface="Arial"/>
                <a:sym typeface="Arial"/>
              </a:defRPr>
            </a:lvl8pPr>
            <a:lvl9pPr lvl="8" algn="ctr">
              <a:lnSpc>
                <a:spcPct val="100000"/>
              </a:lnSpc>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79" name="Shape 67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2" Type="http://schemas.openxmlformats.org/officeDocument/2006/relationships/theme" Target="../theme/theme2.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31.xml"/><Relationship Id="rId22" Type="http://schemas.openxmlformats.org/officeDocument/2006/relationships/slideLayout" Target="../slideLayouts/slideLayout33.xml"/><Relationship Id="rId21" Type="http://schemas.openxmlformats.org/officeDocument/2006/relationships/slideLayout" Target="../slideLayouts/slideLayout32.xml"/><Relationship Id="rId24" Type="http://schemas.openxmlformats.org/officeDocument/2006/relationships/slideLayout" Target="../slideLayouts/slideLayout35.xml"/><Relationship Id="rId23" Type="http://schemas.openxmlformats.org/officeDocument/2006/relationships/slideLayout" Target="../slideLayouts/slideLayout34.xml"/><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9" Type="http://schemas.openxmlformats.org/officeDocument/2006/relationships/slideLayout" Target="../slideLayouts/slideLayout20.xml"/><Relationship Id="rId26" Type="http://schemas.openxmlformats.org/officeDocument/2006/relationships/slideLayout" Target="../slideLayouts/slideLayout37.xml"/><Relationship Id="rId25" Type="http://schemas.openxmlformats.org/officeDocument/2006/relationships/slideLayout" Target="../slideLayouts/slideLayout36.xml"/><Relationship Id="rId28" Type="http://schemas.openxmlformats.org/officeDocument/2006/relationships/slideLayout" Target="../slideLayouts/slideLayout39.xml"/><Relationship Id="rId27" Type="http://schemas.openxmlformats.org/officeDocument/2006/relationships/slideLayout" Target="../slideLayouts/slideLayout38.xml"/><Relationship Id="rId5" Type="http://schemas.openxmlformats.org/officeDocument/2006/relationships/slideLayout" Target="../slideLayouts/slideLayout16.xml"/><Relationship Id="rId6" Type="http://schemas.openxmlformats.org/officeDocument/2006/relationships/slideLayout" Target="../slideLayouts/slideLayout17.xml"/><Relationship Id="rId29" Type="http://schemas.openxmlformats.org/officeDocument/2006/relationships/slideLayout" Target="../slideLayouts/slideLayout40.xml"/><Relationship Id="rId7" Type="http://schemas.openxmlformats.org/officeDocument/2006/relationships/slideLayout" Target="../slideLayouts/slideLayout18.xml"/><Relationship Id="rId8" Type="http://schemas.openxmlformats.org/officeDocument/2006/relationships/slideLayout" Target="../slideLayouts/slideLayout19.xml"/><Relationship Id="rId31" Type="http://schemas.openxmlformats.org/officeDocument/2006/relationships/slideLayout" Target="../slideLayouts/slideLayout42.xml"/><Relationship Id="rId30" Type="http://schemas.openxmlformats.org/officeDocument/2006/relationships/slideLayout" Target="../slideLayouts/slideLayout41.xml"/><Relationship Id="rId11" Type="http://schemas.openxmlformats.org/officeDocument/2006/relationships/slideLayout" Target="../slideLayouts/slideLayout22.xml"/><Relationship Id="rId33" Type="http://schemas.openxmlformats.org/officeDocument/2006/relationships/slideLayout" Target="../slideLayouts/slideLayout44.xml"/><Relationship Id="rId10" Type="http://schemas.openxmlformats.org/officeDocument/2006/relationships/slideLayout" Target="../slideLayouts/slideLayout21.xml"/><Relationship Id="rId32" Type="http://schemas.openxmlformats.org/officeDocument/2006/relationships/slideLayout" Target="../slideLayouts/slideLayout43.xml"/><Relationship Id="rId13" Type="http://schemas.openxmlformats.org/officeDocument/2006/relationships/slideLayout" Target="../slideLayouts/slideLayout24.xml"/><Relationship Id="rId35" Type="http://schemas.openxmlformats.org/officeDocument/2006/relationships/slideLayout" Target="../slideLayouts/slideLayout46.xml"/><Relationship Id="rId12" Type="http://schemas.openxmlformats.org/officeDocument/2006/relationships/slideLayout" Target="../slideLayouts/slideLayout23.xml"/><Relationship Id="rId34" Type="http://schemas.openxmlformats.org/officeDocument/2006/relationships/slideLayout" Target="../slideLayouts/slideLayout45.xml"/><Relationship Id="rId15" Type="http://schemas.openxmlformats.org/officeDocument/2006/relationships/slideLayout" Target="../slideLayouts/slideLayout26.xml"/><Relationship Id="rId37" Type="http://schemas.openxmlformats.org/officeDocument/2006/relationships/slideLayout" Target="../slideLayouts/slideLayout48.xml"/><Relationship Id="rId14" Type="http://schemas.openxmlformats.org/officeDocument/2006/relationships/slideLayout" Target="../slideLayouts/slideLayout25.xml"/><Relationship Id="rId36" Type="http://schemas.openxmlformats.org/officeDocument/2006/relationships/slideLayout" Target="../slideLayouts/slideLayout47.xml"/><Relationship Id="rId17" Type="http://schemas.openxmlformats.org/officeDocument/2006/relationships/slideLayout" Target="../slideLayouts/slideLayout28.xml"/><Relationship Id="rId39" Type="http://schemas.openxmlformats.org/officeDocument/2006/relationships/theme" Target="../theme/theme4.xml"/><Relationship Id="rId16" Type="http://schemas.openxmlformats.org/officeDocument/2006/relationships/slideLayout" Target="../slideLayouts/slideLayout27.xml"/><Relationship Id="rId38" Type="http://schemas.openxmlformats.org/officeDocument/2006/relationships/slideLayout" Target="../slideLayouts/slideLayout49.xml"/><Relationship Id="rId19" Type="http://schemas.openxmlformats.org/officeDocument/2006/relationships/slideLayout" Target="../slideLayouts/slideLayout30.xml"/><Relationship Id="rId18"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slideLayout" Target="../slideLayouts/slideLayout51.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nSpc>
                <a:spcPct val="115000"/>
              </a:lnSpc>
              <a:spcBef>
                <a:spcPts val="0"/>
              </a:spcBef>
              <a:spcAft>
                <a:spcPts val="0"/>
              </a:spcAft>
              <a:buClr>
                <a:schemeClr val="dk2"/>
              </a:buClr>
              <a:buSzPts val="1800"/>
              <a:buChar char="●"/>
              <a:defRPr sz="1800">
                <a:solidFill>
                  <a:schemeClr val="dk2"/>
                </a:solidFill>
              </a:defRPr>
            </a:lvl1pPr>
            <a:lvl2pPr indent="-317500" lvl="1" marL="914400">
              <a:lnSpc>
                <a:spcPct val="115000"/>
              </a:lnSpc>
              <a:spcBef>
                <a:spcPts val="0"/>
              </a:spcBef>
              <a:spcAft>
                <a:spcPts val="0"/>
              </a:spcAft>
              <a:buClr>
                <a:schemeClr val="dk2"/>
              </a:buClr>
              <a:buSzPts val="1400"/>
              <a:buChar char="○"/>
              <a:defRPr>
                <a:solidFill>
                  <a:schemeClr val="dk2"/>
                </a:solidFill>
              </a:defRPr>
            </a:lvl2pPr>
            <a:lvl3pPr indent="-317500" lvl="2" marL="1371600">
              <a:lnSpc>
                <a:spcPct val="115000"/>
              </a:lnSpc>
              <a:spcBef>
                <a:spcPts val="0"/>
              </a:spcBef>
              <a:spcAft>
                <a:spcPts val="0"/>
              </a:spcAft>
              <a:buClr>
                <a:schemeClr val="dk2"/>
              </a:buClr>
              <a:buSzPts val="1400"/>
              <a:buChar char="■"/>
              <a:defRPr>
                <a:solidFill>
                  <a:schemeClr val="dk2"/>
                </a:solidFill>
              </a:defRPr>
            </a:lvl3pPr>
            <a:lvl4pPr indent="-317500" lvl="3" marL="1828800">
              <a:lnSpc>
                <a:spcPct val="115000"/>
              </a:lnSpc>
              <a:spcBef>
                <a:spcPts val="0"/>
              </a:spcBef>
              <a:spcAft>
                <a:spcPts val="0"/>
              </a:spcAft>
              <a:buClr>
                <a:schemeClr val="dk2"/>
              </a:buClr>
              <a:buSzPts val="1400"/>
              <a:buChar char="●"/>
              <a:defRPr>
                <a:solidFill>
                  <a:schemeClr val="dk2"/>
                </a:solidFill>
              </a:defRPr>
            </a:lvl4pPr>
            <a:lvl5pPr indent="-317500" lvl="4" marL="2286000">
              <a:lnSpc>
                <a:spcPct val="115000"/>
              </a:lnSpc>
              <a:spcBef>
                <a:spcPts val="0"/>
              </a:spcBef>
              <a:spcAft>
                <a:spcPts val="0"/>
              </a:spcAft>
              <a:buClr>
                <a:schemeClr val="dk2"/>
              </a:buClr>
              <a:buSzPts val="1400"/>
              <a:buChar char="○"/>
              <a:defRPr>
                <a:solidFill>
                  <a:schemeClr val="dk2"/>
                </a:solidFill>
              </a:defRPr>
            </a:lvl5pPr>
            <a:lvl6pPr indent="-317500" lvl="5" marL="2743200">
              <a:lnSpc>
                <a:spcPct val="115000"/>
              </a:lnSpc>
              <a:spcBef>
                <a:spcPts val="0"/>
              </a:spcBef>
              <a:spcAft>
                <a:spcPts val="0"/>
              </a:spcAft>
              <a:buClr>
                <a:schemeClr val="dk2"/>
              </a:buClr>
              <a:buSzPts val="1400"/>
              <a:buChar char="■"/>
              <a:defRPr>
                <a:solidFill>
                  <a:schemeClr val="dk2"/>
                </a:solidFill>
              </a:defRPr>
            </a:lvl6pPr>
            <a:lvl7pPr indent="-317500" lvl="6" marL="3200400">
              <a:lnSpc>
                <a:spcPct val="115000"/>
              </a:lnSpc>
              <a:spcBef>
                <a:spcPts val="0"/>
              </a:spcBef>
              <a:spcAft>
                <a:spcPts val="0"/>
              </a:spcAft>
              <a:buClr>
                <a:schemeClr val="dk2"/>
              </a:buClr>
              <a:buSzPts val="1400"/>
              <a:buChar char="●"/>
              <a:defRPr>
                <a:solidFill>
                  <a:schemeClr val="dk2"/>
                </a:solidFill>
              </a:defRPr>
            </a:lvl7pPr>
            <a:lvl8pPr indent="-317500" lvl="7" marL="3657600">
              <a:lnSpc>
                <a:spcPct val="115000"/>
              </a:lnSpc>
              <a:spcBef>
                <a:spcPts val="0"/>
              </a:spcBef>
              <a:spcAft>
                <a:spcPts val="0"/>
              </a:spcAft>
              <a:buClr>
                <a:schemeClr val="dk2"/>
              </a:buClr>
              <a:buSzPts val="1400"/>
              <a:buChar char="○"/>
              <a:defRPr>
                <a:solidFill>
                  <a:schemeClr val="dk2"/>
                </a:solidFill>
              </a:defRPr>
            </a:lvl8pPr>
            <a:lvl9pPr indent="-317500" lvl="8" marL="4114800">
              <a:lnSpc>
                <a:spcPct val="115000"/>
              </a:lnSpc>
              <a:spcBef>
                <a:spcPts val="0"/>
              </a:spcBef>
              <a:spcAft>
                <a:spcPts val="0"/>
              </a:spcAft>
              <a:buClr>
                <a:schemeClr val="dk2"/>
              </a:buClr>
              <a:buSzPts val="1400"/>
              <a:buChar char="■"/>
              <a:defRPr>
                <a:solidFill>
                  <a:schemeClr val="dk2"/>
                </a:solidFil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GB"/>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0" name="Shape 50"/>
        <p:cNvGrpSpPr/>
        <p:nvPr/>
      </p:nvGrpSpPr>
      <p:grpSpPr>
        <a:xfrm>
          <a:off x="0" y="0"/>
          <a:ext cx="0" cy="0"/>
          <a:chOff x="0" y="0"/>
          <a:chExt cx="0" cy="0"/>
        </a:xfrm>
      </p:grpSpPr>
      <p:sp>
        <p:nvSpPr>
          <p:cNvPr id="51" name="Google Shape;51;p13"/>
          <p:cNvSpPr txBox="1"/>
          <p:nvPr>
            <p:ph type="title"/>
          </p:nvPr>
        </p:nvSpPr>
        <p:spPr>
          <a:xfrm>
            <a:off x="715100" y="535000"/>
            <a:ext cx="7713900" cy="576000"/>
          </a:xfrm>
          <a:prstGeom prst="rect">
            <a:avLst/>
          </a:prstGeom>
          <a:noFill/>
          <a:ln>
            <a:noFill/>
          </a:ln>
        </p:spPr>
        <p:txBody>
          <a:bodyPr anchorCtr="0" anchor="t" bIns="91425" lIns="91425" spcFirstLastPara="1" rIns="91425" wrap="square" tIns="91425">
            <a:noAutofit/>
          </a:bodyPr>
          <a:lstStyle>
            <a:lvl1pPr lvl="0" marR="0" rtl="0" algn="l">
              <a:lnSpc>
                <a:spcPct val="100000"/>
              </a:lnSpc>
              <a:spcBef>
                <a:spcPts val="0"/>
              </a:spcBef>
              <a:spcAft>
                <a:spcPts val="0"/>
              </a:spcAft>
              <a:buClr>
                <a:schemeClr val="dk1"/>
              </a:buClr>
              <a:buSzPts val="3200"/>
              <a:buFont typeface="Raleway Black"/>
              <a:buNone/>
              <a:defRPr b="0" i="0" sz="3200" u="none" cap="none" strike="noStrike">
                <a:solidFill>
                  <a:schemeClr val="dk1"/>
                </a:solidFill>
                <a:latin typeface="Raleway Black"/>
                <a:ea typeface="Raleway Black"/>
                <a:cs typeface="Raleway Black"/>
                <a:sym typeface="Raleway Black"/>
              </a:defRPr>
            </a:lvl1pPr>
            <a:lvl2pPr lvl="1"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2pPr>
            <a:lvl3pPr lvl="2"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3pPr>
            <a:lvl4pPr lvl="3"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4pPr>
            <a:lvl5pPr lvl="4"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5pPr>
            <a:lvl6pPr lvl="5"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6pPr>
            <a:lvl7pPr lvl="6"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7pPr>
            <a:lvl8pPr lvl="7"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8pPr>
            <a:lvl9pPr lvl="8"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9pPr>
          </a:lstStyle>
          <a:p/>
        </p:txBody>
      </p:sp>
      <p:sp>
        <p:nvSpPr>
          <p:cNvPr id="52" name="Google Shape;52;p13"/>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04800" lvl="0" marL="457200" marR="0" rtl="0" algn="l">
              <a:lnSpc>
                <a:spcPct val="100000"/>
              </a:lnSpc>
              <a:spcBef>
                <a:spcPts val="0"/>
              </a:spcBef>
              <a:spcAft>
                <a:spcPts val="0"/>
              </a:spcAft>
              <a:buClr>
                <a:schemeClr val="dk1"/>
              </a:buClr>
              <a:buSzPts val="1200"/>
              <a:buFont typeface="Open Sans"/>
              <a:buChar char="●"/>
              <a:defRPr b="0" i="0" sz="1200" u="none" cap="none" strike="noStrike">
                <a:solidFill>
                  <a:schemeClr val="dk1"/>
                </a:solidFill>
                <a:latin typeface="Open Sans"/>
                <a:ea typeface="Open Sans"/>
                <a:cs typeface="Open Sans"/>
                <a:sym typeface="Open Sans"/>
              </a:defRPr>
            </a:lvl1pPr>
            <a:lvl2pPr indent="-304800" lvl="1" marL="914400" marR="0" rtl="0" algn="l">
              <a:lnSpc>
                <a:spcPct val="100000"/>
              </a:lnSpc>
              <a:spcBef>
                <a:spcPts val="1600"/>
              </a:spcBef>
              <a:spcAft>
                <a:spcPts val="0"/>
              </a:spcAft>
              <a:buClr>
                <a:schemeClr val="dk1"/>
              </a:buClr>
              <a:buSzPts val="1200"/>
              <a:buFont typeface="Open Sans"/>
              <a:buChar char="○"/>
              <a:defRPr b="0" i="0" sz="1200" u="none" cap="none" strike="noStrike">
                <a:solidFill>
                  <a:schemeClr val="dk1"/>
                </a:solidFill>
                <a:latin typeface="Open Sans"/>
                <a:ea typeface="Open Sans"/>
                <a:cs typeface="Open Sans"/>
                <a:sym typeface="Open Sans"/>
              </a:defRPr>
            </a:lvl2pPr>
            <a:lvl3pPr indent="-304800" lvl="2" marL="1371600" marR="0" rtl="0" algn="l">
              <a:lnSpc>
                <a:spcPct val="100000"/>
              </a:lnSpc>
              <a:spcBef>
                <a:spcPts val="1600"/>
              </a:spcBef>
              <a:spcAft>
                <a:spcPts val="0"/>
              </a:spcAft>
              <a:buClr>
                <a:schemeClr val="dk1"/>
              </a:buClr>
              <a:buSzPts val="1200"/>
              <a:buFont typeface="Open Sans"/>
              <a:buChar char="■"/>
              <a:defRPr b="0" i="0" sz="1200" u="none" cap="none" strike="noStrike">
                <a:solidFill>
                  <a:schemeClr val="dk1"/>
                </a:solidFill>
                <a:latin typeface="Open Sans"/>
                <a:ea typeface="Open Sans"/>
                <a:cs typeface="Open Sans"/>
                <a:sym typeface="Open Sans"/>
              </a:defRPr>
            </a:lvl3pPr>
            <a:lvl4pPr indent="-304800" lvl="3" marL="1828800" marR="0" rtl="0" algn="l">
              <a:lnSpc>
                <a:spcPct val="100000"/>
              </a:lnSpc>
              <a:spcBef>
                <a:spcPts val="1600"/>
              </a:spcBef>
              <a:spcAft>
                <a:spcPts val="0"/>
              </a:spcAft>
              <a:buClr>
                <a:schemeClr val="dk1"/>
              </a:buClr>
              <a:buSzPts val="1200"/>
              <a:buFont typeface="Open Sans"/>
              <a:buChar char="●"/>
              <a:defRPr b="0" i="0" sz="1200" u="none" cap="none" strike="noStrike">
                <a:solidFill>
                  <a:schemeClr val="dk1"/>
                </a:solidFill>
                <a:latin typeface="Open Sans"/>
                <a:ea typeface="Open Sans"/>
                <a:cs typeface="Open Sans"/>
                <a:sym typeface="Open Sans"/>
              </a:defRPr>
            </a:lvl4pPr>
            <a:lvl5pPr indent="-304800" lvl="4" marL="2286000" marR="0" rtl="0" algn="l">
              <a:lnSpc>
                <a:spcPct val="100000"/>
              </a:lnSpc>
              <a:spcBef>
                <a:spcPts val="1600"/>
              </a:spcBef>
              <a:spcAft>
                <a:spcPts val="0"/>
              </a:spcAft>
              <a:buClr>
                <a:schemeClr val="dk1"/>
              </a:buClr>
              <a:buSzPts val="1200"/>
              <a:buFont typeface="Open Sans"/>
              <a:buChar char="○"/>
              <a:defRPr b="0" i="0" sz="1200" u="none" cap="none" strike="noStrike">
                <a:solidFill>
                  <a:schemeClr val="dk1"/>
                </a:solidFill>
                <a:latin typeface="Open Sans"/>
                <a:ea typeface="Open Sans"/>
                <a:cs typeface="Open Sans"/>
                <a:sym typeface="Open Sans"/>
              </a:defRPr>
            </a:lvl5pPr>
            <a:lvl6pPr indent="-304800" lvl="5" marL="2743200" marR="0" rtl="0" algn="l">
              <a:lnSpc>
                <a:spcPct val="100000"/>
              </a:lnSpc>
              <a:spcBef>
                <a:spcPts val="1600"/>
              </a:spcBef>
              <a:spcAft>
                <a:spcPts val="0"/>
              </a:spcAft>
              <a:buClr>
                <a:schemeClr val="dk1"/>
              </a:buClr>
              <a:buSzPts val="1200"/>
              <a:buFont typeface="Open Sans"/>
              <a:buChar char="■"/>
              <a:defRPr b="0" i="0" sz="1200" u="none" cap="none" strike="noStrike">
                <a:solidFill>
                  <a:schemeClr val="dk1"/>
                </a:solidFill>
                <a:latin typeface="Open Sans"/>
                <a:ea typeface="Open Sans"/>
                <a:cs typeface="Open Sans"/>
                <a:sym typeface="Open Sans"/>
              </a:defRPr>
            </a:lvl6pPr>
            <a:lvl7pPr indent="-304800" lvl="6" marL="3200400" marR="0" rtl="0" algn="l">
              <a:lnSpc>
                <a:spcPct val="100000"/>
              </a:lnSpc>
              <a:spcBef>
                <a:spcPts val="1600"/>
              </a:spcBef>
              <a:spcAft>
                <a:spcPts val="0"/>
              </a:spcAft>
              <a:buClr>
                <a:schemeClr val="dk1"/>
              </a:buClr>
              <a:buSzPts val="1200"/>
              <a:buFont typeface="Open Sans"/>
              <a:buChar char="●"/>
              <a:defRPr b="0" i="0" sz="1200" u="none" cap="none" strike="noStrike">
                <a:solidFill>
                  <a:schemeClr val="dk1"/>
                </a:solidFill>
                <a:latin typeface="Open Sans"/>
                <a:ea typeface="Open Sans"/>
                <a:cs typeface="Open Sans"/>
                <a:sym typeface="Open Sans"/>
              </a:defRPr>
            </a:lvl7pPr>
            <a:lvl8pPr indent="-304800" lvl="7" marL="3657600" marR="0" rtl="0" algn="l">
              <a:lnSpc>
                <a:spcPct val="100000"/>
              </a:lnSpc>
              <a:spcBef>
                <a:spcPts val="1600"/>
              </a:spcBef>
              <a:spcAft>
                <a:spcPts val="0"/>
              </a:spcAft>
              <a:buClr>
                <a:schemeClr val="dk1"/>
              </a:buClr>
              <a:buSzPts val="1200"/>
              <a:buFont typeface="Open Sans"/>
              <a:buChar char="○"/>
              <a:defRPr b="0" i="0" sz="1200" u="none" cap="none" strike="noStrike">
                <a:solidFill>
                  <a:schemeClr val="dk1"/>
                </a:solidFill>
                <a:latin typeface="Open Sans"/>
                <a:ea typeface="Open Sans"/>
                <a:cs typeface="Open Sans"/>
                <a:sym typeface="Open Sans"/>
              </a:defRPr>
            </a:lvl8pPr>
            <a:lvl9pPr indent="-304800" lvl="8" marL="4114800" marR="0" rtl="0" algn="l">
              <a:lnSpc>
                <a:spcPct val="100000"/>
              </a:lnSpc>
              <a:spcBef>
                <a:spcPts val="1600"/>
              </a:spcBef>
              <a:spcAft>
                <a:spcPts val="1600"/>
              </a:spcAft>
              <a:buClr>
                <a:schemeClr val="dk1"/>
              </a:buClr>
              <a:buSzPts val="1200"/>
              <a:buFont typeface="Open Sans"/>
              <a:buChar char="■"/>
              <a:defRPr b="0" i="0" sz="1200" u="none" cap="none" strike="noStrike">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 id="2147483672" r:id="rId14"/>
    <p:sldLayoutId id="2147483673" r:id="rId15"/>
    <p:sldLayoutId id="2147483674" r:id="rId16"/>
    <p:sldLayoutId id="2147483675" r:id="rId17"/>
    <p:sldLayoutId id="2147483676" r:id="rId18"/>
    <p:sldLayoutId id="2147483677" r:id="rId19"/>
    <p:sldLayoutId id="2147483678" r:id="rId20"/>
    <p:sldLayoutId id="2147483679" r:id="rId21"/>
    <p:sldLayoutId id="2147483680" r:id="rId22"/>
    <p:sldLayoutId id="2147483681" r:id="rId23"/>
    <p:sldLayoutId id="2147483682" r:id="rId24"/>
    <p:sldLayoutId id="2147483683" r:id="rId25"/>
    <p:sldLayoutId id="2147483684" r:id="rId26"/>
    <p:sldLayoutId id="2147483685" r:id="rId27"/>
    <p:sldLayoutId id="2147483686" r:id="rId28"/>
    <p:sldLayoutId id="2147483687" r:id="rId29"/>
    <p:sldLayoutId id="2147483688" r:id="rId30"/>
    <p:sldLayoutId id="2147483689" r:id="rId31"/>
    <p:sldLayoutId id="2147483690" r:id="rId32"/>
    <p:sldLayoutId id="2147483691" r:id="rId33"/>
    <p:sldLayoutId id="2147483692" r:id="rId34"/>
    <p:sldLayoutId id="2147483693" r:id="rId35"/>
    <p:sldLayoutId id="2147483694" r:id="rId36"/>
    <p:sldLayoutId id="2147483695" r:id="rId37"/>
    <p:sldLayoutId id="2147483696" r:id="rId3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74" name="Shape 674"/>
        <p:cNvGrpSpPr/>
        <p:nvPr/>
      </p:nvGrpSpPr>
      <p:grpSpPr>
        <a:xfrm>
          <a:off x="0" y="0"/>
          <a:ext cx="0" cy="0"/>
          <a:chOff x="0" y="0"/>
          <a:chExt cx="0" cy="0"/>
        </a:xfrm>
      </p:grpSpPr>
      <p:sp>
        <p:nvSpPr>
          <p:cNvPr id="675" name="Google Shape;675;p5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1pPr>
            <a:lvl2pPr lvl="1"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2pPr>
            <a:lvl3pPr lvl="2"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3pPr>
            <a:lvl4pPr lvl="3"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4pPr>
            <a:lvl5pPr lvl="4"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5pPr>
            <a:lvl6pPr lvl="5"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6pPr>
            <a:lvl7pPr lvl="6"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7pPr>
            <a:lvl8pPr lvl="7"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8pPr>
            <a:lvl9pPr lvl="8"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9pPr>
          </a:lstStyle>
          <a:p/>
        </p:txBody>
      </p:sp>
      <p:sp>
        <p:nvSpPr>
          <p:cNvPr id="676" name="Google Shape;676;p5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7" r:id="rId1"/>
    <p:sldLayoutId id="2147483698"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xml"/><Relationship Id="rId3" Type="http://schemas.openxmlformats.org/officeDocument/2006/relationships/image" Target="../media/image11.jpg"/><Relationship Id="rId4" Type="http://schemas.openxmlformats.org/officeDocument/2006/relationships/image" Target="../media/image14.png"/><Relationship Id="rId5" Type="http://schemas.openxmlformats.org/officeDocument/2006/relationships/image" Target="../media/image15.png"/><Relationship Id="rId6" Type="http://schemas.openxmlformats.org/officeDocument/2006/relationships/image" Target="../media/image2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7.xml"/><Relationship Id="rId3" Type="http://schemas.openxmlformats.org/officeDocument/2006/relationships/image" Target="../media/image18.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9.xml"/><Relationship Id="rId3" Type="http://schemas.openxmlformats.org/officeDocument/2006/relationships/image" Target="../media/image19.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0.xml"/><Relationship Id="rId3" Type="http://schemas.openxmlformats.org/officeDocument/2006/relationships/image" Target="../media/image24.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1.xml"/><Relationship Id="rId3" Type="http://schemas.openxmlformats.org/officeDocument/2006/relationships/image" Target="../media/image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 Id="rId3" Type="http://schemas.openxmlformats.org/officeDocument/2006/relationships/image" Target="../media/image2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 Id="rId3" Type="http://schemas.openxmlformats.org/officeDocument/2006/relationships/image" Target="../media/image1.gif"/></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image" Target="../media/image2.gif"/></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2.xml"/><Relationship Id="rId3" Type="http://schemas.openxmlformats.org/officeDocument/2006/relationships/image" Target="../media/image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image" Target="../media/image21.png"/><Relationship Id="rId4" Type="http://schemas.openxmlformats.org/officeDocument/2006/relationships/image" Target="../media/image17.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 Id="rId3" Type="http://schemas.openxmlformats.org/officeDocument/2006/relationships/image" Target="../media/image13.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 Id="rId3" Type="http://schemas.openxmlformats.org/officeDocument/2006/relationships/image" Target="../media/image16.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 Id="rId3" Type="http://schemas.openxmlformats.org/officeDocument/2006/relationships/image" Target="../media/image20.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 Id="rId3" Type="http://schemas.openxmlformats.org/officeDocument/2006/relationships/image" Target="../media/image5.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 Id="rId3" Type="http://schemas.openxmlformats.org/officeDocument/2006/relationships/image" Target="../media/image1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slide" Target="/ppt/slides/slide3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9.xml"/><Relationship Id="rId3" Type="http://schemas.openxmlformats.org/officeDocument/2006/relationships/hyperlink" Target="https://fonts.google.com/specimen/Raleway" TargetMode="External"/><Relationship Id="rId4" Type="http://schemas.openxmlformats.org/officeDocument/2006/relationships/hyperlink" Target="https://fonts.google.com/specimen/Open+Sans"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4.png"/><Relationship Id="rId14" Type="http://schemas.openxmlformats.org/officeDocument/2006/relationships/image" Target="../media/image8.png"/><Relationship Id="rId17" Type="http://schemas.openxmlformats.org/officeDocument/2006/relationships/image" Target="../media/image9.png"/><Relationship Id="rId16" Type="http://schemas.openxmlformats.org/officeDocument/2006/relationships/image" Target="../media/image10.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1.xml"/><Relationship Id="rId3" Type="http://schemas.openxmlformats.org/officeDocument/2006/relationships/hyperlink" Target="https://bit.ly/2ZjL1pd"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7.xml"/><Relationship Id="rId3" Type="http://schemas.openxmlformats.org/officeDocument/2006/relationships/hyperlink" Target="https://workspace.google.com/marketplace/app/icons_for_slides_docs/381578326502" TargetMode="Externa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53.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sp>
        <p:nvSpPr>
          <p:cNvPr id="684" name="Google Shape;684;p55"/>
          <p:cNvSpPr txBox="1"/>
          <p:nvPr>
            <p:ph type="ctrTitle"/>
          </p:nvPr>
        </p:nvSpPr>
        <p:spPr>
          <a:xfrm>
            <a:off x="262725" y="484675"/>
            <a:ext cx="8313600" cy="49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000">
                <a:latin typeface="Raleway"/>
                <a:ea typeface="Raleway"/>
                <a:cs typeface="Raleway"/>
                <a:sym typeface="Raleway"/>
              </a:rPr>
              <a:t>Mention the strength of the engineered features and the need to understand the data</a:t>
            </a:r>
            <a:br>
              <a:rPr lang="en-GB" sz="1000">
                <a:latin typeface="Raleway"/>
                <a:ea typeface="Raleway"/>
                <a:cs typeface="Raleway"/>
                <a:sym typeface="Raleway"/>
              </a:rPr>
            </a:br>
            <a:r>
              <a:rPr lang="en-GB" sz="1000">
                <a:latin typeface="Raleway"/>
                <a:ea typeface="Raleway"/>
                <a:cs typeface="Raleway"/>
                <a:sym typeface="Raleway"/>
              </a:rPr>
              <a:t>  - We did this well, which explains the good AUC score for even Log Reg baseline to perform well (0.775)</a:t>
            </a:r>
            <a:br>
              <a:rPr lang="en-GB" sz="1000">
                <a:latin typeface="Raleway"/>
                <a:ea typeface="Raleway"/>
                <a:cs typeface="Raleway"/>
                <a:sym typeface="Raleway"/>
              </a:rPr>
            </a:br>
            <a:br>
              <a:rPr lang="en-GB" sz="1000">
                <a:latin typeface="Raleway"/>
                <a:ea typeface="Raleway"/>
                <a:cs typeface="Raleway"/>
                <a:sym typeface="Raleway"/>
              </a:rPr>
            </a:br>
            <a:r>
              <a:rPr lang="en-GB" sz="1000">
                <a:latin typeface="Raleway"/>
                <a:ea typeface="Raleway"/>
                <a:cs typeface="Raleway"/>
                <a:sym typeface="Raleway"/>
              </a:rPr>
              <a:t>Spend a decent amount of time explaining the data preprocessing part - it is after all a key aspect of ML projects</a:t>
            </a:r>
            <a:br>
              <a:rPr lang="en-GB" sz="1000">
                <a:latin typeface="Raleway"/>
                <a:ea typeface="Raleway"/>
                <a:cs typeface="Raleway"/>
                <a:sym typeface="Raleway"/>
              </a:rPr>
            </a:br>
            <a:br>
              <a:rPr lang="en-GB" sz="1000">
                <a:latin typeface="Raleway"/>
                <a:ea typeface="Raleway"/>
                <a:cs typeface="Raleway"/>
                <a:sym typeface="Raleway"/>
              </a:rPr>
            </a:br>
            <a:r>
              <a:rPr lang="en-GB" sz="1000">
                <a:latin typeface="Raleway"/>
                <a:ea typeface="Raleway"/>
                <a:cs typeface="Raleway"/>
                <a:sym typeface="Raleway"/>
              </a:rPr>
              <a:t>Conclude with the 5 level Risk Tiering model - 65% of frauds in 25% of customers</a:t>
            </a: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r>
              <a:rPr lang="en-GB" sz="1000"/>
              <a:t>Intro</a:t>
            </a:r>
            <a:endParaRPr sz="1000"/>
          </a:p>
          <a:p>
            <a:pPr indent="0" lvl="0" marL="457200" rtl="0" algn="l">
              <a:spcBef>
                <a:spcPts val="0"/>
              </a:spcBef>
              <a:spcAft>
                <a:spcPts val="0"/>
              </a:spcAft>
              <a:buNone/>
            </a:pPr>
            <a:r>
              <a:rPr lang="en-GB" sz="1000">
                <a:latin typeface="Raleway"/>
                <a:ea typeface="Raleway"/>
                <a:cs typeface="Raleway"/>
                <a:sym typeface="Raleway"/>
              </a:rPr>
              <a:t>- Problem</a:t>
            </a:r>
            <a:br>
              <a:rPr lang="en-GB" sz="1000">
                <a:latin typeface="Raleway"/>
                <a:ea typeface="Raleway"/>
                <a:cs typeface="Raleway"/>
                <a:sym typeface="Raleway"/>
              </a:rPr>
            </a:br>
            <a:r>
              <a:rPr lang="en-GB" sz="1000">
                <a:latin typeface="Raleway"/>
                <a:ea typeface="Raleway"/>
                <a:cs typeface="Raleway"/>
                <a:sym typeface="Raleway"/>
              </a:rPr>
              <a:t>- Data intro </a:t>
            </a:r>
            <a:br>
              <a:rPr lang="en-GB" sz="1000">
                <a:latin typeface="Raleway"/>
                <a:ea typeface="Raleway"/>
                <a:cs typeface="Raleway"/>
                <a:sym typeface="Raleway"/>
              </a:rPr>
            </a:br>
            <a:endParaRPr sz="1000">
              <a:latin typeface="Raleway"/>
              <a:ea typeface="Raleway"/>
              <a:cs typeface="Raleway"/>
              <a:sym typeface="Raleway"/>
            </a:endParaRPr>
          </a:p>
          <a:p>
            <a:pPr indent="0" lvl="0" marL="0" rtl="0" algn="l">
              <a:spcBef>
                <a:spcPts val="0"/>
              </a:spcBef>
              <a:spcAft>
                <a:spcPts val="0"/>
              </a:spcAft>
              <a:buNone/>
            </a:pPr>
            <a:r>
              <a:rPr lang="en-GB" sz="1000"/>
              <a:t>Methodology</a:t>
            </a:r>
            <a:br>
              <a:rPr lang="en-GB" sz="1000">
                <a:latin typeface="Raleway"/>
                <a:ea typeface="Raleway"/>
                <a:cs typeface="Raleway"/>
                <a:sym typeface="Raleway"/>
              </a:rPr>
            </a:br>
            <a:br>
              <a:rPr lang="en-GB" sz="1000">
                <a:latin typeface="Raleway"/>
                <a:ea typeface="Raleway"/>
                <a:cs typeface="Raleway"/>
                <a:sym typeface="Raleway"/>
              </a:rPr>
            </a:br>
            <a:r>
              <a:rPr lang="en-GB" sz="1000">
                <a:latin typeface="Raleway"/>
                <a:ea typeface="Raleway"/>
                <a:cs typeface="Raleway"/>
                <a:sym typeface="Raleway"/>
              </a:rPr>
              <a:t>  - Before Modeling</a:t>
            </a:r>
            <a:br>
              <a:rPr lang="en-GB" sz="1000">
                <a:latin typeface="Raleway"/>
                <a:ea typeface="Raleway"/>
                <a:cs typeface="Raleway"/>
                <a:sym typeface="Raleway"/>
              </a:rPr>
            </a:br>
            <a:r>
              <a:rPr lang="en-GB" sz="1000">
                <a:latin typeface="Raleway"/>
                <a:ea typeface="Raleway"/>
                <a:cs typeface="Raleway"/>
                <a:sym typeface="Raleway"/>
              </a:rPr>
              <a:t>      - Data Exploration</a:t>
            </a:r>
            <a:br>
              <a:rPr lang="en-GB" sz="1000">
                <a:latin typeface="Raleway"/>
                <a:ea typeface="Raleway"/>
                <a:cs typeface="Raleway"/>
                <a:sym typeface="Raleway"/>
              </a:rPr>
            </a:br>
            <a:r>
              <a:rPr lang="en-GB" sz="1000">
                <a:latin typeface="Raleway"/>
                <a:ea typeface="Raleway"/>
                <a:cs typeface="Raleway"/>
                <a:sym typeface="Raleway"/>
              </a:rPr>
              <a:t>      - Feature Engineering</a:t>
            </a:r>
            <a:br>
              <a:rPr lang="en-GB" sz="1000">
                <a:latin typeface="Raleway"/>
                <a:ea typeface="Raleway"/>
                <a:cs typeface="Raleway"/>
                <a:sym typeface="Raleway"/>
              </a:rPr>
            </a:br>
            <a:br>
              <a:rPr lang="en-GB" sz="1000">
                <a:latin typeface="Raleway"/>
                <a:ea typeface="Raleway"/>
                <a:cs typeface="Raleway"/>
                <a:sym typeface="Raleway"/>
              </a:rPr>
            </a:br>
            <a:r>
              <a:rPr lang="en-GB" sz="1000">
                <a:latin typeface="Raleway"/>
                <a:ea typeface="Raleway"/>
                <a:cs typeface="Raleway"/>
                <a:sym typeface="Raleway"/>
              </a:rPr>
              <a:t>  - Modeling</a:t>
            </a:r>
            <a:br>
              <a:rPr lang="en-GB" sz="1000">
                <a:latin typeface="Raleway"/>
                <a:ea typeface="Raleway"/>
                <a:cs typeface="Raleway"/>
                <a:sym typeface="Raleway"/>
              </a:rPr>
            </a:br>
            <a:r>
              <a:rPr lang="en-GB" sz="1000">
                <a:latin typeface="Raleway"/>
                <a:ea typeface="Raleway"/>
                <a:cs typeface="Raleway"/>
                <a:sym typeface="Raleway"/>
              </a:rPr>
              <a:t>      - Stratify</a:t>
            </a:r>
            <a:br>
              <a:rPr lang="en-GB" sz="1000">
                <a:latin typeface="Raleway"/>
                <a:ea typeface="Raleway"/>
                <a:cs typeface="Raleway"/>
                <a:sym typeface="Raleway"/>
              </a:rPr>
            </a:br>
            <a:r>
              <a:rPr lang="en-GB" sz="1000">
                <a:latin typeface="Raleway"/>
                <a:ea typeface="Raleway"/>
                <a:cs typeface="Raleway"/>
                <a:sym typeface="Raleway"/>
              </a:rPr>
              <a:t>      - Baseline Models ()</a:t>
            </a:r>
            <a:br>
              <a:rPr lang="en-GB" sz="1000">
                <a:latin typeface="Raleway"/>
                <a:ea typeface="Raleway"/>
                <a:cs typeface="Raleway"/>
                <a:sym typeface="Raleway"/>
              </a:rPr>
            </a:br>
            <a:r>
              <a:rPr lang="en-GB" sz="1000">
                <a:latin typeface="Raleway"/>
                <a:ea typeface="Raleway"/>
                <a:cs typeface="Raleway"/>
                <a:sym typeface="Raleway"/>
              </a:rPr>
              <a:t>      - Tree based models (RF, XGBoost)</a:t>
            </a:r>
            <a:br>
              <a:rPr lang="en-GB" sz="1000">
                <a:latin typeface="Raleway"/>
                <a:ea typeface="Raleway"/>
                <a:cs typeface="Raleway"/>
                <a:sym typeface="Raleway"/>
              </a:rPr>
            </a:br>
            <a:r>
              <a:rPr lang="en-GB" sz="1000">
                <a:latin typeface="Raleway"/>
                <a:ea typeface="Raleway"/>
                <a:cs typeface="Raleway"/>
                <a:sym typeface="Raleway"/>
              </a:rPr>
              <a:t>      - Advanced Models (LightGBM + Isolation Forest)</a:t>
            </a:r>
            <a:br>
              <a:rPr lang="en-GB" sz="1000">
                <a:latin typeface="Raleway"/>
                <a:ea typeface="Raleway"/>
                <a:cs typeface="Raleway"/>
                <a:sym typeface="Raleway"/>
              </a:rPr>
            </a:br>
            <a:r>
              <a:rPr lang="en-GB" sz="1000">
                <a:latin typeface="Raleway"/>
                <a:ea typeface="Raleway"/>
                <a:cs typeface="Raleway"/>
                <a:sym typeface="Raleway"/>
              </a:rPr>
              <a:t>      - K-fold cross validation</a:t>
            </a:r>
            <a:br>
              <a:rPr lang="en-GB" sz="1000">
                <a:latin typeface="Raleway"/>
                <a:ea typeface="Raleway"/>
                <a:cs typeface="Raleway"/>
                <a:sym typeface="Raleway"/>
              </a:rPr>
            </a:br>
            <a:br>
              <a:rPr lang="en-GB" sz="1000">
                <a:latin typeface="Raleway"/>
                <a:ea typeface="Raleway"/>
                <a:cs typeface="Raleway"/>
                <a:sym typeface="Raleway"/>
              </a:rPr>
            </a:br>
            <a:r>
              <a:rPr lang="en-GB" sz="1000">
                <a:latin typeface="Raleway"/>
                <a:ea typeface="Raleway"/>
                <a:cs typeface="Raleway"/>
                <a:sym typeface="Raleway"/>
              </a:rPr>
              <a:t>  - After Modeling</a:t>
            </a:r>
            <a:br>
              <a:rPr lang="en-GB" sz="1000">
                <a:latin typeface="Raleway"/>
                <a:ea typeface="Raleway"/>
                <a:cs typeface="Raleway"/>
                <a:sym typeface="Raleway"/>
              </a:rPr>
            </a:br>
            <a:r>
              <a:rPr lang="en-GB" sz="1000">
                <a:latin typeface="Raleway"/>
                <a:ea typeface="Raleway"/>
                <a:cs typeface="Raleway"/>
                <a:sym typeface="Raleway"/>
              </a:rPr>
              <a:t>      - Threshold Tuning</a:t>
            </a:r>
            <a:br>
              <a:rPr lang="en-GB" sz="1000">
                <a:latin typeface="Raleway"/>
                <a:ea typeface="Raleway"/>
                <a:cs typeface="Raleway"/>
                <a:sym typeface="Raleway"/>
              </a:rPr>
            </a:br>
            <a:r>
              <a:rPr lang="en-GB" sz="1000">
                <a:latin typeface="Raleway"/>
                <a:ea typeface="Raleway"/>
                <a:cs typeface="Raleway"/>
                <a:sym typeface="Raleway"/>
              </a:rPr>
              <a:t>      - Hyperparameter Tuning</a:t>
            </a:r>
            <a:br>
              <a:rPr lang="en-GB" sz="1000">
                <a:latin typeface="Raleway"/>
                <a:ea typeface="Raleway"/>
                <a:cs typeface="Raleway"/>
                <a:sym typeface="Raleway"/>
              </a:rPr>
            </a:br>
            <a:r>
              <a:rPr lang="en-GB" sz="1000">
                <a:latin typeface="Raleway"/>
                <a:ea typeface="Raleway"/>
                <a:cs typeface="Raleway"/>
                <a:sym typeface="Raleway"/>
              </a:rPr>
              <a:t>      - Ensemble Models</a:t>
            </a:r>
            <a:br>
              <a:rPr lang="en-GB" sz="1000">
                <a:latin typeface="Raleway"/>
                <a:ea typeface="Raleway"/>
                <a:cs typeface="Raleway"/>
                <a:sym typeface="Raleway"/>
              </a:rPr>
            </a:br>
            <a:br>
              <a:rPr lang="en-GB" sz="1000">
                <a:latin typeface="Raleway"/>
                <a:ea typeface="Raleway"/>
                <a:cs typeface="Raleway"/>
                <a:sym typeface="Raleway"/>
              </a:rPr>
            </a:br>
            <a:r>
              <a:rPr lang="en-GB" sz="1000">
                <a:latin typeface="Raleway"/>
                <a:ea typeface="Raleway"/>
                <a:cs typeface="Raleway"/>
                <a:sym typeface="Raleway"/>
              </a:rPr>
              <a:t>  - Evaluation</a:t>
            </a:r>
            <a:br>
              <a:rPr lang="en-GB" sz="1000">
                <a:latin typeface="Raleway"/>
                <a:ea typeface="Raleway"/>
                <a:cs typeface="Raleway"/>
                <a:sym typeface="Raleway"/>
              </a:rPr>
            </a:br>
            <a:r>
              <a:rPr lang="en-GB" sz="1000">
                <a:latin typeface="Raleway"/>
                <a:ea typeface="Raleway"/>
                <a:cs typeface="Raleway"/>
                <a:sym typeface="Raleway"/>
              </a:rPr>
              <a:t>      - Recall, Precision, F1, AUC</a:t>
            </a:r>
            <a:br>
              <a:rPr lang="en-GB" sz="1000">
                <a:latin typeface="Raleway"/>
                <a:ea typeface="Raleway"/>
                <a:cs typeface="Raleway"/>
                <a:sym typeface="Raleway"/>
              </a:rPr>
            </a:br>
            <a:r>
              <a:rPr lang="en-GB" sz="1000">
                <a:latin typeface="Raleway"/>
                <a:ea typeface="Raleway"/>
                <a:cs typeface="Raleway"/>
                <a:sym typeface="Raleway"/>
              </a:rPr>
              <a:t>      - Why AUC chosen as main evaluation method</a:t>
            </a:r>
            <a:br>
              <a:rPr lang="en-GB" sz="1000">
                <a:latin typeface="Raleway"/>
                <a:ea typeface="Raleway"/>
                <a:cs typeface="Raleway"/>
                <a:sym typeface="Raleway"/>
              </a:rPr>
            </a:br>
            <a:r>
              <a:rPr lang="en-GB" sz="1000">
                <a:latin typeface="Raleway"/>
                <a:ea typeface="Raleway"/>
                <a:cs typeface="Raleway"/>
                <a:sym typeface="Raleway"/>
              </a:rPr>
              <a:t>      - Recall as secondary evaluation</a:t>
            </a: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endParaRPr sz="1000">
              <a:latin typeface="Raleway"/>
              <a:ea typeface="Raleway"/>
              <a:cs typeface="Raleway"/>
              <a:sym typeface="Raleway"/>
            </a:endParaRPr>
          </a:p>
        </p:txBody>
      </p:sp>
      <p:sp>
        <p:nvSpPr>
          <p:cNvPr id="685" name="Google Shape;685;p55"/>
          <p:cNvSpPr txBox="1"/>
          <p:nvPr>
            <p:ph type="ctrTitle"/>
          </p:nvPr>
        </p:nvSpPr>
        <p:spPr>
          <a:xfrm>
            <a:off x="3950675" y="1757575"/>
            <a:ext cx="8313600" cy="238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000"/>
              <a:t>Results</a:t>
            </a:r>
            <a:br>
              <a:rPr lang="en-GB" sz="1000">
                <a:latin typeface="Raleway"/>
                <a:ea typeface="Raleway"/>
                <a:cs typeface="Raleway"/>
                <a:sym typeface="Raleway"/>
              </a:rPr>
            </a:br>
            <a:br>
              <a:rPr lang="en-GB" sz="1000">
                <a:latin typeface="Raleway"/>
                <a:ea typeface="Raleway"/>
                <a:cs typeface="Raleway"/>
                <a:sym typeface="Raleway"/>
              </a:rPr>
            </a:br>
            <a:r>
              <a:rPr lang="en-GB" sz="1000">
                <a:latin typeface="Raleway"/>
                <a:ea typeface="Raleway"/>
                <a:cs typeface="Raleway"/>
                <a:sym typeface="Raleway"/>
              </a:rPr>
              <a:t>  - Baseline Model Result / Takeaway</a:t>
            </a:r>
            <a:br>
              <a:rPr lang="en-GB" sz="1000">
                <a:latin typeface="Raleway"/>
                <a:ea typeface="Raleway"/>
                <a:cs typeface="Raleway"/>
                <a:sym typeface="Raleway"/>
              </a:rPr>
            </a:br>
            <a:br>
              <a:rPr lang="en-GB" sz="1000">
                <a:latin typeface="Raleway"/>
                <a:ea typeface="Raleway"/>
                <a:cs typeface="Raleway"/>
                <a:sym typeface="Raleway"/>
              </a:rPr>
            </a:br>
            <a:r>
              <a:rPr lang="en-GB" sz="1000">
                <a:latin typeface="Raleway"/>
                <a:ea typeface="Raleway"/>
                <a:cs typeface="Raleway"/>
                <a:sym typeface="Raleway"/>
              </a:rPr>
              <a:t>  - Top 5 Model</a:t>
            </a:r>
            <a:br>
              <a:rPr lang="en-GB" sz="1000">
                <a:latin typeface="Raleway"/>
                <a:ea typeface="Raleway"/>
                <a:cs typeface="Raleway"/>
                <a:sym typeface="Raleway"/>
              </a:rPr>
            </a:br>
            <a:r>
              <a:rPr lang="en-GB" sz="1000">
                <a:latin typeface="Raleway"/>
                <a:ea typeface="Raleway"/>
                <a:cs typeface="Raleway"/>
                <a:sym typeface="Raleway"/>
              </a:rPr>
              <a:t>      - Best Performer (Voting Ensemble)</a:t>
            </a:r>
            <a:br>
              <a:rPr lang="en-GB" sz="1000">
                <a:latin typeface="Raleway"/>
                <a:ea typeface="Raleway"/>
                <a:cs typeface="Raleway"/>
                <a:sym typeface="Raleway"/>
              </a:rPr>
            </a:br>
            <a:r>
              <a:rPr lang="en-GB" sz="1000">
                <a:latin typeface="Raleway"/>
                <a:ea typeface="Raleway"/>
                <a:cs typeface="Raleway"/>
                <a:sym typeface="Raleway"/>
              </a:rPr>
              <a:t>      - Comparison with other 4</a:t>
            </a:r>
            <a:endParaRPr sz="1000">
              <a:latin typeface="Raleway"/>
              <a:ea typeface="Raleway"/>
              <a:cs typeface="Raleway"/>
              <a:sym typeface="Raleway"/>
            </a:endParaRPr>
          </a:p>
          <a:p>
            <a:pPr indent="0" lvl="0" marL="0" rtl="0" algn="l">
              <a:spcBef>
                <a:spcPts val="0"/>
              </a:spcBef>
              <a:spcAft>
                <a:spcPts val="0"/>
              </a:spcAft>
              <a:buNone/>
            </a:pPr>
            <a:r>
              <a:t/>
            </a:r>
            <a:endParaRPr sz="1000">
              <a:latin typeface="Raleway"/>
              <a:ea typeface="Raleway"/>
              <a:cs typeface="Raleway"/>
              <a:sym typeface="Raleway"/>
            </a:endParaRPr>
          </a:p>
          <a:p>
            <a:pPr indent="0" lvl="0" marL="0" rtl="0" algn="l">
              <a:spcBef>
                <a:spcPts val="0"/>
              </a:spcBef>
              <a:spcAft>
                <a:spcPts val="0"/>
              </a:spcAft>
              <a:buNone/>
            </a:pPr>
            <a:r>
              <a:rPr lang="en-GB" sz="1000"/>
              <a:t>Conclusion</a:t>
            </a:r>
            <a:br>
              <a:rPr lang="en-GB" sz="1000">
                <a:latin typeface="Raleway"/>
                <a:ea typeface="Raleway"/>
                <a:cs typeface="Raleway"/>
                <a:sym typeface="Raleway"/>
              </a:rPr>
            </a:br>
            <a:br>
              <a:rPr lang="en-GB" sz="1000">
                <a:latin typeface="Raleway"/>
                <a:ea typeface="Raleway"/>
                <a:cs typeface="Raleway"/>
                <a:sym typeface="Raleway"/>
              </a:rPr>
            </a:br>
            <a:r>
              <a:rPr lang="en-GB" sz="1000">
                <a:latin typeface="Raleway"/>
                <a:ea typeface="Raleway"/>
                <a:cs typeface="Raleway"/>
                <a:sym typeface="Raleway"/>
              </a:rPr>
              <a:t>  - Business Application</a:t>
            </a:r>
            <a:br>
              <a:rPr lang="en-GB" sz="1000">
                <a:latin typeface="Raleway"/>
                <a:ea typeface="Raleway"/>
                <a:cs typeface="Raleway"/>
                <a:sym typeface="Raleway"/>
              </a:rPr>
            </a:br>
            <a:r>
              <a:rPr lang="en-GB" sz="1000">
                <a:latin typeface="Raleway"/>
                <a:ea typeface="Raleway"/>
                <a:cs typeface="Raleway"/>
                <a:sym typeface="Raleway"/>
              </a:rPr>
              <a:t>      - Model Deployment Suggestion (resource / time required)</a:t>
            </a:r>
            <a:br>
              <a:rPr lang="en-GB" sz="1000">
                <a:latin typeface="Raleway"/>
                <a:ea typeface="Raleway"/>
                <a:cs typeface="Raleway"/>
                <a:sym typeface="Raleway"/>
              </a:rPr>
            </a:br>
            <a:r>
              <a:rPr lang="en-GB" sz="1000">
                <a:latin typeface="Raleway"/>
                <a:ea typeface="Raleway"/>
                <a:cs typeface="Raleway"/>
                <a:sym typeface="Raleway"/>
              </a:rPr>
              <a:t>      - 5 Risk Tier ; Segmentation of Customers</a:t>
            </a: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br>
              <a:rPr lang="en-GB" sz="1000">
                <a:latin typeface="Raleway"/>
                <a:ea typeface="Raleway"/>
                <a:cs typeface="Raleway"/>
                <a:sym typeface="Raleway"/>
              </a:rPr>
            </a:br>
            <a:endParaRPr sz="1000">
              <a:latin typeface="Raleway"/>
              <a:ea typeface="Raleway"/>
              <a:cs typeface="Raleway"/>
              <a:sym typeface="Raleway"/>
            </a:endParaRPr>
          </a:p>
        </p:txBody>
      </p:sp>
      <p:sp>
        <p:nvSpPr>
          <p:cNvPr id="686" name="Google Shape;686;p55"/>
          <p:cNvSpPr/>
          <p:nvPr/>
        </p:nvSpPr>
        <p:spPr>
          <a:xfrm>
            <a:off x="1892075" y="1776425"/>
            <a:ext cx="177950" cy="1409425"/>
          </a:xfrm>
          <a:custGeom>
            <a:rect b="b" l="l" r="r" t="t"/>
            <a:pathLst>
              <a:path extrusionOk="0" h="56377" w="7118">
                <a:moveTo>
                  <a:pt x="2184" y="0"/>
                </a:moveTo>
                <a:cubicBezTo>
                  <a:pt x="10673" y="0"/>
                  <a:pt x="5581" y="16749"/>
                  <a:pt x="5581" y="25238"/>
                </a:cubicBezTo>
                <a:cubicBezTo>
                  <a:pt x="5581" y="33085"/>
                  <a:pt x="6363" y="40970"/>
                  <a:pt x="5581" y="48778"/>
                </a:cubicBezTo>
                <a:cubicBezTo>
                  <a:pt x="5337" y="51214"/>
                  <a:pt x="6521" y="54528"/>
                  <a:pt x="4610" y="56058"/>
                </a:cubicBezTo>
                <a:cubicBezTo>
                  <a:pt x="3395" y="57030"/>
                  <a:pt x="1556" y="55330"/>
                  <a:pt x="0" y="55330"/>
                </a:cubicBezTo>
              </a:path>
            </a:pathLst>
          </a:custGeom>
          <a:noFill/>
          <a:ln cap="flat" cmpd="sng" w="19050">
            <a:solidFill>
              <a:schemeClr val="accent1"/>
            </a:solidFill>
            <a:prstDash val="solid"/>
            <a:round/>
            <a:headEnd len="med" w="med" type="none"/>
            <a:tailEnd len="med" w="med" type="none"/>
          </a:ln>
        </p:spPr>
      </p:sp>
      <p:sp>
        <p:nvSpPr>
          <p:cNvPr id="687" name="Google Shape;687;p55"/>
          <p:cNvSpPr/>
          <p:nvPr/>
        </p:nvSpPr>
        <p:spPr>
          <a:xfrm>
            <a:off x="3263175" y="3205988"/>
            <a:ext cx="187675" cy="872375"/>
          </a:xfrm>
          <a:custGeom>
            <a:rect b="b" l="l" r="r" t="t"/>
            <a:pathLst>
              <a:path extrusionOk="0" h="34895" w="7507">
                <a:moveTo>
                  <a:pt x="1942" y="331"/>
                </a:moveTo>
                <a:cubicBezTo>
                  <a:pt x="3317" y="331"/>
                  <a:pt x="4888" y="-376"/>
                  <a:pt x="6067" y="331"/>
                </a:cubicBezTo>
                <a:cubicBezTo>
                  <a:pt x="9397" y="2328"/>
                  <a:pt x="5517" y="8135"/>
                  <a:pt x="6067" y="11979"/>
                </a:cubicBezTo>
                <a:cubicBezTo>
                  <a:pt x="6846" y="17425"/>
                  <a:pt x="6990" y="23022"/>
                  <a:pt x="6310" y="28481"/>
                </a:cubicBezTo>
                <a:cubicBezTo>
                  <a:pt x="6059" y="30494"/>
                  <a:pt x="7639" y="33641"/>
                  <a:pt x="5824" y="34548"/>
                </a:cubicBezTo>
                <a:cubicBezTo>
                  <a:pt x="4086" y="35417"/>
                  <a:pt x="1943" y="34306"/>
                  <a:pt x="0" y="34306"/>
                </a:cubicBezTo>
              </a:path>
            </a:pathLst>
          </a:custGeom>
          <a:noFill/>
          <a:ln cap="flat" cmpd="sng" w="19050">
            <a:solidFill>
              <a:schemeClr val="accent1"/>
            </a:solidFill>
            <a:prstDash val="solid"/>
            <a:round/>
            <a:headEnd len="med" w="med" type="none"/>
            <a:tailEnd len="med" w="med" type="none"/>
          </a:ln>
        </p:spPr>
      </p:sp>
      <p:sp>
        <p:nvSpPr>
          <p:cNvPr id="688" name="Google Shape;688;p55"/>
          <p:cNvSpPr/>
          <p:nvPr/>
        </p:nvSpPr>
        <p:spPr>
          <a:xfrm>
            <a:off x="3033900" y="4139900"/>
            <a:ext cx="177945" cy="1098817"/>
          </a:xfrm>
          <a:custGeom>
            <a:rect b="b" l="l" r="r" t="t"/>
            <a:pathLst>
              <a:path extrusionOk="0" h="35795" w="8367">
                <a:moveTo>
                  <a:pt x="1457" y="590"/>
                </a:moveTo>
                <a:cubicBezTo>
                  <a:pt x="3236" y="590"/>
                  <a:pt x="5537" y="-668"/>
                  <a:pt x="6795" y="590"/>
                </a:cubicBezTo>
                <a:cubicBezTo>
                  <a:pt x="10638" y="4433"/>
                  <a:pt x="6183" y="11448"/>
                  <a:pt x="5582" y="16849"/>
                </a:cubicBezTo>
                <a:cubicBezTo>
                  <a:pt x="4911" y="22879"/>
                  <a:pt x="8052" y="29623"/>
                  <a:pt x="5339" y="35050"/>
                </a:cubicBezTo>
                <a:cubicBezTo>
                  <a:pt x="4543" y="36642"/>
                  <a:pt x="1780" y="35050"/>
                  <a:pt x="0" y="35050"/>
                </a:cubicBezTo>
              </a:path>
            </a:pathLst>
          </a:custGeom>
          <a:noFill/>
          <a:ln cap="flat" cmpd="sng" w="19050">
            <a:solidFill>
              <a:schemeClr val="accent1"/>
            </a:solidFill>
            <a:prstDash val="solid"/>
            <a:round/>
            <a:headEnd len="med" w="med" type="none"/>
            <a:tailEnd len="med" w="med" type="none"/>
          </a:ln>
        </p:spPr>
      </p:sp>
      <p:sp>
        <p:nvSpPr>
          <p:cNvPr id="689" name="Google Shape;689;p55"/>
          <p:cNvSpPr/>
          <p:nvPr/>
        </p:nvSpPr>
        <p:spPr>
          <a:xfrm>
            <a:off x="7710200" y="1748730"/>
            <a:ext cx="280925" cy="2019125"/>
          </a:xfrm>
          <a:custGeom>
            <a:rect b="b" l="l" r="r" t="t"/>
            <a:pathLst>
              <a:path extrusionOk="0" h="80765" w="11237">
                <a:moveTo>
                  <a:pt x="0" y="1108"/>
                </a:moveTo>
                <a:cubicBezTo>
                  <a:pt x="2994" y="1108"/>
                  <a:pt x="7800" y="-1401"/>
                  <a:pt x="8979" y="1351"/>
                </a:cubicBezTo>
                <a:cubicBezTo>
                  <a:pt x="11148" y="6412"/>
                  <a:pt x="9523" y="12350"/>
                  <a:pt x="9707" y="17853"/>
                </a:cubicBezTo>
                <a:cubicBezTo>
                  <a:pt x="10071" y="28768"/>
                  <a:pt x="9950" y="39693"/>
                  <a:pt x="9950" y="50614"/>
                </a:cubicBezTo>
                <a:cubicBezTo>
                  <a:pt x="9950" y="60682"/>
                  <a:pt x="14893" y="83639"/>
                  <a:pt x="5339" y="80463"/>
                </a:cubicBezTo>
              </a:path>
            </a:pathLst>
          </a:custGeom>
          <a:noFill/>
          <a:ln cap="flat" cmpd="sng" w="19050">
            <a:solidFill>
              <a:schemeClr val="accent1"/>
            </a:solidFill>
            <a:prstDash val="solid"/>
            <a:round/>
            <a:headEnd len="med" w="med" type="none"/>
            <a:tailEnd len="med" w="med" type="none"/>
          </a:ln>
        </p:spPr>
      </p:sp>
      <p:sp>
        <p:nvSpPr>
          <p:cNvPr id="690" name="Google Shape;690;p55"/>
          <p:cNvSpPr txBox="1"/>
          <p:nvPr/>
        </p:nvSpPr>
        <p:spPr>
          <a:xfrm>
            <a:off x="2104400" y="2319588"/>
            <a:ext cx="867600" cy="323100"/>
          </a:xfrm>
          <a:prstGeom prst="rect">
            <a:avLst/>
          </a:prstGeom>
          <a:noFill/>
          <a:ln>
            <a:noFill/>
          </a:ln>
        </p:spPr>
        <p:txBody>
          <a:bodyPr anchorCtr="0" anchor="t" bIns="91425" lIns="91425" spcFirstLastPara="1" rIns="91425" wrap="square" tIns="91425">
            <a:spAutoFit/>
          </a:bodyPr>
          <a:lstStyle/>
          <a:p>
            <a:pPr indent="0" lvl="0" marL="0" rtl="0" algn="l">
              <a:lnSpc>
                <a:spcPct val="90000"/>
              </a:lnSpc>
              <a:spcBef>
                <a:spcPts val="0"/>
              </a:spcBef>
              <a:spcAft>
                <a:spcPts val="0"/>
              </a:spcAft>
              <a:buNone/>
            </a:pPr>
            <a:r>
              <a:rPr lang="en-GB" sz="1000">
                <a:solidFill>
                  <a:schemeClr val="accent1"/>
                </a:solidFill>
                <a:latin typeface="Raleway Black"/>
                <a:ea typeface="Raleway Black"/>
                <a:cs typeface="Raleway Black"/>
                <a:sym typeface="Raleway Black"/>
              </a:rPr>
              <a:t>Prasad</a:t>
            </a:r>
            <a:endParaRPr>
              <a:solidFill>
                <a:schemeClr val="accent1"/>
              </a:solidFill>
            </a:endParaRPr>
          </a:p>
        </p:txBody>
      </p:sp>
      <p:sp>
        <p:nvSpPr>
          <p:cNvPr id="691" name="Google Shape;691;p55"/>
          <p:cNvSpPr txBox="1"/>
          <p:nvPr/>
        </p:nvSpPr>
        <p:spPr>
          <a:xfrm>
            <a:off x="3409500" y="3480625"/>
            <a:ext cx="867600" cy="323100"/>
          </a:xfrm>
          <a:prstGeom prst="rect">
            <a:avLst/>
          </a:prstGeom>
          <a:noFill/>
          <a:ln>
            <a:noFill/>
          </a:ln>
        </p:spPr>
        <p:txBody>
          <a:bodyPr anchorCtr="0" anchor="t" bIns="91425" lIns="91425" spcFirstLastPara="1" rIns="91425" wrap="square" tIns="91425">
            <a:spAutoFit/>
          </a:bodyPr>
          <a:lstStyle/>
          <a:p>
            <a:pPr indent="0" lvl="0" marL="0" rtl="0" algn="l">
              <a:lnSpc>
                <a:spcPct val="90000"/>
              </a:lnSpc>
              <a:spcBef>
                <a:spcPts val="0"/>
              </a:spcBef>
              <a:spcAft>
                <a:spcPts val="0"/>
              </a:spcAft>
              <a:buNone/>
            </a:pPr>
            <a:r>
              <a:rPr lang="en-GB" sz="1000">
                <a:solidFill>
                  <a:schemeClr val="accent1"/>
                </a:solidFill>
                <a:latin typeface="Raleway Black"/>
                <a:ea typeface="Raleway Black"/>
                <a:cs typeface="Raleway Black"/>
                <a:sym typeface="Raleway Black"/>
              </a:rPr>
              <a:t>Steph</a:t>
            </a:r>
            <a:endParaRPr>
              <a:solidFill>
                <a:schemeClr val="accent1"/>
              </a:solidFill>
            </a:endParaRPr>
          </a:p>
        </p:txBody>
      </p:sp>
      <p:sp>
        <p:nvSpPr>
          <p:cNvPr id="692" name="Google Shape;692;p55"/>
          <p:cNvSpPr txBox="1"/>
          <p:nvPr/>
        </p:nvSpPr>
        <p:spPr>
          <a:xfrm>
            <a:off x="3182275" y="4396125"/>
            <a:ext cx="867600" cy="323100"/>
          </a:xfrm>
          <a:prstGeom prst="rect">
            <a:avLst/>
          </a:prstGeom>
          <a:noFill/>
          <a:ln>
            <a:noFill/>
          </a:ln>
        </p:spPr>
        <p:txBody>
          <a:bodyPr anchorCtr="0" anchor="t" bIns="91425" lIns="91425" spcFirstLastPara="1" rIns="91425" wrap="square" tIns="91425">
            <a:spAutoFit/>
          </a:bodyPr>
          <a:lstStyle/>
          <a:p>
            <a:pPr indent="0" lvl="0" marL="0" rtl="0" algn="l">
              <a:lnSpc>
                <a:spcPct val="90000"/>
              </a:lnSpc>
              <a:spcBef>
                <a:spcPts val="0"/>
              </a:spcBef>
              <a:spcAft>
                <a:spcPts val="0"/>
              </a:spcAft>
              <a:buNone/>
            </a:pPr>
            <a:r>
              <a:rPr lang="en-GB" sz="1000">
                <a:solidFill>
                  <a:schemeClr val="accent1"/>
                </a:solidFill>
                <a:latin typeface="Raleway Black"/>
                <a:ea typeface="Raleway Black"/>
                <a:cs typeface="Raleway Black"/>
                <a:sym typeface="Raleway Black"/>
              </a:rPr>
              <a:t>Nitin</a:t>
            </a:r>
            <a:endParaRPr>
              <a:solidFill>
                <a:schemeClr val="accent1"/>
              </a:solidFill>
            </a:endParaRPr>
          </a:p>
        </p:txBody>
      </p:sp>
      <p:sp>
        <p:nvSpPr>
          <p:cNvPr id="693" name="Google Shape;693;p55"/>
          <p:cNvSpPr txBox="1"/>
          <p:nvPr/>
        </p:nvSpPr>
        <p:spPr>
          <a:xfrm>
            <a:off x="8041425" y="2529575"/>
            <a:ext cx="867600" cy="323100"/>
          </a:xfrm>
          <a:prstGeom prst="rect">
            <a:avLst/>
          </a:prstGeom>
          <a:noFill/>
          <a:ln>
            <a:noFill/>
          </a:ln>
        </p:spPr>
        <p:txBody>
          <a:bodyPr anchorCtr="0" anchor="t" bIns="91425" lIns="91425" spcFirstLastPara="1" rIns="91425" wrap="square" tIns="91425">
            <a:spAutoFit/>
          </a:bodyPr>
          <a:lstStyle/>
          <a:p>
            <a:pPr indent="0" lvl="0" marL="0" rtl="0" algn="l">
              <a:lnSpc>
                <a:spcPct val="90000"/>
              </a:lnSpc>
              <a:spcBef>
                <a:spcPts val="0"/>
              </a:spcBef>
              <a:spcAft>
                <a:spcPts val="0"/>
              </a:spcAft>
              <a:buNone/>
            </a:pPr>
            <a:r>
              <a:rPr lang="en-GB" sz="1000">
                <a:solidFill>
                  <a:schemeClr val="accent1"/>
                </a:solidFill>
                <a:latin typeface="Raleway Black"/>
                <a:ea typeface="Raleway Black"/>
                <a:cs typeface="Raleway Black"/>
                <a:sym typeface="Raleway Black"/>
              </a:rPr>
              <a:t>Ben</a:t>
            </a:r>
            <a:endParaRPr>
              <a:solidFill>
                <a:schemeClr val="accent1"/>
              </a:solidFill>
            </a:endParaRPr>
          </a:p>
        </p:txBody>
      </p:sp>
      <p:sp>
        <p:nvSpPr>
          <p:cNvPr id="694" name="Google Shape;694;p55"/>
          <p:cNvSpPr txBox="1"/>
          <p:nvPr>
            <p:ph idx="4294967295" type="body"/>
          </p:nvPr>
        </p:nvSpPr>
        <p:spPr>
          <a:xfrm>
            <a:off x="5240075" y="4656000"/>
            <a:ext cx="85917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Problem → Data → Model → Results → Insights</a:t>
            </a:r>
            <a:endParaRPr/>
          </a:p>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8" name="Shape 698"/>
        <p:cNvGrpSpPr/>
        <p:nvPr/>
      </p:nvGrpSpPr>
      <p:grpSpPr>
        <a:xfrm>
          <a:off x="0" y="0"/>
          <a:ext cx="0" cy="0"/>
          <a:chOff x="0" y="0"/>
          <a:chExt cx="0" cy="0"/>
        </a:xfrm>
      </p:grpSpPr>
      <p:sp>
        <p:nvSpPr>
          <p:cNvPr id="699" name="Google Shape;699;p56"/>
          <p:cNvSpPr/>
          <p:nvPr/>
        </p:nvSpPr>
        <p:spPr>
          <a:xfrm>
            <a:off x="5914800" y="-14250"/>
            <a:ext cx="3229200" cy="36006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56"/>
          <p:cNvSpPr/>
          <p:nvPr/>
        </p:nvSpPr>
        <p:spPr>
          <a:xfrm>
            <a:off x="5914800" y="3586200"/>
            <a:ext cx="3229200" cy="15525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 name="Google Shape;701;p56"/>
          <p:cNvSpPr txBox="1"/>
          <p:nvPr>
            <p:ph type="ctrTitle"/>
          </p:nvPr>
        </p:nvSpPr>
        <p:spPr>
          <a:xfrm>
            <a:off x="351950" y="1411800"/>
            <a:ext cx="5488800" cy="2174400"/>
          </a:xfrm>
          <a:prstGeom prst="rect">
            <a:avLst/>
          </a:prstGeom>
          <a:noFill/>
          <a:ln>
            <a:noFill/>
          </a:ln>
        </p:spPr>
        <p:txBody>
          <a:bodyPr anchorCtr="0" anchor="t" bIns="91425" lIns="91425" spcFirstLastPara="1" rIns="91425" wrap="square" tIns="91425">
            <a:noAutofit/>
          </a:bodyPr>
          <a:lstStyle/>
          <a:p>
            <a:pPr indent="0" lvl="0" marL="0" rtl="0" algn="l">
              <a:lnSpc>
                <a:spcPct val="90000"/>
              </a:lnSpc>
              <a:spcBef>
                <a:spcPts val="0"/>
              </a:spcBef>
              <a:spcAft>
                <a:spcPts val="0"/>
              </a:spcAft>
              <a:buClr>
                <a:srgbClr val="000000"/>
              </a:buClr>
              <a:buSzPts val="5200"/>
              <a:buFont typeface="Arial"/>
              <a:buNone/>
            </a:pPr>
            <a:r>
              <a:rPr lang="en-GB" sz="4000">
                <a:latin typeface="Open Sans ExtraBold"/>
                <a:ea typeface="Open Sans ExtraBold"/>
                <a:cs typeface="Open Sans ExtraBold"/>
                <a:sym typeface="Open Sans ExtraBold"/>
              </a:rPr>
              <a:t>IDENTIFYING FRAUD</a:t>
            </a:r>
            <a:br>
              <a:rPr lang="en-GB" sz="4000">
                <a:latin typeface="Open Sans SemiBold"/>
                <a:ea typeface="Open Sans SemiBold"/>
                <a:cs typeface="Open Sans SemiBold"/>
                <a:sym typeface="Open Sans SemiBold"/>
              </a:rPr>
            </a:br>
            <a:r>
              <a:rPr lang="en-GB" sz="4000">
                <a:latin typeface="Open Sans SemiBold"/>
                <a:ea typeface="Open Sans SemiBold"/>
                <a:cs typeface="Open Sans SemiBold"/>
                <a:sym typeface="Open Sans SemiBold"/>
              </a:rPr>
              <a:t>IN ELECTRICITY &amp;</a:t>
            </a:r>
            <a:br>
              <a:rPr lang="en-GB" sz="4000">
                <a:latin typeface="Open Sans SemiBold"/>
                <a:ea typeface="Open Sans SemiBold"/>
                <a:cs typeface="Open Sans SemiBold"/>
                <a:sym typeface="Open Sans SemiBold"/>
              </a:rPr>
            </a:br>
            <a:r>
              <a:rPr lang="en-GB" sz="4000">
                <a:latin typeface="Open Sans SemiBold"/>
                <a:ea typeface="Open Sans SemiBold"/>
                <a:cs typeface="Open Sans SemiBold"/>
                <a:sym typeface="Open Sans SemiBold"/>
              </a:rPr>
              <a:t>GAS </a:t>
            </a:r>
            <a:r>
              <a:rPr lang="en-GB" sz="4000">
                <a:latin typeface="Open Sans SemiBold"/>
                <a:ea typeface="Open Sans SemiBold"/>
                <a:cs typeface="Open Sans SemiBold"/>
                <a:sym typeface="Open Sans SemiBold"/>
              </a:rPr>
              <a:t>CONSUMPTION</a:t>
            </a:r>
            <a:endParaRPr sz="4000">
              <a:solidFill>
                <a:schemeClr val="accent1"/>
              </a:solidFill>
              <a:latin typeface="Open Sans SemiBold"/>
              <a:ea typeface="Open Sans SemiBold"/>
              <a:cs typeface="Open Sans SemiBold"/>
              <a:sym typeface="Open Sans SemiBold"/>
            </a:endParaRPr>
          </a:p>
        </p:txBody>
      </p:sp>
      <p:sp>
        <p:nvSpPr>
          <p:cNvPr id="702" name="Google Shape;702;p56"/>
          <p:cNvSpPr txBox="1"/>
          <p:nvPr>
            <p:ph idx="1" type="subTitle"/>
          </p:nvPr>
        </p:nvSpPr>
        <p:spPr>
          <a:xfrm>
            <a:off x="600225" y="3390975"/>
            <a:ext cx="4762500" cy="409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b="1" lang="en-GB"/>
              <a:t>MSI 5001_TEAM 14</a:t>
            </a:r>
            <a:endParaRPr b="1"/>
          </a:p>
        </p:txBody>
      </p:sp>
      <p:grpSp>
        <p:nvGrpSpPr>
          <p:cNvPr id="703" name="Google Shape;703;p56"/>
          <p:cNvGrpSpPr/>
          <p:nvPr/>
        </p:nvGrpSpPr>
        <p:grpSpPr>
          <a:xfrm rot="5400000">
            <a:off x="3335158" y="5364916"/>
            <a:ext cx="3589973" cy="1044767"/>
            <a:chOff x="-2333670" y="-733424"/>
            <a:chExt cx="4762500" cy="1386000"/>
          </a:xfrm>
        </p:grpSpPr>
        <p:sp>
          <p:nvSpPr>
            <p:cNvPr id="704" name="Google Shape;704;p56"/>
            <p:cNvSpPr/>
            <p:nvPr/>
          </p:nvSpPr>
          <p:spPr>
            <a:xfrm>
              <a:off x="-2333670" y="-733424"/>
              <a:ext cx="4762500" cy="13860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56"/>
            <p:cNvSpPr/>
            <p:nvPr/>
          </p:nvSpPr>
          <p:spPr>
            <a:xfrm>
              <a:off x="-2230633" y="-633287"/>
              <a:ext cx="4556400" cy="1185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56"/>
            <p:cNvSpPr/>
            <p:nvPr/>
          </p:nvSpPr>
          <p:spPr>
            <a:xfrm>
              <a:off x="-2096933" y="-520996"/>
              <a:ext cx="4288800" cy="9609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56"/>
            <p:cNvSpPr/>
            <p:nvPr/>
          </p:nvSpPr>
          <p:spPr>
            <a:xfrm>
              <a:off x="-1963100" y="-398076"/>
              <a:ext cx="4021200" cy="7152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8" name="Google Shape;708;p56"/>
          <p:cNvGrpSpPr/>
          <p:nvPr/>
        </p:nvGrpSpPr>
        <p:grpSpPr>
          <a:xfrm>
            <a:off x="6679763" y="256500"/>
            <a:ext cx="1699272" cy="3059081"/>
            <a:chOff x="6679763" y="256500"/>
            <a:chExt cx="1699272" cy="3059081"/>
          </a:xfrm>
        </p:grpSpPr>
        <p:sp>
          <p:nvSpPr>
            <p:cNvPr id="709" name="Google Shape;709;p56"/>
            <p:cNvSpPr/>
            <p:nvPr/>
          </p:nvSpPr>
          <p:spPr>
            <a:xfrm>
              <a:off x="6958622" y="526493"/>
              <a:ext cx="1141493" cy="2510824"/>
            </a:xfrm>
            <a:custGeom>
              <a:rect b="b" l="l" r="r" t="t"/>
              <a:pathLst>
                <a:path extrusionOk="0" h="56633" w="25747">
                  <a:moveTo>
                    <a:pt x="12875" y="1"/>
                  </a:moveTo>
                  <a:cubicBezTo>
                    <a:pt x="5764" y="1"/>
                    <a:pt x="1" y="6424"/>
                    <a:pt x="1" y="14347"/>
                  </a:cubicBezTo>
                  <a:cubicBezTo>
                    <a:pt x="1" y="21142"/>
                    <a:pt x="4241" y="26835"/>
                    <a:pt x="9935" y="28316"/>
                  </a:cubicBezTo>
                  <a:cubicBezTo>
                    <a:pt x="4241" y="29798"/>
                    <a:pt x="1" y="35489"/>
                    <a:pt x="1" y="42286"/>
                  </a:cubicBezTo>
                  <a:cubicBezTo>
                    <a:pt x="1" y="50209"/>
                    <a:pt x="5764" y="56632"/>
                    <a:pt x="12875" y="56632"/>
                  </a:cubicBezTo>
                  <a:cubicBezTo>
                    <a:pt x="19984" y="56632"/>
                    <a:pt x="25747" y="50209"/>
                    <a:pt x="25747" y="42286"/>
                  </a:cubicBezTo>
                  <a:cubicBezTo>
                    <a:pt x="25747" y="35489"/>
                    <a:pt x="21507" y="29798"/>
                    <a:pt x="15813" y="28316"/>
                  </a:cubicBezTo>
                  <a:cubicBezTo>
                    <a:pt x="21507" y="26835"/>
                    <a:pt x="25747" y="21142"/>
                    <a:pt x="25747" y="14347"/>
                  </a:cubicBezTo>
                  <a:cubicBezTo>
                    <a:pt x="25747" y="6424"/>
                    <a:pt x="19984" y="1"/>
                    <a:pt x="1287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56"/>
            <p:cNvSpPr/>
            <p:nvPr/>
          </p:nvSpPr>
          <p:spPr>
            <a:xfrm>
              <a:off x="6861309" y="391984"/>
              <a:ext cx="194631" cy="194631"/>
            </a:xfrm>
            <a:custGeom>
              <a:rect b="b" l="l" r="r" t="t"/>
              <a:pathLst>
                <a:path extrusionOk="0" h="4390" w="4390">
                  <a:moveTo>
                    <a:pt x="2196" y="0"/>
                  </a:moveTo>
                  <a:cubicBezTo>
                    <a:pt x="984" y="0"/>
                    <a:pt x="1" y="983"/>
                    <a:pt x="1" y="2195"/>
                  </a:cubicBezTo>
                  <a:cubicBezTo>
                    <a:pt x="1" y="3407"/>
                    <a:pt x="984" y="4389"/>
                    <a:pt x="2196" y="4389"/>
                  </a:cubicBezTo>
                  <a:cubicBezTo>
                    <a:pt x="3407" y="4389"/>
                    <a:pt x="4390" y="3407"/>
                    <a:pt x="4390" y="2195"/>
                  </a:cubicBezTo>
                  <a:cubicBezTo>
                    <a:pt x="4390" y="983"/>
                    <a:pt x="3407" y="0"/>
                    <a:pt x="219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56"/>
            <p:cNvSpPr/>
            <p:nvPr/>
          </p:nvSpPr>
          <p:spPr>
            <a:xfrm>
              <a:off x="6861309" y="2985510"/>
              <a:ext cx="194631" cy="194586"/>
            </a:xfrm>
            <a:custGeom>
              <a:rect b="b" l="l" r="r" t="t"/>
              <a:pathLst>
                <a:path extrusionOk="0" h="4389" w="4390">
                  <a:moveTo>
                    <a:pt x="2196" y="0"/>
                  </a:moveTo>
                  <a:cubicBezTo>
                    <a:pt x="984" y="0"/>
                    <a:pt x="1" y="982"/>
                    <a:pt x="1" y="2194"/>
                  </a:cubicBezTo>
                  <a:cubicBezTo>
                    <a:pt x="1" y="3407"/>
                    <a:pt x="984" y="4388"/>
                    <a:pt x="2196" y="4388"/>
                  </a:cubicBezTo>
                  <a:cubicBezTo>
                    <a:pt x="3407" y="4388"/>
                    <a:pt x="4390" y="3407"/>
                    <a:pt x="4390" y="2194"/>
                  </a:cubicBezTo>
                  <a:cubicBezTo>
                    <a:pt x="4390" y="982"/>
                    <a:pt x="3407" y="0"/>
                    <a:pt x="219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56"/>
            <p:cNvSpPr/>
            <p:nvPr/>
          </p:nvSpPr>
          <p:spPr>
            <a:xfrm>
              <a:off x="6928697" y="489297"/>
              <a:ext cx="59852" cy="2585218"/>
            </a:xfrm>
            <a:custGeom>
              <a:rect b="b" l="l" r="r" t="t"/>
              <a:pathLst>
                <a:path extrusionOk="0" h="58311" w="1350">
                  <a:moveTo>
                    <a:pt x="1" y="0"/>
                  </a:moveTo>
                  <a:lnTo>
                    <a:pt x="1" y="58311"/>
                  </a:lnTo>
                  <a:lnTo>
                    <a:pt x="1350" y="58311"/>
                  </a:lnTo>
                  <a:lnTo>
                    <a:pt x="13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56"/>
            <p:cNvSpPr/>
            <p:nvPr/>
          </p:nvSpPr>
          <p:spPr>
            <a:xfrm>
              <a:off x="7152449" y="416279"/>
              <a:ext cx="753872" cy="170335"/>
            </a:xfrm>
            <a:custGeom>
              <a:rect b="b" l="l" r="r" t="t"/>
              <a:pathLst>
                <a:path extrusionOk="0" h="3842" w="17004">
                  <a:moveTo>
                    <a:pt x="0" y="1"/>
                  </a:moveTo>
                  <a:lnTo>
                    <a:pt x="0" y="3841"/>
                  </a:lnTo>
                  <a:lnTo>
                    <a:pt x="17004" y="3841"/>
                  </a:lnTo>
                  <a:lnTo>
                    <a:pt x="1700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56"/>
            <p:cNvSpPr/>
            <p:nvPr/>
          </p:nvSpPr>
          <p:spPr>
            <a:xfrm>
              <a:off x="6679763" y="256500"/>
              <a:ext cx="1699272" cy="214094"/>
            </a:xfrm>
            <a:custGeom>
              <a:rect b="b" l="l" r="r" t="t"/>
              <a:pathLst>
                <a:path extrusionOk="0" h="4829" w="38328">
                  <a:moveTo>
                    <a:pt x="0" y="1"/>
                  </a:moveTo>
                  <a:lnTo>
                    <a:pt x="2341" y="4828"/>
                  </a:lnTo>
                  <a:lnTo>
                    <a:pt x="35987" y="4828"/>
                  </a:lnTo>
                  <a:lnTo>
                    <a:pt x="3832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56"/>
            <p:cNvSpPr/>
            <p:nvPr/>
          </p:nvSpPr>
          <p:spPr>
            <a:xfrm>
              <a:off x="8002815" y="2985510"/>
              <a:ext cx="194586" cy="194586"/>
            </a:xfrm>
            <a:custGeom>
              <a:rect b="b" l="l" r="r" t="t"/>
              <a:pathLst>
                <a:path extrusionOk="0" h="4389" w="4389">
                  <a:moveTo>
                    <a:pt x="2194" y="0"/>
                  </a:moveTo>
                  <a:cubicBezTo>
                    <a:pt x="983" y="0"/>
                    <a:pt x="0" y="982"/>
                    <a:pt x="0" y="2194"/>
                  </a:cubicBezTo>
                  <a:cubicBezTo>
                    <a:pt x="0" y="3407"/>
                    <a:pt x="983" y="4388"/>
                    <a:pt x="2194" y="4388"/>
                  </a:cubicBezTo>
                  <a:cubicBezTo>
                    <a:pt x="3406" y="4388"/>
                    <a:pt x="4389" y="3407"/>
                    <a:pt x="4389" y="2194"/>
                  </a:cubicBezTo>
                  <a:cubicBezTo>
                    <a:pt x="4389" y="982"/>
                    <a:pt x="3406" y="0"/>
                    <a:pt x="21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 name="Google Shape;716;p56"/>
            <p:cNvSpPr/>
            <p:nvPr/>
          </p:nvSpPr>
          <p:spPr>
            <a:xfrm>
              <a:off x="8002815" y="409895"/>
              <a:ext cx="194586" cy="194631"/>
            </a:xfrm>
            <a:custGeom>
              <a:rect b="b" l="l" r="r" t="t"/>
              <a:pathLst>
                <a:path extrusionOk="0" h="4390" w="4389">
                  <a:moveTo>
                    <a:pt x="2194" y="0"/>
                  </a:moveTo>
                  <a:cubicBezTo>
                    <a:pt x="983" y="0"/>
                    <a:pt x="0" y="983"/>
                    <a:pt x="0" y="2194"/>
                  </a:cubicBezTo>
                  <a:cubicBezTo>
                    <a:pt x="0" y="3407"/>
                    <a:pt x="983" y="4389"/>
                    <a:pt x="2194" y="4389"/>
                  </a:cubicBezTo>
                  <a:cubicBezTo>
                    <a:pt x="3406" y="4389"/>
                    <a:pt x="4389" y="3407"/>
                    <a:pt x="4389" y="2194"/>
                  </a:cubicBezTo>
                  <a:cubicBezTo>
                    <a:pt x="4389" y="983"/>
                    <a:pt x="3406" y="0"/>
                    <a:pt x="21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 name="Google Shape;717;p56"/>
            <p:cNvSpPr/>
            <p:nvPr/>
          </p:nvSpPr>
          <p:spPr>
            <a:xfrm>
              <a:off x="8070203" y="497676"/>
              <a:ext cx="59852" cy="2585218"/>
            </a:xfrm>
            <a:custGeom>
              <a:rect b="b" l="l" r="r" t="t"/>
              <a:pathLst>
                <a:path extrusionOk="0" h="58311" w="1350">
                  <a:moveTo>
                    <a:pt x="0" y="0"/>
                  </a:moveTo>
                  <a:lnTo>
                    <a:pt x="0" y="58310"/>
                  </a:lnTo>
                  <a:lnTo>
                    <a:pt x="1349" y="58310"/>
                  </a:lnTo>
                  <a:lnTo>
                    <a:pt x="134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56"/>
            <p:cNvSpPr/>
            <p:nvPr/>
          </p:nvSpPr>
          <p:spPr>
            <a:xfrm>
              <a:off x="7152449" y="2985510"/>
              <a:ext cx="753872" cy="170291"/>
            </a:xfrm>
            <a:custGeom>
              <a:rect b="b" l="l" r="r" t="t"/>
              <a:pathLst>
                <a:path extrusionOk="0" h="3841" w="17004">
                  <a:moveTo>
                    <a:pt x="0" y="0"/>
                  </a:moveTo>
                  <a:lnTo>
                    <a:pt x="0" y="3841"/>
                  </a:lnTo>
                  <a:lnTo>
                    <a:pt x="17004" y="3841"/>
                  </a:lnTo>
                  <a:lnTo>
                    <a:pt x="17004"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56"/>
            <p:cNvSpPr/>
            <p:nvPr/>
          </p:nvSpPr>
          <p:spPr>
            <a:xfrm>
              <a:off x="6679763" y="3101532"/>
              <a:ext cx="1699272" cy="214049"/>
            </a:xfrm>
            <a:custGeom>
              <a:rect b="b" l="l" r="r" t="t"/>
              <a:pathLst>
                <a:path extrusionOk="0" h="4828" w="38328">
                  <a:moveTo>
                    <a:pt x="2341" y="0"/>
                  </a:moveTo>
                  <a:lnTo>
                    <a:pt x="0" y="4828"/>
                  </a:lnTo>
                  <a:lnTo>
                    <a:pt x="38328" y="4828"/>
                  </a:lnTo>
                  <a:lnTo>
                    <a:pt x="3598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56"/>
            <p:cNvSpPr/>
            <p:nvPr/>
          </p:nvSpPr>
          <p:spPr>
            <a:xfrm>
              <a:off x="7495105" y="2737463"/>
              <a:ext cx="68542" cy="247966"/>
            </a:xfrm>
            <a:custGeom>
              <a:rect b="b" l="l" r="r" t="t"/>
              <a:pathLst>
                <a:path extrusionOk="0" h="5593" w="1546">
                  <a:moveTo>
                    <a:pt x="1" y="1"/>
                  </a:moveTo>
                  <a:lnTo>
                    <a:pt x="1" y="5592"/>
                  </a:lnTo>
                  <a:lnTo>
                    <a:pt x="1545" y="5592"/>
                  </a:lnTo>
                  <a:lnTo>
                    <a:pt x="154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56"/>
            <p:cNvSpPr/>
            <p:nvPr/>
          </p:nvSpPr>
          <p:spPr>
            <a:xfrm>
              <a:off x="7430422" y="2441490"/>
              <a:ext cx="197911" cy="441399"/>
            </a:xfrm>
            <a:custGeom>
              <a:rect b="b" l="l" r="r" t="t"/>
              <a:pathLst>
                <a:path extrusionOk="0" h="9956" w="4464">
                  <a:moveTo>
                    <a:pt x="1506" y="1"/>
                  </a:moveTo>
                  <a:cubicBezTo>
                    <a:pt x="676" y="1"/>
                    <a:pt x="1" y="675"/>
                    <a:pt x="1" y="1506"/>
                  </a:cubicBezTo>
                  <a:lnTo>
                    <a:pt x="1" y="8450"/>
                  </a:lnTo>
                  <a:cubicBezTo>
                    <a:pt x="1" y="9280"/>
                    <a:pt x="676" y="9955"/>
                    <a:pt x="1506" y="9955"/>
                  </a:cubicBezTo>
                  <a:lnTo>
                    <a:pt x="2958" y="9955"/>
                  </a:lnTo>
                  <a:cubicBezTo>
                    <a:pt x="3788" y="9955"/>
                    <a:pt x="4463" y="9280"/>
                    <a:pt x="4463" y="8450"/>
                  </a:cubicBezTo>
                  <a:lnTo>
                    <a:pt x="4463" y="1506"/>
                  </a:lnTo>
                  <a:cubicBezTo>
                    <a:pt x="4463" y="675"/>
                    <a:pt x="3788" y="1"/>
                    <a:pt x="29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 name="Google Shape;722;p56"/>
            <p:cNvSpPr/>
            <p:nvPr/>
          </p:nvSpPr>
          <p:spPr>
            <a:xfrm>
              <a:off x="7376955" y="1970533"/>
              <a:ext cx="107025" cy="505995"/>
            </a:xfrm>
            <a:custGeom>
              <a:rect b="b" l="l" r="r" t="t"/>
              <a:pathLst>
                <a:path extrusionOk="0" h="11413" w="2414">
                  <a:moveTo>
                    <a:pt x="1207" y="1"/>
                  </a:moveTo>
                  <a:cubicBezTo>
                    <a:pt x="541" y="1"/>
                    <a:pt x="0" y="541"/>
                    <a:pt x="0" y="1208"/>
                  </a:cubicBezTo>
                  <a:lnTo>
                    <a:pt x="0" y="10205"/>
                  </a:lnTo>
                  <a:cubicBezTo>
                    <a:pt x="0" y="10871"/>
                    <a:pt x="541" y="11412"/>
                    <a:pt x="1207" y="11412"/>
                  </a:cubicBezTo>
                  <a:cubicBezTo>
                    <a:pt x="1873" y="11412"/>
                    <a:pt x="2414" y="10871"/>
                    <a:pt x="2414" y="10205"/>
                  </a:cubicBezTo>
                  <a:lnTo>
                    <a:pt x="2414" y="1208"/>
                  </a:lnTo>
                  <a:cubicBezTo>
                    <a:pt x="2414" y="540"/>
                    <a:pt x="1873" y="1"/>
                    <a:pt x="120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 name="Google Shape;723;p56"/>
            <p:cNvSpPr/>
            <p:nvPr/>
          </p:nvSpPr>
          <p:spPr>
            <a:xfrm>
              <a:off x="7574773" y="1970533"/>
              <a:ext cx="107025" cy="505995"/>
            </a:xfrm>
            <a:custGeom>
              <a:rect b="b" l="l" r="r" t="t"/>
              <a:pathLst>
                <a:path extrusionOk="0" h="11413" w="2414">
                  <a:moveTo>
                    <a:pt x="1207" y="1"/>
                  </a:moveTo>
                  <a:cubicBezTo>
                    <a:pt x="541" y="1"/>
                    <a:pt x="0" y="541"/>
                    <a:pt x="0" y="1208"/>
                  </a:cubicBezTo>
                  <a:lnTo>
                    <a:pt x="0" y="10205"/>
                  </a:lnTo>
                  <a:cubicBezTo>
                    <a:pt x="0" y="10871"/>
                    <a:pt x="541" y="11412"/>
                    <a:pt x="1207" y="11412"/>
                  </a:cubicBezTo>
                  <a:cubicBezTo>
                    <a:pt x="1873" y="11412"/>
                    <a:pt x="2414" y="10871"/>
                    <a:pt x="2414" y="10205"/>
                  </a:cubicBezTo>
                  <a:lnTo>
                    <a:pt x="2414" y="1208"/>
                  </a:lnTo>
                  <a:cubicBezTo>
                    <a:pt x="2414" y="540"/>
                    <a:pt x="1873" y="1"/>
                    <a:pt x="120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 name="Google Shape;724;p56"/>
            <p:cNvSpPr/>
            <p:nvPr/>
          </p:nvSpPr>
          <p:spPr>
            <a:xfrm>
              <a:off x="7251092" y="2248284"/>
              <a:ext cx="556582" cy="386468"/>
            </a:xfrm>
            <a:custGeom>
              <a:rect b="b" l="l" r="r" t="t"/>
              <a:pathLst>
                <a:path extrusionOk="0" h="8717" w="12554">
                  <a:moveTo>
                    <a:pt x="0" y="1"/>
                  </a:moveTo>
                  <a:lnTo>
                    <a:pt x="0" y="6318"/>
                  </a:lnTo>
                  <a:cubicBezTo>
                    <a:pt x="0" y="7643"/>
                    <a:pt x="1074" y="8717"/>
                    <a:pt x="2398" y="8717"/>
                  </a:cubicBezTo>
                  <a:lnTo>
                    <a:pt x="10156" y="8717"/>
                  </a:lnTo>
                  <a:cubicBezTo>
                    <a:pt x="11480" y="8717"/>
                    <a:pt x="12554" y="7643"/>
                    <a:pt x="12554" y="6318"/>
                  </a:cubicBezTo>
                  <a:lnTo>
                    <a:pt x="12554"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 name="Google Shape;725;p56"/>
            <p:cNvSpPr/>
            <p:nvPr/>
          </p:nvSpPr>
          <p:spPr>
            <a:xfrm>
              <a:off x="7473293" y="2369847"/>
              <a:ext cx="112168" cy="163640"/>
            </a:xfrm>
            <a:custGeom>
              <a:rect b="b" l="l" r="r" t="t"/>
              <a:pathLst>
                <a:path extrusionOk="0" h="3691" w="2530">
                  <a:moveTo>
                    <a:pt x="732" y="0"/>
                  </a:moveTo>
                  <a:lnTo>
                    <a:pt x="1" y="2103"/>
                  </a:lnTo>
                  <a:lnTo>
                    <a:pt x="994" y="2103"/>
                  </a:lnTo>
                  <a:lnTo>
                    <a:pt x="732" y="3691"/>
                  </a:lnTo>
                  <a:lnTo>
                    <a:pt x="2529" y="1518"/>
                  </a:lnTo>
                  <a:lnTo>
                    <a:pt x="1368" y="1518"/>
                  </a:lnTo>
                  <a:lnTo>
                    <a:pt x="2005"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 name="Google Shape;726;p56"/>
            <p:cNvSpPr/>
            <p:nvPr/>
          </p:nvSpPr>
          <p:spPr>
            <a:xfrm>
              <a:off x="7473603" y="962471"/>
              <a:ext cx="106271" cy="596660"/>
            </a:xfrm>
            <a:custGeom>
              <a:rect b="b" l="l" r="r" t="t"/>
              <a:pathLst>
                <a:path extrusionOk="0" h="13458" w="2397">
                  <a:moveTo>
                    <a:pt x="1" y="0"/>
                  </a:moveTo>
                  <a:lnTo>
                    <a:pt x="1" y="13458"/>
                  </a:lnTo>
                  <a:lnTo>
                    <a:pt x="2397" y="13458"/>
                  </a:lnTo>
                  <a:lnTo>
                    <a:pt x="2397"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 name="Google Shape;727;p56"/>
            <p:cNvSpPr/>
            <p:nvPr/>
          </p:nvSpPr>
          <p:spPr>
            <a:xfrm>
              <a:off x="7351242" y="831819"/>
              <a:ext cx="350956" cy="209261"/>
            </a:xfrm>
            <a:custGeom>
              <a:rect b="b" l="l" r="r" t="t"/>
              <a:pathLst>
                <a:path extrusionOk="0" h="4720" w="7916">
                  <a:moveTo>
                    <a:pt x="3959" y="1"/>
                  </a:moveTo>
                  <a:lnTo>
                    <a:pt x="0" y="4719"/>
                  </a:lnTo>
                  <a:lnTo>
                    <a:pt x="7916" y="4719"/>
                  </a:lnTo>
                  <a:lnTo>
                    <a:pt x="39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8" name="Google Shape;728;p56"/>
          <p:cNvGrpSpPr/>
          <p:nvPr/>
        </p:nvGrpSpPr>
        <p:grpSpPr>
          <a:xfrm>
            <a:off x="6280093" y="3800476"/>
            <a:ext cx="2498614" cy="1123948"/>
            <a:chOff x="6237531" y="3846675"/>
            <a:chExt cx="2498614" cy="1123948"/>
          </a:xfrm>
        </p:grpSpPr>
        <p:sp>
          <p:nvSpPr>
            <p:cNvPr id="729" name="Google Shape;729;p56"/>
            <p:cNvSpPr/>
            <p:nvPr/>
          </p:nvSpPr>
          <p:spPr>
            <a:xfrm>
              <a:off x="6237531" y="3846675"/>
              <a:ext cx="1493171" cy="147392"/>
            </a:xfrm>
            <a:custGeom>
              <a:rect b="b" l="l" r="r" t="t"/>
              <a:pathLst>
                <a:path extrusionOk="0" h="2450" w="24820">
                  <a:moveTo>
                    <a:pt x="1226" y="0"/>
                  </a:moveTo>
                  <a:cubicBezTo>
                    <a:pt x="547" y="0"/>
                    <a:pt x="1" y="546"/>
                    <a:pt x="1" y="1225"/>
                  </a:cubicBezTo>
                  <a:cubicBezTo>
                    <a:pt x="1" y="1903"/>
                    <a:pt x="547" y="2449"/>
                    <a:pt x="1226" y="2449"/>
                  </a:cubicBezTo>
                  <a:lnTo>
                    <a:pt x="23595" y="2449"/>
                  </a:lnTo>
                  <a:cubicBezTo>
                    <a:pt x="24274" y="2449"/>
                    <a:pt x="24820" y="1903"/>
                    <a:pt x="24820" y="1225"/>
                  </a:cubicBezTo>
                  <a:cubicBezTo>
                    <a:pt x="24820" y="546"/>
                    <a:pt x="24274" y="0"/>
                    <a:pt x="23595"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 name="Google Shape;730;p56"/>
            <p:cNvSpPr/>
            <p:nvPr/>
          </p:nvSpPr>
          <p:spPr>
            <a:xfrm>
              <a:off x="7821111" y="3846675"/>
              <a:ext cx="915034" cy="147392"/>
            </a:xfrm>
            <a:custGeom>
              <a:rect b="b" l="l" r="r" t="t"/>
              <a:pathLst>
                <a:path extrusionOk="0" h="2450" w="15210">
                  <a:moveTo>
                    <a:pt x="1225" y="0"/>
                  </a:moveTo>
                  <a:cubicBezTo>
                    <a:pt x="546" y="0"/>
                    <a:pt x="0" y="546"/>
                    <a:pt x="0" y="1225"/>
                  </a:cubicBezTo>
                  <a:cubicBezTo>
                    <a:pt x="0" y="1903"/>
                    <a:pt x="546" y="2449"/>
                    <a:pt x="1225" y="2449"/>
                  </a:cubicBezTo>
                  <a:lnTo>
                    <a:pt x="13985" y="2449"/>
                  </a:lnTo>
                  <a:cubicBezTo>
                    <a:pt x="14663" y="2449"/>
                    <a:pt x="15210" y="1903"/>
                    <a:pt x="15210" y="1225"/>
                  </a:cubicBezTo>
                  <a:cubicBezTo>
                    <a:pt x="15210" y="546"/>
                    <a:pt x="14663" y="0"/>
                    <a:pt x="139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 name="Google Shape;731;p56"/>
            <p:cNvSpPr/>
            <p:nvPr/>
          </p:nvSpPr>
          <p:spPr>
            <a:xfrm>
              <a:off x="6237531" y="4090874"/>
              <a:ext cx="776485" cy="147332"/>
            </a:xfrm>
            <a:custGeom>
              <a:rect b="b" l="l" r="r" t="t"/>
              <a:pathLst>
                <a:path extrusionOk="0" h="2449" w="12907">
                  <a:moveTo>
                    <a:pt x="1226" y="0"/>
                  </a:moveTo>
                  <a:cubicBezTo>
                    <a:pt x="547" y="0"/>
                    <a:pt x="1" y="545"/>
                    <a:pt x="1" y="1224"/>
                  </a:cubicBezTo>
                  <a:cubicBezTo>
                    <a:pt x="1" y="1902"/>
                    <a:pt x="547" y="2448"/>
                    <a:pt x="1226" y="2448"/>
                  </a:cubicBezTo>
                  <a:lnTo>
                    <a:pt x="11682" y="2448"/>
                  </a:lnTo>
                  <a:cubicBezTo>
                    <a:pt x="12361" y="2448"/>
                    <a:pt x="12907" y="1902"/>
                    <a:pt x="12907" y="1224"/>
                  </a:cubicBezTo>
                  <a:cubicBezTo>
                    <a:pt x="12907" y="545"/>
                    <a:pt x="12361" y="0"/>
                    <a:pt x="1168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 name="Google Shape;732;p56"/>
            <p:cNvSpPr/>
            <p:nvPr/>
          </p:nvSpPr>
          <p:spPr>
            <a:xfrm>
              <a:off x="7104283" y="4090874"/>
              <a:ext cx="1631780" cy="147332"/>
            </a:xfrm>
            <a:custGeom>
              <a:rect b="b" l="l" r="r" t="t"/>
              <a:pathLst>
                <a:path extrusionOk="0" h="2449" w="27124">
                  <a:moveTo>
                    <a:pt x="1225" y="0"/>
                  </a:moveTo>
                  <a:cubicBezTo>
                    <a:pt x="547" y="0"/>
                    <a:pt x="1" y="545"/>
                    <a:pt x="1" y="1224"/>
                  </a:cubicBezTo>
                  <a:cubicBezTo>
                    <a:pt x="1" y="1902"/>
                    <a:pt x="547" y="2448"/>
                    <a:pt x="1225" y="2448"/>
                  </a:cubicBezTo>
                  <a:lnTo>
                    <a:pt x="25899" y="2448"/>
                  </a:lnTo>
                  <a:cubicBezTo>
                    <a:pt x="26578" y="2448"/>
                    <a:pt x="27124" y="1902"/>
                    <a:pt x="27124" y="1224"/>
                  </a:cubicBezTo>
                  <a:cubicBezTo>
                    <a:pt x="27124" y="545"/>
                    <a:pt x="26578" y="0"/>
                    <a:pt x="2589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 name="Google Shape;733;p56"/>
            <p:cNvSpPr/>
            <p:nvPr/>
          </p:nvSpPr>
          <p:spPr>
            <a:xfrm>
              <a:off x="6237531" y="4334953"/>
              <a:ext cx="1296689" cy="147392"/>
            </a:xfrm>
            <a:custGeom>
              <a:rect b="b" l="l" r="r" t="t"/>
              <a:pathLst>
                <a:path extrusionOk="0" h="2450" w="21554">
                  <a:moveTo>
                    <a:pt x="1226" y="0"/>
                  </a:moveTo>
                  <a:cubicBezTo>
                    <a:pt x="547" y="0"/>
                    <a:pt x="1" y="546"/>
                    <a:pt x="1" y="1225"/>
                  </a:cubicBezTo>
                  <a:cubicBezTo>
                    <a:pt x="1" y="1903"/>
                    <a:pt x="547" y="2449"/>
                    <a:pt x="1226" y="2449"/>
                  </a:cubicBezTo>
                  <a:lnTo>
                    <a:pt x="20329" y="2449"/>
                  </a:lnTo>
                  <a:cubicBezTo>
                    <a:pt x="21007" y="2449"/>
                    <a:pt x="21554" y="1903"/>
                    <a:pt x="21554" y="1225"/>
                  </a:cubicBezTo>
                  <a:cubicBezTo>
                    <a:pt x="21554" y="546"/>
                    <a:pt x="21007" y="0"/>
                    <a:pt x="2032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 name="Google Shape;734;p56"/>
            <p:cNvSpPr/>
            <p:nvPr/>
          </p:nvSpPr>
          <p:spPr>
            <a:xfrm>
              <a:off x="7624502" y="4334953"/>
              <a:ext cx="1111636" cy="147392"/>
            </a:xfrm>
            <a:custGeom>
              <a:rect b="b" l="l" r="r" t="t"/>
              <a:pathLst>
                <a:path extrusionOk="0" h="2450" w="18478">
                  <a:moveTo>
                    <a:pt x="1225" y="0"/>
                  </a:moveTo>
                  <a:cubicBezTo>
                    <a:pt x="547" y="0"/>
                    <a:pt x="1" y="546"/>
                    <a:pt x="1" y="1225"/>
                  </a:cubicBezTo>
                  <a:cubicBezTo>
                    <a:pt x="1" y="1903"/>
                    <a:pt x="547" y="2449"/>
                    <a:pt x="1225" y="2449"/>
                  </a:cubicBezTo>
                  <a:lnTo>
                    <a:pt x="17253" y="2449"/>
                  </a:lnTo>
                  <a:cubicBezTo>
                    <a:pt x="17931" y="2449"/>
                    <a:pt x="18478" y="1903"/>
                    <a:pt x="18478" y="1225"/>
                  </a:cubicBezTo>
                  <a:cubicBezTo>
                    <a:pt x="18478" y="546"/>
                    <a:pt x="17931" y="0"/>
                    <a:pt x="1725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 name="Google Shape;735;p56"/>
            <p:cNvSpPr/>
            <p:nvPr/>
          </p:nvSpPr>
          <p:spPr>
            <a:xfrm>
              <a:off x="6237531" y="4579092"/>
              <a:ext cx="1825916" cy="147392"/>
            </a:xfrm>
            <a:custGeom>
              <a:rect b="b" l="l" r="r" t="t"/>
              <a:pathLst>
                <a:path extrusionOk="0" h="2450" w="30351">
                  <a:moveTo>
                    <a:pt x="1226" y="0"/>
                  </a:moveTo>
                  <a:cubicBezTo>
                    <a:pt x="547" y="0"/>
                    <a:pt x="1" y="546"/>
                    <a:pt x="1" y="1225"/>
                  </a:cubicBezTo>
                  <a:cubicBezTo>
                    <a:pt x="1" y="1903"/>
                    <a:pt x="547" y="2449"/>
                    <a:pt x="1226" y="2449"/>
                  </a:cubicBezTo>
                  <a:lnTo>
                    <a:pt x="29126" y="2449"/>
                  </a:lnTo>
                  <a:cubicBezTo>
                    <a:pt x="29804" y="2449"/>
                    <a:pt x="30350" y="1903"/>
                    <a:pt x="30350" y="1225"/>
                  </a:cubicBezTo>
                  <a:cubicBezTo>
                    <a:pt x="30350" y="546"/>
                    <a:pt x="29804" y="0"/>
                    <a:pt x="2912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 name="Google Shape;736;p56"/>
            <p:cNvSpPr/>
            <p:nvPr/>
          </p:nvSpPr>
          <p:spPr>
            <a:xfrm>
              <a:off x="8153746" y="4579092"/>
              <a:ext cx="582349" cy="147392"/>
            </a:xfrm>
            <a:custGeom>
              <a:rect b="b" l="l" r="r" t="t"/>
              <a:pathLst>
                <a:path extrusionOk="0" h="2450" w="9680">
                  <a:moveTo>
                    <a:pt x="1225" y="0"/>
                  </a:moveTo>
                  <a:cubicBezTo>
                    <a:pt x="547" y="0"/>
                    <a:pt x="0" y="546"/>
                    <a:pt x="0" y="1225"/>
                  </a:cubicBezTo>
                  <a:cubicBezTo>
                    <a:pt x="0" y="1903"/>
                    <a:pt x="547" y="2449"/>
                    <a:pt x="1225" y="2449"/>
                  </a:cubicBezTo>
                  <a:lnTo>
                    <a:pt x="8455" y="2449"/>
                  </a:lnTo>
                  <a:cubicBezTo>
                    <a:pt x="9134" y="2449"/>
                    <a:pt x="9680" y="1903"/>
                    <a:pt x="9680" y="1225"/>
                  </a:cubicBezTo>
                  <a:cubicBezTo>
                    <a:pt x="9680" y="546"/>
                    <a:pt x="9134" y="0"/>
                    <a:pt x="84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56"/>
            <p:cNvSpPr/>
            <p:nvPr/>
          </p:nvSpPr>
          <p:spPr>
            <a:xfrm>
              <a:off x="6237531" y="4823231"/>
              <a:ext cx="940481" cy="147392"/>
            </a:xfrm>
            <a:custGeom>
              <a:rect b="b" l="l" r="r" t="t"/>
              <a:pathLst>
                <a:path extrusionOk="0" h="2450" w="15633">
                  <a:moveTo>
                    <a:pt x="1226" y="0"/>
                  </a:moveTo>
                  <a:cubicBezTo>
                    <a:pt x="547" y="0"/>
                    <a:pt x="1" y="547"/>
                    <a:pt x="1" y="1225"/>
                  </a:cubicBezTo>
                  <a:cubicBezTo>
                    <a:pt x="1" y="1903"/>
                    <a:pt x="547" y="2450"/>
                    <a:pt x="1226" y="2450"/>
                  </a:cubicBezTo>
                  <a:lnTo>
                    <a:pt x="14408" y="2450"/>
                  </a:lnTo>
                  <a:cubicBezTo>
                    <a:pt x="15086" y="2450"/>
                    <a:pt x="15632" y="1903"/>
                    <a:pt x="15632" y="1225"/>
                  </a:cubicBezTo>
                  <a:cubicBezTo>
                    <a:pt x="15632" y="547"/>
                    <a:pt x="15086" y="0"/>
                    <a:pt x="144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 name="Google Shape;738;p56"/>
            <p:cNvSpPr/>
            <p:nvPr/>
          </p:nvSpPr>
          <p:spPr>
            <a:xfrm>
              <a:off x="7268344" y="4823231"/>
              <a:ext cx="1467784" cy="147392"/>
            </a:xfrm>
            <a:custGeom>
              <a:rect b="b" l="l" r="r" t="t"/>
              <a:pathLst>
                <a:path extrusionOk="0" h="2450" w="24398">
                  <a:moveTo>
                    <a:pt x="1225" y="0"/>
                  </a:moveTo>
                  <a:cubicBezTo>
                    <a:pt x="547" y="0"/>
                    <a:pt x="1" y="547"/>
                    <a:pt x="1" y="1225"/>
                  </a:cubicBezTo>
                  <a:cubicBezTo>
                    <a:pt x="1" y="1903"/>
                    <a:pt x="547" y="2450"/>
                    <a:pt x="1225" y="2450"/>
                  </a:cubicBezTo>
                  <a:lnTo>
                    <a:pt x="23173" y="2450"/>
                  </a:lnTo>
                  <a:cubicBezTo>
                    <a:pt x="23851" y="2450"/>
                    <a:pt x="24398" y="1903"/>
                    <a:pt x="24398" y="1225"/>
                  </a:cubicBezTo>
                  <a:cubicBezTo>
                    <a:pt x="24398" y="547"/>
                    <a:pt x="23851" y="0"/>
                    <a:pt x="2317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9" name="Google Shape;739;p56"/>
          <p:cNvGrpSpPr/>
          <p:nvPr/>
        </p:nvGrpSpPr>
        <p:grpSpPr>
          <a:xfrm rot="5400000">
            <a:off x="790490" y="3751532"/>
            <a:ext cx="753870" cy="1744298"/>
            <a:chOff x="5088650" y="245050"/>
            <a:chExt cx="1046025" cy="2420283"/>
          </a:xfrm>
        </p:grpSpPr>
        <p:sp>
          <p:nvSpPr>
            <p:cNvPr id="740" name="Google Shape;740;p56"/>
            <p:cNvSpPr/>
            <p:nvPr/>
          </p:nvSpPr>
          <p:spPr>
            <a:xfrm>
              <a:off x="5547343" y="1580799"/>
              <a:ext cx="128662" cy="1084534"/>
            </a:xfrm>
            <a:custGeom>
              <a:rect b="b" l="l" r="r" t="t"/>
              <a:pathLst>
                <a:path extrusionOk="0" h="18637" w="5147">
                  <a:moveTo>
                    <a:pt x="0" y="0"/>
                  </a:moveTo>
                  <a:lnTo>
                    <a:pt x="0" y="18636"/>
                  </a:lnTo>
                  <a:lnTo>
                    <a:pt x="5147" y="18636"/>
                  </a:lnTo>
                  <a:lnTo>
                    <a:pt x="51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 name="Google Shape;741;p56"/>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 name="Google Shape;742;p56"/>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 name="Google Shape;743;p56"/>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 name="Google Shape;744;p56"/>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 name="Google Shape;745;p56"/>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6" name="Google Shape;746;p56"/>
          <p:cNvGrpSpPr/>
          <p:nvPr/>
        </p:nvGrpSpPr>
        <p:grpSpPr>
          <a:xfrm rot="10800000">
            <a:off x="4829409" y="-14239"/>
            <a:ext cx="753870" cy="1509637"/>
            <a:chOff x="5088650" y="245050"/>
            <a:chExt cx="1046025" cy="2094681"/>
          </a:xfrm>
        </p:grpSpPr>
        <p:sp>
          <p:nvSpPr>
            <p:cNvPr id="747" name="Google Shape;747;p56"/>
            <p:cNvSpPr/>
            <p:nvPr/>
          </p:nvSpPr>
          <p:spPr>
            <a:xfrm>
              <a:off x="5547342" y="1580832"/>
              <a:ext cx="128662" cy="758899"/>
            </a:xfrm>
            <a:custGeom>
              <a:rect b="b" l="l" r="r" t="t"/>
              <a:pathLst>
                <a:path extrusionOk="0" h="18637" w="5147">
                  <a:moveTo>
                    <a:pt x="0" y="0"/>
                  </a:moveTo>
                  <a:lnTo>
                    <a:pt x="0" y="18636"/>
                  </a:lnTo>
                  <a:lnTo>
                    <a:pt x="5147" y="18636"/>
                  </a:lnTo>
                  <a:lnTo>
                    <a:pt x="5147"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56"/>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 name="Google Shape;749;p56"/>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 name="Google Shape;750;p56"/>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56"/>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56"/>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 name="Shape 756"/>
        <p:cNvGrpSpPr/>
        <p:nvPr/>
      </p:nvGrpSpPr>
      <p:grpSpPr>
        <a:xfrm>
          <a:off x="0" y="0"/>
          <a:ext cx="0" cy="0"/>
          <a:chOff x="0" y="0"/>
          <a:chExt cx="0" cy="0"/>
        </a:xfrm>
      </p:grpSpPr>
      <p:sp>
        <p:nvSpPr>
          <p:cNvPr id="757" name="Google Shape;757;p57"/>
          <p:cNvSpPr/>
          <p:nvPr/>
        </p:nvSpPr>
        <p:spPr>
          <a:xfrm>
            <a:off x="0" y="-13200"/>
            <a:ext cx="3229200" cy="43281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 name="Google Shape;758;p57"/>
          <p:cNvSpPr/>
          <p:nvPr/>
        </p:nvSpPr>
        <p:spPr>
          <a:xfrm flipH="1">
            <a:off x="2705" y="4314888"/>
            <a:ext cx="3229200" cy="8418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 name="Google Shape;759;p57"/>
          <p:cNvSpPr/>
          <p:nvPr/>
        </p:nvSpPr>
        <p:spPr>
          <a:xfrm>
            <a:off x="3636425" y="1349100"/>
            <a:ext cx="694800" cy="6948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 name="Google Shape;760;p57"/>
          <p:cNvSpPr/>
          <p:nvPr/>
        </p:nvSpPr>
        <p:spPr>
          <a:xfrm>
            <a:off x="3636425" y="2203963"/>
            <a:ext cx="694800" cy="6948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 name="Google Shape;761;p57"/>
          <p:cNvSpPr/>
          <p:nvPr/>
        </p:nvSpPr>
        <p:spPr>
          <a:xfrm>
            <a:off x="3636425" y="3058825"/>
            <a:ext cx="694800" cy="6948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 name="Google Shape;762;p57"/>
          <p:cNvSpPr/>
          <p:nvPr/>
        </p:nvSpPr>
        <p:spPr>
          <a:xfrm>
            <a:off x="3636425" y="3913688"/>
            <a:ext cx="694800" cy="6948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 name="Google Shape;763;p57"/>
          <p:cNvSpPr txBox="1"/>
          <p:nvPr>
            <p:ph type="title"/>
          </p:nvPr>
        </p:nvSpPr>
        <p:spPr>
          <a:xfrm>
            <a:off x="3524525" y="1486950"/>
            <a:ext cx="918600" cy="419100"/>
          </a:xfrm>
          <a:prstGeom prst="rect">
            <a:avLst/>
          </a:prstGeom>
          <a:noFill/>
          <a:ln>
            <a:noFill/>
          </a:ln>
        </p:spPr>
        <p:txBody>
          <a:bodyPr anchorCtr="0" anchor="ctr" bIns="91425" lIns="91425" spcFirstLastPara="1" rIns="91425" wrap="square" tIns="0">
            <a:noAutofit/>
          </a:bodyPr>
          <a:lstStyle/>
          <a:p>
            <a:pPr indent="0" lvl="0" marL="0" rtl="0" algn="ctr">
              <a:lnSpc>
                <a:spcPct val="100000"/>
              </a:lnSpc>
              <a:spcBef>
                <a:spcPts val="0"/>
              </a:spcBef>
              <a:spcAft>
                <a:spcPts val="0"/>
              </a:spcAft>
              <a:buSzPts val="3000"/>
              <a:buNone/>
            </a:pPr>
            <a:r>
              <a:rPr lang="en-GB"/>
              <a:t>01</a:t>
            </a:r>
            <a:endParaRPr/>
          </a:p>
        </p:txBody>
      </p:sp>
      <p:sp>
        <p:nvSpPr>
          <p:cNvPr id="764" name="Google Shape;764;p57"/>
          <p:cNvSpPr txBox="1"/>
          <p:nvPr>
            <p:ph idx="1" type="subTitle"/>
          </p:nvPr>
        </p:nvSpPr>
        <p:spPr>
          <a:xfrm>
            <a:off x="4391025" y="1668675"/>
            <a:ext cx="4038000" cy="313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GB" sz="1400"/>
              <a:t>Problem and Dataset</a:t>
            </a:r>
            <a:endParaRPr sz="1400"/>
          </a:p>
        </p:txBody>
      </p:sp>
      <p:sp>
        <p:nvSpPr>
          <p:cNvPr id="765" name="Google Shape;765;p57"/>
          <p:cNvSpPr txBox="1"/>
          <p:nvPr>
            <p:ph idx="2" type="subTitle"/>
          </p:nvPr>
        </p:nvSpPr>
        <p:spPr>
          <a:xfrm>
            <a:off x="4391025" y="1331700"/>
            <a:ext cx="4038000" cy="491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GB" sz="2200"/>
              <a:t>INTRODUCTION</a:t>
            </a:r>
            <a:endParaRPr sz="2200"/>
          </a:p>
        </p:txBody>
      </p:sp>
      <p:sp>
        <p:nvSpPr>
          <p:cNvPr id="766" name="Google Shape;766;p57"/>
          <p:cNvSpPr txBox="1"/>
          <p:nvPr>
            <p:ph idx="3" type="title"/>
          </p:nvPr>
        </p:nvSpPr>
        <p:spPr>
          <a:xfrm>
            <a:off x="3505200" y="535000"/>
            <a:ext cx="4918500" cy="573300"/>
          </a:xfrm>
          <a:prstGeom prst="rect">
            <a:avLst/>
          </a:prstGeom>
          <a:noFill/>
          <a:ln>
            <a:noFill/>
          </a:ln>
        </p:spPr>
        <p:txBody>
          <a:bodyPr anchorCtr="0" anchor="t" bIns="91425" lIns="91425" spcFirstLastPara="1" rIns="91425" wrap="square" tIns="0">
            <a:noAutofit/>
          </a:bodyPr>
          <a:lstStyle/>
          <a:p>
            <a:pPr indent="0" lvl="0" marL="0" rtl="0" algn="l">
              <a:lnSpc>
                <a:spcPct val="100000"/>
              </a:lnSpc>
              <a:spcBef>
                <a:spcPts val="0"/>
              </a:spcBef>
              <a:spcAft>
                <a:spcPts val="0"/>
              </a:spcAft>
              <a:buSzPts val="3200"/>
              <a:buNone/>
            </a:pPr>
            <a:r>
              <a:rPr lang="en-GB"/>
              <a:t>TABLE OF CONTENTS</a:t>
            </a:r>
            <a:endParaRPr/>
          </a:p>
        </p:txBody>
      </p:sp>
      <p:sp>
        <p:nvSpPr>
          <p:cNvPr id="767" name="Google Shape;767;p57"/>
          <p:cNvSpPr txBox="1"/>
          <p:nvPr>
            <p:ph idx="4" type="title"/>
          </p:nvPr>
        </p:nvSpPr>
        <p:spPr>
          <a:xfrm>
            <a:off x="3524525" y="4051550"/>
            <a:ext cx="918600" cy="419100"/>
          </a:xfrm>
          <a:prstGeom prst="rect">
            <a:avLst/>
          </a:prstGeom>
          <a:noFill/>
          <a:ln>
            <a:noFill/>
          </a:ln>
        </p:spPr>
        <p:txBody>
          <a:bodyPr anchorCtr="0" anchor="ctr" bIns="91425" lIns="91425" spcFirstLastPara="1" rIns="91425" wrap="square" tIns="0">
            <a:noAutofit/>
          </a:bodyPr>
          <a:lstStyle/>
          <a:p>
            <a:pPr indent="0" lvl="0" marL="0" rtl="0" algn="ctr">
              <a:lnSpc>
                <a:spcPct val="100000"/>
              </a:lnSpc>
              <a:spcBef>
                <a:spcPts val="0"/>
              </a:spcBef>
              <a:spcAft>
                <a:spcPts val="0"/>
              </a:spcAft>
              <a:buSzPts val="3000"/>
              <a:buNone/>
            </a:pPr>
            <a:r>
              <a:rPr lang="en-GB"/>
              <a:t>04</a:t>
            </a:r>
            <a:endParaRPr/>
          </a:p>
        </p:txBody>
      </p:sp>
      <p:sp>
        <p:nvSpPr>
          <p:cNvPr id="768" name="Google Shape;768;p57"/>
          <p:cNvSpPr txBox="1"/>
          <p:nvPr>
            <p:ph idx="5" type="subTitle"/>
          </p:nvPr>
        </p:nvSpPr>
        <p:spPr>
          <a:xfrm>
            <a:off x="4391025" y="4250550"/>
            <a:ext cx="4038000" cy="313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GB" sz="1400"/>
              <a:t>Business Application, Risk Tiering</a:t>
            </a:r>
            <a:endParaRPr sz="1400"/>
          </a:p>
        </p:txBody>
      </p:sp>
      <p:sp>
        <p:nvSpPr>
          <p:cNvPr id="769" name="Google Shape;769;p57"/>
          <p:cNvSpPr txBox="1"/>
          <p:nvPr>
            <p:ph idx="6" type="subTitle"/>
          </p:nvPr>
        </p:nvSpPr>
        <p:spPr>
          <a:xfrm>
            <a:off x="4391025" y="3913700"/>
            <a:ext cx="4038000" cy="491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GB" sz="2200"/>
              <a:t>CONCLUSION</a:t>
            </a:r>
            <a:endParaRPr sz="2200"/>
          </a:p>
        </p:txBody>
      </p:sp>
      <p:sp>
        <p:nvSpPr>
          <p:cNvPr id="770" name="Google Shape;770;p57"/>
          <p:cNvSpPr txBox="1"/>
          <p:nvPr>
            <p:ph idx="7" type="title"/>
          </p:nvPr>
        </p:nvSpPr>
        <p:spPr>
          <a:xfrm>
            <a:off x="3524525" y="3196683"/>
            <a:ext cx="918600" cy="419100"/>
          </a:xfrm>
          <a:prstGeom prst="rect">
            <a:avLst/>
          </a:prstGeom>
          <a:noFill/>
          <a:ln>
            <a:noFill/>
          </a:ln>
        </p:spPr>
        <p:txBody>
          <a:bodyPr anchorCtr="0" anchor="ctr" bIns="91425" lIns="91425" spcFirstLastPara="1" rIns="91425" wrap="square" tIns="0">
            <a:noAutofit/>
          </a:bodyPr>
          <a:lstStyle/>
          <a:p>
            <a:pPr indent="0" lvl="0" marL="0" rtl="0" algn="ctr">
              <a:lnSpc>
                <a:spcPct val="100000"/>
              </a:lnSpc>
              <a:spcBef>
                <a:spcPts val="0"/>
              </a:spcBef>
              <a:spcAft>
                <a:spcPts val="0"/>
              </a:spcAft>
              <a:buSzPts val="3000"/>
              <a:buNone/>
            </a:pPr>
            <a:r>
              <a:rPr lang="en-GB"/>
              <a:t>03</a:t>
            </a:r>
            <a:endParaRPr/>
          </a:p>
        </p:txBody>
      </p:sp>
      <p:sp>
        <p:nvSpPr>
          <p:cNvPr id="771" name="Google Shape;771;p57"/>
          <p:cNvSpPr txBox="1"/>
          <p:nvPr>
            <p:ph idx="8" type="subTitle"/>
          </p:nvPr>
        </p:nvSpPr>
        <p:spPr>
          <a:xfrm>
            <a:off x="4391025" y="3389925"/>
            <a:ext cx="4038000" cy="313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GB" sz="1400"/>
              <a:t>Results and Key Takeaways</a:t>
            </a:r>
            <a:endParaRPr sz="1400"/>
          </a:p>
        </p:txBody>
      </p:sp>
      <p:sp>
        <p:nvSpPr>
          <p:cNvPr id="772" name="Google Shape;772;p57"/>
          <p:cNvSpPr txBox="1"/>
          <p:nvPr>
            <p:ph idx="9" type="subTitle"/>
          </p:nvPr>
        </p:nvSpPr>
        <p:spPr>
          <a:xfrm>
            <a:off x="4391025" y="3053033"/>
            <a:ext cx="4038000" cy="491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GB" sz="2200"/>
              <a:t>RESULT</a:t>
            </a:r>
            <a:endParaRPr sz="2200"/>
          </a:p>
        </p:txBody>
      </p:sp>
      <p:sp>
        <p:nvSpPr>
          <p:cNvPr id="773" name="Google Shape;773;p57"/>
          <p:cNvSpPr txBox="1"/>
          <p:nvPr>
            <p:ph idx="13" type="title"/>
          </p:nvPr>
        </p:nvSpPr>
        <p:spPr>
          <a:xfrm>
            <a:off x="3524525" y="2341817"/>
            <a:ext cx="918600" cy="419100"/>
          </a:xfrm>
          <a:prstGeom prst="rect">
            <a:avLst/>
          </a:prstGeom>
          <a:noFill/>
          <a:ln>
            <a:noFill/>
          </a:ln>
        </p:spPr>
        <p:txBody>
          <a:bodyPr anchorCtr="0" anchor="ctr" bIns="91425" lIns="91425" spcFirstLastPara="1" rIns="91425" wrap="square" tIns="0">
            <a:noAutofit/>
          </a:bodyPr>
          <a:lstStyle/>
          <a:p>
            <a:pPr indent="0" lvl="0" marL="0" rtl="0" algn="ctr">
              <a:lnSpc>
                <a:spcPct val="100000"/>
              </a:lnSpc>
              <a:spcBef>
                <a:spcPts val="0"/>
              </a:spcBef>
              <a:spcAft>
                <a:spcPts val="0"/>
              </a:spcAft>
              <a:buSzPts val="3000"/>
              <a:buNone/>
            </a:pPr>
            <a:r>
              <a:rPr lang="en-GB"/>
              <a:t>02</a:t>
            </a:r>
            <a:endParaRPr/>
          </a:p>
        </p:txBody>
      </p:sp>
      <p:sp>
        <p:nvSpPr>
          <p:cNvPr id="774" name="Google Shape;774;p57"/>
          <p:cNvSpPr txBox="1"/>
          <p:nvPr>
            <p:ph idx="14" type="subTitle"/>
          </p:nvPr>
        </p:nvSpPr>
        <p:spPr>
          <a:xfrm>
            <a:off x="4391025" y="2529300"/>
            <a:ext cx="4038000" cy="313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GB" sz="1400"/>
              <a:t>Data Prep, Modeling, Tuning, Evaluation</a:t>
            </a:r>
            <a:endParaRPr sz="1400"/>
          </a:p>
        </p:txBody>
      </p:sp>
      <p:sp>
        <p:nvSpPr>
          <p:cNvPr id="775" name="Google Shape;775;p57"/>
          <p:cNvSpPr txBox="1"/>
          <p:nvPr>
            <p:ph idx="15" type="subTitle"/>
          </p:nvPr>
        </p:nvSpPr>
        <p:spPr>
          <a:xfrm>
            <a:off x="4391025" y="2192367"/>
            <a:ext cx="4038000" cy="491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GB" sz="2200"/>
              <a:t>METHODOLOGY</a:t>
            </a:r>
            <a:endParaRPr sz="2200"/>
          </a:p>
        </p:txBody>
      </p:sp>
      <p:grpSp>
        <p:nvGrpSpPr>
          <p:cNvPr id="776" name="Google Shape;776;p57"/>
          <p:cNvGrpSpPr/>
          <p:nvPr/>
        </p:nvGrpSpPr>
        <p:grpSpPr>
          <a:xfrm>
            <a:off x="909222" y="328500"/>
            <a:ext cx="1416153" cy="3644700"/>
            <a:chOff x="913822" y="341700"/>
            <a:chExt cx="1416153" cy="3644700"/>
          </a:xfrm>
        </p:grpSpPr>
        <p:grpSp>
          <p:nvGrpSpPr>
            <p:cNvPr id="777" name="Google Shape;777;p57"/>
            <p:cNvGrpSpPr/>
            <p:nvPr/>
          </p:nvGrpSpPr>
          <p:grpSpPr>
            <a:xfrm>
              <a:off x="979900" y="341700"/>
              <a:ext cx="1278600" cy="3644700"/>
              <a:chOff x="979900" y="314325"/>
              <a:chExt cx="1278600" cy="3644700"/>
            </a:xfrm>
          </p:grpSpPr>
          <p:sp>
            <p:nvSpPr>
              <p:cNvPr id="778" name="Google Shape;778;p57"/>
              <p:cNvSpPr/>
              <p:nvPr/>
            </p:nvSpPr>
            <p:spPr>
              <a:xfrm rot="5400000">
                <a:off x="-203150" y="1497375"/>
                <a:ext cx="3644700" cy="1278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 name="Google Shape;779;p57"/>
              <p:cNvSpPr/>
              <p:nvPr/>
            </p:nvSpPr>
            <p:spPr>
              <a:xfrm rot="5400000">
                <a:off x="-98195" y="1589775"/>
                <a:ext cx="3434700" cy="10938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 name="Google Shape;780;p57"/>
              <p:cNvSpPr/>
              <p:nvPr/>
            </p:nvSpPr>
            <p:spPr>
              <a:xfrm rot="5400000">
                <a:off x="2751" y="1693425"/>
                <a:ext cx="3232800" cy="8865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 name="Google Shape;781;p57"/>
              <p:cNvSpPr/>
              <p:nvPr/>
            </p:nvSpPr>
            <p:spPr>
              <a:xfrm rot="5400000">
                <a:off x="103610" y="1806825"/>
                <a:ext cx="3031200" cy="6597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2" name="Google Shape;782;p57"/>
            <p:cNvGrpSpPr/>
            <p:nvPr/>
          </p:nvGrpSpPr>
          <p:grpSpPr>
            <a:xfrm>
              <a:off x="2193219" y="954497"/>
              <a:ext cx="136756" cy="175987"/>
              <a:chOff x="1897944" y="1497422"/>
              <a:chExt cx="136756" cy="175987"/>
            </a:xfrm>
          </p:grpSpPr>
          <p:sp>
            <p:nvSpPr>
              <p:cNvPr id="783" name="Google Shape;783;p57"/>
              <p:cNvSpPr/>
              <p:nvPr/>
            </p:nvSpPr>
            <p:spPr>
              <a:xfrm>
                <a:off x="1917715" y="1497422"/>
                <a:ext cx="97213" cy="175987"/>
              </a:xfrm>
              <a:custGeom>
                <a:rect b="b" l="l" r="r" t="t"/>
                <a:pathLst>
                  <a:path extrusionOk="0" h="3961" w="2188">
                    <a:moveTo>
                      <a:pt x="0" y="0"/>
                    </a:moveTo>
                    <a:lnTo>
                      <a:pt x="0" y="3961"/>
                    </a:lnTo>
                    <a:lnTo>
                      <a:pt x="2188" y="3961"/>
                    </a:lnTo>
                    <a:lnTo>
                      <a:pt x="218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57"/>
              <p:cNvSpPr/>
              <p:nvPr/>
            </p:nvSpPr>
            <p:spPr>
              <a:xfrm>
                <a:off x="1897944" y="1538742"/>
                <a:ext cx="136756" cy="81529"/>
              </a:xfrm>
              <a:custGeom>
                <a:rect b="b" l="l" r="r" t="t"/>
                <a:pathLst>
                  <a:path extrusionOk="0" h="1835" w="3078">
                    <a:moveTo>
                      <a:pt x="1539" y="1"/>
                    </a:moveTo>
                    <a:lnTo>
                      <a:pt x="0" y="1835"/>
                    </a:lnTo>
                    <a:lnTo>
                      <a:pt x="3078" y="1835"/>
                    </a:lnTo>
                    <a:lnTo>
                      <a:pt x="1539"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5" name="Google Shape;785;p57"/>
            <p:cNvGrpSpPr/>
            <p:nvPr/>
          </p:nvGrpSpPr>
          <p:grpSpPr>
            <a:xfrm>
              <a:off x="1009180" y="733662"/>
              <a:ext cx="136800" cy="175987"/>
              <a:chOff x="975855" y="1419225"/>
              <a:chExt cx="136800" cy="175987"/>
            </a:xfrm>
          </p:grpSpPr>
          <p:sp>
            <p:nvSpPr>
              <p:cNvPr id="786" name="Google Shape;786;p57"/>
              <p:cNvSpPr/>
              <p:nvPr/>
            </p:nvSpPr>
            <p:spPr>
              <a:xfrm>
                <a:off x="995671" y="1419225"/>
                <a:ext cx="97213" cy="175987"/>
              </a:xfrm>
              <a:custGeom>
                <a:rect b="b" l="l" r="r" t="t"/>
                <a:pathLst>
                  <a:path extrusionOk="0" h="3961" w="2188">
                    <a:moveTo>
                      <a:pt x="0" y="1"/>
                    </a:moveTo>
                    <a:lnTo>
                      <a:pt x="0" y="3961"/>
                    </a:lnTo>
                    <a:lnTo>
                      <a:pt x="2187" y="3961"/>
                    </a:lnTo>
                    <a:lnTo>
                      <a:pt x="2187"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 name="Google Shape;787;p57"/>
              <p:cNvSpPr/>
              <p:nvPr/>
            </p:nvSpPr>
            <p:spPr>
              <a:xfrm>
                <a:off x="975855" y="1460545"/>
                <a:ext cx="136800" cy="81618"/>
              </a:xfrm>
              <a:custGeom>
                <a:rect b="b" l="l" r="r" t="t"/>
                <a:pathLst>
                  <a:path extrusionOk="0" h="1837" w="3079">
                    <a:moveTo>
                      <a:pt x="1540" y="1"/>
                    </a:moveTo>
                    <a:lnTo>
                      <a:pt x="1" y="1836"/>
                    </a:lnTo>
                    <a:lnTo>
                      <a:pt x="3079" y="1836"/>
                    </a:lnTo>
                    <a:lnTo>
                      <a:pt x="1540"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8" name="Google Shape;788;p57"/>
            <p:cNvGrpSpPr/>
            <p:nvPr/>
          </p:nvGrpSpPr>
          <p:grpSpPr>
            <a:xfrm>
              <a:off x="2102522" y="3241113"/>
              <a:ext cx="136844" cy="175987"/>
              <a:chOff x="1773897" y="3022038"/>
              <a:chExt cx="136844" cy="175987"/>
            </a:xfrm>
          </p:grpSpPr>
          <p:sp>
            <p:nvSpPr>
              <p:cNvPr id="789" name="Google Shape;789;p57"/>
              <p:cNvSpPr/>
              <p:nvPr/>
            </p:nvSpPr>
            <p:spPr>
              <a:xfrm>
                <a:off x="1793713" y="3022038"/>
                <a:ext cx="97257" cy="175987"/>
              </a:xfrm>
              <a:custGeom>
                <a:rect b="b" l="l" r="r" t="t"/>
                <a:pathLst>
                  <a:path extrusionOk="0" h="3961" w="2189">
                    <a:moveTo>
                      <a:pt x="0" y="0"/>
                    </a:moveTo>
                    <a:lnTo>
                      <a:pt x="0" y="3961"/>
                    </a:lnTo>
                    <a:lnTo>
                      <a:pt x="2188" y="3961"/>
                    </a:lnTo>
                    <a:lnTo>
                      <a:pt x="2188"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57"/>
              <p:cNvSpPr/>
              <p:nvPr/>
            </p:nvSpPr>
            <p:spPr>
              <a:xfrm>
                <a:off x="1773897" y="3075132"/>
                <a:ext cx="136844" cy="81573"/>
              </a:xfrm>
              <a:custGeom>
                <a:rect b="b" l="l" r="r" t="t"/>
                <a:pathLst>
                  <a:path extrusionOk="0" h="1836" w="3080">
                    <a:moveTo>
                      <a:pt x="1" y="0"/>
                    </a:moveTo>
                    <a:lnTo>
                      <a:pt x="1541" y="1835"/>
                    </a:lnTo>
                    <a:lnTo>
                      <a:pt x="308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1" name="Google Shape;791;p57"/>
            <p:cNvGrpSpPr/>
            <p:nvPr/>
          </p:nvGrpSpPr>
          <p:grpSpPr>
            <a:xfrm>
              <a:off x="913822" y="2760610"/>
              <a:ext cx="136800" cy="175987"/>
              <a:chOff x="851897" y="2593910"/>
              <a:chExt cx="136800" cy="175987"/>
            </a:xfrm>
          </p:grpSpPr>
          <p:sp>
            <p:nvSpPr>
              <p:cNvPr id="792" name="Google Shape;792;p57"/>
              <p:cNvSpPr/>
              <p:nvPr/>
            </p:nvSpPr>
            <p:spPr>
              <a:xfrm>
                <a:off x="871713" y="2593910"/>
                <a:ext cx="97213" cy="175987"/>
              </a:xfrm>
              <a:custGeom>
                <a:rect b="b" l="l" r="r" t="t"/>
                <a:pathLst>
                  <a:path extrusionOk="0" h="3961" w="2188">
                    <a:moveTo>
                      <a:pt x="0" y="0"/>
                    </a:moveTo>
                    <a:lnTo>
                      <a:pt x="0" y="3961"/>
                    </a:lnTo>
                    <a:lnTo>
                      <a:pt x="2187" y="3961"/>
                    </a:lnTo>
                    <a:lnTo>
                      <a:pt x="218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 name="Google Shape;793;p57"/>
              <p:cNvSpPr/>
              <p:nvPr/>
            </p:nvSpPr>
            <p:spPr>
              <a:xfrm>
                <a:off x="851897" y="2647049"/>
                <a:ext cx="136800" cy="81529"/>
              </a:xfrm>
              <a:custGeom>
                <a:rect b="b" l="l" r="r" t="t"/>
                <a:pathLst>
                  <a:path extrusionOk="0" h="1835" w="3079">
                    <a:moveTo>
                      <a:pt x="1" y="0"/>
                    </a:moveTo>
                    <a:lnTo>
                      <a:pt x="1540" y="1834"/>
                    </a:lnTo>
                    <a:lnTo>
                      <a:pt x="3079"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4" name="Google Shape;794;p57"/>
          <p:cNvGrpSpPr/>
          <p:nvPr/>
        </p:nvGrpSpPr>
        <p:grpSpPr>
          <a:xfrm>
            <a:off x="840503" y="978572"/>
            <a:ext cx="1548193" cy="2344556"/>
            <a:chOff x="874813" y="1108300"/>
            <a:chExt cx="1488647" cy="2254381"/>
          </a:xfrm>
        </p:grpSpPr>
        <p:sp>
          <p:nvSpPr>
            <p:cNvPr id="795" name="Google Shape;795;p57"/>
            <p:cNvSpPr/>
            <p:nvPr/>
          </p:nvSpPr>
          <p:spPr>
            <a:xfrm>
              <a:off x="1297461" y="2636239"/>
              <a:ext cx="644809" cy="563115"/>
            </a:xfrm>
            <a:custGeom>
              <a:rect b="b" l="l" r="r" t="t"/>
              <a:pathLst>
                <a:path extrusionOk="0" h="12497" w="14310">
                  <a:moveTo>
                    <a:pt x="1" y="0"/>
                  </a:moveTo>
                  <a:lnTo>
                    <a:pt x="1" y="12496"/>
                  </a:lnTo>
                  <a:lnTo>
                    <a:pt x="14310" y="12496"/>
                  </a:lnTo>
                  <a:lnTo>
                    <a:pt x="14310"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57"/>
            <p:cNvSpPr/>
            <p:nvPr/>
          </p:nvSpPr>
          <p:spPr>
            <a:xfrm>
              <a:off x="1297461" y="3199338"/>
              <a:ext cx="644809" cy="163343"/>
            </a:xfrm>
            <a:custGeom>
              <a:rect b="b" l="l" r="r" t="t"/>
              <a:pathLst>
                <a:path extrusionOk="0" h="3625" w="14310">
                  <a:moveTo>
                    <a:pt x="1" y="1"/>
                  </a:moveTo>
                  <a:lnTo>
                    <a:pt x="2840" y="3624"/>
                  </a:lnTo>
                  <a:lnTo>
                    <a:pt x="11471" y="3624"/>
                  </a:lnTo>
                  <a:lnTo>
                    <a:pt x="1431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57"/>
            <p:cNvSpPr/>
            <p:nvPr/>
          </p:nvSpPr>
          <p:spPr>
            <a:xfrm>
              <a:off x="874813" y="1108300"/>
              <a:ext cx="1488647" cy="1698266"/>
            </a:xfrm>
            <a:custGeom>
              <a:rect b="b" l="l" r="r" t="t"/>
              <a:pathLst>
                <a:path extrusionOk="0" h="37689" w="33037">
                  <a:moveTo>
                    <a:pt x="16539" y="0"/>
                  </a:moveTo>
                  <a:cubicBezTo>
                    <a:pt x="7530" y="0"/>
                    <a:pt x="108" y="7329"/>
                    <a:pt x="36" y="16364"/>
                  </a:cubicBezTo>
                  <a:cubicBezTo>
                    <a:pt x="0" y="20651"/>
                    <a:pt x="1601" y="24564"/>
                    <a:pt x="4251" y="27517"/>
                  </a:cubicBezTo>
                  <a:cubicBezTo>
                    <a:pt x="5795" y="29238"/>
                    <a:pt x="6617" y="31488"/>
                    <a:pt x="6617" y="33799"/>
                  </a:cubicBezTo>
                  <a:lnTo>
                    <a:pt x="6617" y="35435"/>
                  </a:lnTo>
                  <a:cubicBezTo>
                    <a:pt x="6617" y="36679"/>
                    <a:pt x="7627" y="37689"/>
                    <a:pt x="8871" y="37689"/>
                  </a:cubicBezTo>
                  <a:lnTo>
                    <a:pt x="24200" y="37689"/>
                  </a:lnTo>
                  <a:cubicBezTo>
                    <a:pt x="25444" y="37689"/>
                    <a:pt x="26453" y="36679"/>
                    <a:pt x="26453" y="35435"/>
                  </a:cubicBezTo>
                  <a:lnTo>
                    <a:pt x="26453" y="33764"/>
                  </a:lnTo>
                  <a:cubicBezTo>
                    <a:pt x="26453" y="31451"/>
                    <a:pt x="27301" y="29217"/>
                    <a:pt x="28842" y="27493"/>
                  </a:cubicBezTo>
                  <a:cubicBezTo>
                    <a:pt x="31451" y="24575"/>
                    <a:pt x="33036" y="20724"/>
                    <a:pt x="33036" y="16501"/>
                  </a:cubicBezTo>
                  <a:cubicBezTo>
                    <a:pt x="33036" y="7461"/>
                    <a:pt x="25768" y="119"/>
                    <a:pt x="16756" y="2"/>
                  </a:cubicBezTo>
                  <a:cubicBezTo>
                    <a:pt x="16684" y="1"/>
                    <a:pt x="16612" y="0"/>
                    <a:pt x="1653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57"/>
            <p:cNvSpPr/>
            <p:nvPr/>
          </p:nvSpPr>
          <p:spPr>
            <a:xfrm>
              <a:off x="1324857" y="2095671"/>
              <a:ext cx="295053" cy="710867"/>
            </a:xfrm>
            <a:custGeom>
              <a:rect b="b" l="l" r="r" t="t"/>
              <a:pathLst>
                <a:path extrusionOk="0" fill="none" h="15776" w="6548">
                  <a:moveTo>
                    <a:pt x="4251" y="15776"/>
                  </a:moveTo>
                  <a:lnTo>
                    <a:pt x="4251" y="2126"/>
                  </a:lnTo>
                  <a:cubicBezTo>
                    <a:pt x="4251" y="952"/>
                    <a:pt x="3300" y="1"/>
                    <a:pt x="2126" y="1"/>
                  </a:cubicBezTo>
                  <a:lnTo>
                    <a:pt x="2126" y="1"/>
                  </a:lnTo>
                  <a:cubicBezTo>
                    <a:pt x="953" y="1"/>
                    <a:pt x="0" y="952"/>
                    <a:pt x="0" y="2126"/>
                  </a:cubicBezTo>
                  <a:lnTo>
                    <a:pt x="0" y="2126"/>
                  </a:lnTo>
                  <a:cubicBezTo>
                    <a:pt x="0" y="3299"/>
                    <a:pt x="953" y="4252"/>
                    <a:pt x="2126" y="4252"/>
                  </a:cubicBezTo>
                  <a:lnTo>
                    <a:pt x="6547" y="4252"/>
                  </a:lnTo>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57"/>
            <p:cNvSpPr/>
            <p:nvPr/>
          </p:nvSpPr>
          <p:spPr>
            <a:xfrm>
              <a:off x="1619854" y="2095671"/>
              <a:ext cx="295053" cy="710867"/>
            </a:xfrm>
            <a:custGeom>
              <a:rect b="b" l="l" r="r" t="t"/>
              <a:pathLst>
                <a:path extrusionOk="0" fill="none" h="15776" w="6548">
                  <a:moveTo>
                    <a:pt x="2296" y="15776"/>
                  </a:moveTo>
                  <a:lnTo>
                    <a:pt x="2296" y="2126"/>
                  </a:lnTo>
                  <a:cubicBezTo>
                    <a:pt x="2296" y="952"/>
                    <a:pt x="3248" y="1"/>
                    <a:pt x="4423" y="1"/>
                  </a:cubicBezTo>
                  <a:lnTo>
                    <a:pt x="4423" y="1"/>
                  </a:lnTo>
                  <a:cubicBezTo>
                    <a:pt x="5596" y="1"/>
                    <a:pt x="6548" y="952"/>
                    <a:pt x="6548" y="2126"/>
                  </a:cubicBezTo>
                  <a:lnTo>
                    <a:pt x="6548" y="2126"/>
                  </a:lnTo>
                  <a:cubicBezTo>
                    <a:pt x="6548" y="3299"/>
                    <a:pt x="5596" y="4252"/>
                    <a:pt x="4423" y="4252"/>
                  </a:cubicBezTo>
                  <a:lnTo>
                    <a:pt x="0" y="4252"/>
                  </a:lnTo>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0" name="Google Shape;800;p57"/>
          <p:cNvGrpSpPr/>
          <p:nvPr/>
        </p:nvGrpSpPr>
        <p:grpSpPr>
          <a:xfrm>
            <a:off x="843217" y="4508416"/>
            <a:ext cx="1548175" cy="454743"/>
            <a:chOff x="715088" y="4521623"/>
            <a:chExt cx="1548175" cy="454743"/>
          </a:xfrm>
        </p:grpSpPr>
        <p:sp>
          <p:nvSpPr>
            <p:cNvPr id="801" name="Google Shape;801;p57"/>
            <p:cNvSpPr/>
            <p:nvPr/>
          </p:nvSpPr>
          <p:spPr>
            <a:xfrm>
              <a:off x="1375490" y="4521623"/>
              <a:ext cx="887773" cy="454743"/>
            </a:xfrm>
            <a:custGeom>
              <a:rect b="b" l="l" r="r" t="t"/>
              <a:pathLst>
                <a:path extrusionOk="0" h="10686" w="20863">
                  <a:moveTo>
                    <a:pt x="5343" y="1"/>
                  </a:moveTo>
                  <a:cubicBezTo>
                    <a:pt x="2383" y="1"/>
                    <a:pt x="0" y="2383"/>
                    <a:pt x="0" y="5343"/>
                  </a:cubicBezTo>
                  <a:cubicBezTo>
                    <a:pt x="0" y="8303"/>
                    <a:pt x="2383" y="10686"/>
                    <a:pt x="5343" y="10686"/>
                  </a:cubicBezTo>
                  <a:lnTo>
                    <a:pt x="15519" y="10686"/>
                  </a:lnTo>
                  <a:cubicBezTo>
                    <a:pt x="18479" y="10686"/>
                    <a:pt x="20862" y="8303"/>
                    <a:pt x="20862" y="5343"/>
                  </a:cubicBezTo>
                  <a:cubicBezTo>
                    <a:pt x="20862" y="2383"/>
                    <a:pt x="18479" y="1"/>
                    <a:pt x="15519" y="1"/>
                  </a:cubicBezTo>
                  <a:close/>
                </a:path>
              </a:pathLst>
            </a:custGeom>
            <a:solidFill>
              <a:schemeClr val="lt1"/>
            </a:solidFill>
            <a:ln cap="flat" cmpd="sng" w="13875">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 name="Google Shape;802;p57"/>
            <p:cNvSpPr/>
            <p:nvPr/>
          </p:nvSpPr>
          <p:spPr>
            <a:xfrm>
              <a:off x="1855078" y="4572646"/>
              <a:ext cx="352718" cy="352696"/>
            </a:xfrm>
            <a:custGeom>
              <a:rect b="b" l="l" r="r" t="t"/>
              <a:pathLst>
                <a:path extrusionOk="0" h="8288" w="8289">
                  <a:moveTo>
                    <a:pt x="4145" y="1"/>
                  </a:moveTo>
                  <a:cubicBezTo>
                    <a:pt x="1856" y="1"/>
                    <a:pt x="0" y="1856"/>
                    <a:pt x="0" y="4144"/>
                  </a:cubicBezTo>
                  <a:cubicBezTo>
                    <a:pt x="0" y="6432"/>
                    <a:pt x="1856" y="8288"/>
                    <a:pt x="4145" y="8288"/>
                  </a:cubicBezTo>
                  <a:cubicBezTo>
                    <a:pt x="6433" y="8288"/>
                    <a:pt x="8289" y="6432"/>
                    <a:pt x="8289" y="4144"/>
                  </a:cubicBezTo>
                  <a:cubicBezTo>
                    <a:pt x="8289" y="1856"/>
                    <a:pt x="6433" y="1"/>
                    <a:pt x="41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 name="Google Shape;803;p57"/>
            <p:cNvSpPr/>
            <p:nvPr/>
          </p:nvSpPr>
          <p:spPr>
            <a:xfrm>
              <a:off x="715088" y="4705672"/>
              <a:ext cx="86679" cy="86685"/>
            </a:xfrm>
            <a:custGeom>
              <a:rect b="b" l="l" r="r" t="t"/>
              <a:pathLst>
                <a:path extrusionOk="0" h="2037" w="2037">
                  <a:moveTo>
                    <a:pt x="1019" y="0"/>
                  </a:moveTo>
                  <a:cubicBezTo>
                    <a:pt x="456" y="0"/>
                    <a:pt x="1" y="456"/>
                    <a:pt x="1" y="1018"/>
                  </a:cubicBezTo>
                  <a:cubicBezTo>
                    <a:pt x="1" y="1580"/>
                    <a:pt x="456" y="2036"/>
                    <a:pt x="1019" y="2036"/>
                  </a:cubicBezTo>
                  <a:cubicBezTo>
                    <a:pt x="1581" y="2036"/>
                    <a:pt x="2036" y="1580"/>
                    <a:pt x="2036" y="1018"/>
                  </a:cubicBezTo>
                  <a:cubicBezTo>
                    <a:pt x="2036" y="456"/>
                    <a:pt x="1581" y="0"/>
                    <a:pt x="1019" y="0"/>
                  </a:cubicBezTo>
                  <a:close/>
                </a:path>
              </a:pathLst>
            </a:custGeom>
            <a:solidFill>
              <a:schemeClr val="dk1"/>
            </a:solidFill>
            <a:ln cap="flat" cmpd="sng" w="13875">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57"/>
            <p:cNvSpPr/>
            <p:nvPr/>
          </p:nvSpPr>
          <p:spPr>
            <a:xfrm>
              <a:off x="931647" y="4705672"/>
              <a:ext cx="86637" cy="86685"/>
            </a:xfrm>
            <a:custGeom>
              <a:rect b="b" l="l" r="r" t="t"/>
              <a:pathLst>
                <a:path extrusionOk="0" h="2037" w="2036">
                  <a:moveTo>
                    <a:pt x="1018" y="0"/>
                  </a:moveTo>
                  <a:cubicBezTo>
                    <a:pt x="455" y="0"/>
                    <a:pt x="0" y="456"/>
                    <a:pt x="0" y="1018"/>
                  </a:cubicBezTo>
                  <a:cubicBezTo>
                    <a:pt x="0" y="1580"/>
                    <a:pt x="455" y="2036"/>
                    <a:pt x="1018" y="2036"/>
                  </a:cubicBezTo>
                  <a:cubicBezTo>
                    <a:pt x="1580" y="2036"/>
                    <a:pt x="2035" y="1580"/>
                    <a:pt x="2035" y="1018"/>
                  </a:cubicBezTo>
                  <a:cubicBezTo>
                    <a:pt x="2035" y="456"/>
                    <a:pt x="1580" y="0"/>
                    <a:pt x="1018" y="0"/>
                  </a:cubicBezTo>
                  <a:close/>
                </a:path>
              </a:pathLst>
            </a:custGeom>
            <a:solidFill>
              <a:schemeClr val="dk1"/>
            </a:solidFill>
            <a:ln cap="flat" cmpd="sng" w="13875">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57"/>
            <p:cNvSpPr/>
            <p:nvPr/>
          </p:nvSpPr>
          <p:spPr>
            <a:xfrm>
              <a:off x="1148164" y="4705672"/>
              <a:ext cx="86637" cy="86685"/>
            </a:xfrm>
            <a:custGeom>
              <a:rect b="b" l="l" r="r" t="t"/>
              <a:pathLst>
                <a:path extrusionOk="0" h="2037" w="2036">
                  <a:moveTo>
                    <a:pt x="1018" y="0"/>
                  </a:moveTo>
                  <a:cubicBezTo>
                    <a:pt x="456" y="0"/>
                    <a:pt x="1" y="456"/>
                    <a:pt x="1" y="1018"/>
                  </a:cubicBezTo>
                  <a:cubicBezTo>
                    <a:pt x="1" y="1580"/>
                    <a:pt x="456" y="2036"/>
                    <a:pt x="1018" y="2036"/>
                  </a:cubicBezTo>
                  <a:cubicBezTo>
                    <a:pt x="1581" y="2036"/>
                    <a:pt x="2036" y="1580"/>
                    <a:pt x="2036" y="1018"/>
                  </a:cubicBezTo>
                  <a:cubicBezTo>
                    <a:pt x="2036" y="456"/>
                    <a:pt x="1581" y="0"/>
                    <a:pt x="1018" y="0"/>
                  </a:cubicBezTo>
                  <a:close/>
                </a:path>
              </a:pathLst>
            </a:custGeom>
            <a:solidFill>
              <a:schemeClr val="dk1"/>
            </a:solidFill>
            <a:ln cap="flat" cmpd="sng" w="13875">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 name="Shape 809"/>
        <p:cNvGrpSpPr/>
        <p:nvPr/>
      </p:nvGrpSpPr>
      <p:grpSpPr>
        <a:xfrm>
          <a:off x="0" y="0"/>
          <a:ext cx="0" cy="0"/>
          <a:chOff x="0" y="0"/>
          <a:chExt cx="0" cy="0"/>
        </a:xfrm>
      </p:grpSpPr>
      <p:grpSp>
        <p:nvGrpSpPr>
          <p:cNvPr id="810" name="Google Shape;810;p58"/>
          <p:cNvGrpSpPr/>
          <p:nvPr/>
        </p:nvGrpSpPr>
        <p:grpSpPr>
          <a:xfrm flipH="1">
            <a:off x="6600021" y="-92959"/>
            <a:ext cx="3229222" cy="820210"/>
            <a:chOff x="5914788" y="4092325"/>
            <a:chExt cx="3229222" cy="1032360"/>
          </a:xfrm>
        </p:grpSpPr>
        <p:sp>
          <p:nvSpPr>
            <p:cNvPr id="811" name="Google Shape;811;p58"/>
            <p:cNvSpPr/>
            <p:nvPr/>
          </p:nvSpPr>
          <p:spPr>
            <a:xfrm>
              <a:off x="9046392" y="5030625"/>
              <a:ext cx="97591" cy="94060"/>
            </a:xfrm>
            <a:custGeom>
              <a:rect b="b" l="l" r="r" t="t"/>
              <a:pathLst>
                <a:path extrusionOk="0" h="1467" w="1522">
                  <a:moveTo>
                    <a:pt x="1522" y="1"/>
                  </a:moveTo>
                  <a:lnTo>
                    <a:pt x="1" y="1467"/>
                  </a:lnTo>
                  <a:lnTo>
                    <a:pt x="1522" y="1467"/>
                  </a:lnTo>
                  <a:lnTo>
                    <a:pt x="1522"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58"/>
            <p:cNvSpPr/>
            <p:nvPr/>
          </p:nvSpPr>
          <p:spPr>
            <a:xfrm>
              <a:off x="8686560" y="4683876"/>
              <a:ext cx="457432" cy="440808"/>
            </a:xfrm>
            <a:custGeom>
              <a:rect b="b" l="l" r="r" t="t"/>
              <a:pathLst>
                <a:path extrusionOk="0" h="6875" w="7134">
                  <a:moveTo>
                    <a:pt x="7134" y="1"/>
                  </a:moveTo>
                  <a:lnTo>
                    <a:pt x="0" y="6875"/>
                  </a:lnTo>
                  <a:lnTo>
                    <a:pt x="3321" y="6875"/>
                  </a:lnTo>
                  <a:lnTo>
                    <a:pt x="7134" y="3201"/>
                  </a:lnTo>
                  <a:lnTo>
                    <a:pt x="713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58"/>
            <p:cNvSpPr/>
            <p:nvPr/>
          </p:nvSpPr>
          <p:spPr>
            <a:xfrm>
              <a:off x="8899497" y="4889053"/>
              <a:ext cx="244490" cy="235632"/>
            </a:xfrm>
            <a:custGeom>
              <a:rect b="b" l="l" r="r" t="t"/>
              <a:pathLst>
                <a:path extrusionOk="0" h="3675" w="3813">
                  <a:moveTo>
                    <a:pt x="3813" y="1"/>
                  </a:moveTo>
                  <a:lnTo>
                    <a:pt x="0" y="3675"/>
                  </a:lnTo>
                  <a:lnTo>
                    <a:pt x="2292" y="3675"/>
                  </a:lnTo>
                  <a:lnTo>
                    <a:pt x="3813" y="2209"/>
                  </a:lnTo>
                  <a:lnTo>
                    <a:pt x="381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58"/>
            <p:cNvSpPr/>
            <p:nvPr/>
          </p:nvSpPr>
          <p:spPr>
            <a:xfrm>
              <a:off x="7966831" y="4092325"/>
              <a:ext cx="1177179" cy="1032356"/>
            </a:xfrm>
            <a:custGeom>
              <a:rect b="b" l="l" r="r" t="t"/>
              <a:pathLst>
                <a:path extrusionOk="0" h="16101" w="18359">
                  <a:moveTo>
                    <a:pt x="16709" y="1"/>
                  </a:moveTo>
                  <a:lnTo>
                    <a:pt x="1" y="16101"/>
                  </a:lnTo>
                  <a:lnTo>
                    <a:pt x="3320" y="16101"/>
                  </a:lnTo>
                  <a:lnTo>
                    <a:pt x="18359" y="1610"/>
                  </a:lnTo>
                  <a:lnTo>
                    <a:pt x="18359"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58"/>
            <p:cNvSpPr/>
            <p:nvPr/>
          </p:nvSpPr>
          <p:spPr>
            <a:xfrm>
              <a:off x="5914788" y="4092325"/>
              <a:ext cx="457432" cy="440808"/>
            </a:xfrm>
            <a:custGeom>
              <a:rect b="b" l="l" r="r" t="t"/>
              <a:pathLst>
                <a:path extrusionOk="0" h="6875" w="7134">
                  <a:moveTo>
                    <a:pt x="3814" y="1"/>
                  </a:moveTo>
                  <a:lnTo>
                    <a:pt x="0" y="3674"/>
                  </a:lnTo>
                  <a:lnTo>
                    <a:pt x="0" y="6874"/>
                  </a:lnTo>
                  <a:lnTo>
                    <a:pt x="7133"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58"/>
            <p:cNvSpPr/>
            <p:nvPr/>
          </p:nvSpPr>
          <p:spPr>
            <a:xfrm>
              <a:off x="7606935" y="4092325"/>
              <a:ext cx="1284388" cy="1032356"/>
            </a:xfrm>
            <a:custGeom>
              <a:rect b="b" l="l" r="r" t="t"/>
              <a:pathLst>
                <a:path extrusionOk="0" h="16101" w="20031">
                  <a:moveTo>
                    <a:pt x="16710" y="1"/>
                  </a:moveTo>
                  <a:lnTo>
                    <a:pt x="0" y="16101"/>
                  </a:lnTo>
                  <a:lnTo>
                    <a:pt x="3321" y="16101"/>
                  </a:lnTo>
                  <a:lnTo>
                    <a:pt x="20030"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58"/>
            <p:cNvSpPr/>
            <p:nvPr/>
          </p:nvSpPr>
          <p:spPr>
            <a:xfrm>
              <a:off x="5914788" y="4092325"/>
              <a:ext cx="97591" cy="94060"/>
            </a:xfrm>
            <a:custGeom>
              <a:rect b="b" l="l" r="r" t="t"/>
              <a:pathLst>
                <a:path extrusionOk="0" h="1467" w="1522">
                  <a:moveTo>
                    <a:pt x="0" y="1"/>
                  </a:moveTo>
                  <a:lnTo>
                    <a:pt x="0" y="1466"/>
                  </a:lnTo>
                  <a:lnTo>
                    <a:pt x="152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58"/>
            <p:cNvSpPr/>
            <p:nvPr/>
          </p:nvSpPr>
          <p:spPr>
            <a:xfrm>
              <a:off x="8326728" y="4337127"/>
              <a:ext cx="817274" cy="787555"/>
            </a:xfrm>
            <a:custGeom>
              <a:rect b="b" l="l" r="r" t="t"/>
              <a:pathLst>
                <a:path extrusionOk="0" h="12283" w="12746">
                  <a:moveTo>
                    <a:pt x="12746" y="1"/>
                  </a:moveTo>
                  <a:lnTo>
                    <a:pt x="0" y="12283"/>
                  </a:lnTo>
                  <a:lnTo>
                    <a:pt x="3321" y="12283"/>
                  </a:lnTo>
                  <a:lnTo>
                    <a:pt x="12746" y="3201"/>
                  </a:lnTo>
                  <a:lnTo>
                    <a:pt x="12746"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58"/>
            <p:cNvSpPr/>
            <p:nvPr/>
          </p:nvSpPr>
          <p:spPr>
            <a:xfrm>
              <a:off x="6527310" y="4092325"/>
              <a:ext cx="1284452" cy="1032356"/>
            </a:xfrm>
            <a:custGeom>
              <a:rect b="b" l="l" r="r" t="t"/>
              <a:pathLst>
                <a:path extrusionOk="0" h="16101" w="20032">
                  <a:moveTo>
                    <a:pt x="16710" y="1"/>
                  </a:moveTo>
                  <a:lnTo>
                    <a:pt x="1" y="16101"/>
                  </a:lnTo>
                  <a:lnTo>
                    <a:pt x="3322"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58"/>
            <p:cNvSpPr/>
            <p:nvPr/>
          </p:nvSpPr>
          <p:spPr>
            <a:xfrm>
              <a:off x="7247039" y="4092325"/>
              <a:ext cx="1284452" cy="1032356"/>
            </a:xfrm>
            <a:custGeom>
              <a:rect b="b" l="l" r="r" t="t"/>
              <a:pathLst>
                <a:path extrusionOk="0" h="16101" w="20032">
                  <a:moveTo>
                    <a:pt x="16710" y="1"/>
                  </a:moveTo>
                  <a:lnTo>
                    <a:pt x="1" y="16101"/>
                  </a:lnTo>
                  <a:lnTo>
                    <a:pt x="3322"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58"/>
            <p:cNvSpPr/>
            <p:nvPr/>
          </p:nvSpPr>
          <p:spPr>
            <a:xfrm>
              <a:off x="6887207" y="4092325"/>
              <a:ext cx="1284388" cy="1032356"/>
            </a:xfrm>
            <a:custGeom>
              <a:rect b="b" l="l" r="r" t="t"/>
              <a:pathLst>
                <a:path extrusionOk="0" h="16101" w="20031">
                  <a:moveTo>
                    <a:pt x="16710" y="1"/>
                  </a:moveTo>
                  <a:lnTo>
                    <a:pt x="0" y="16101"/>
                  </a:lnTo>
                  <a:lnTo>
                    <a:pt x="3321"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58"/>
            <p:cNvSpPr/>
            <p:nvPr/>
          </p:nvSpPr>
          <p:spPr>
            <a:xfrm>
              <a:off x="6167478" y="4092325"/>
              <a:ext cx="1284388" cy="1032356"/>
            </a:xfrm>
            <a:custGeom>
              <a:rect b="b" l="l" r="r" t="t"/>
              <a:pathLst>
                <a:path extrusionOk="0" h="16101" w="20031">
                  <a:moveTo>
                    <a:pt x="16710" y="1"/>
                  </a:moveTo>
                  <a:lnTo>
                    <a:pt x="0" y="16101"/>
                  </a:lnTo>
                  <a:lnTo>
                    <a:pt x="3321"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58"/>
            <p:cNvSpPr/>
            <p:nvPr/>
          </p:nvSpPr>
          <p:spPr>
            <a:xfrm>
              <a:off x="5914788" y="4092325"/>
              <a:ext cx="1177243" cy="1032356"/>
            </a:xfrm>
            <a:custGeom>
              <a:rect b="b" l="l" r="r" t="t"/>
              <a:pathLst>
                <a:path extrusionOk="0" h="16101" w="18360">
                  <a:moveTo>
                    <a:pt x="15039" y="1"/>
                  </a:moveTo>
                  <a:lnTo>
                    <a:pt x="0" y="14491"/>
                  </a:lnTo>
                  <a:lnTo>
                    <a:pt x="0" y="16101"/>
                  </a:lnTo>
                  <a:lnTo>
                    <a:pt x="1650" y="16101"/>
                  </a:lnTo>
                  <a:lnTo>
                    <a:pt x="18359"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58"/>
            <p:cNvSpPr/>
            <p:nvPr/>
          </p:nvSpPr>
          <p:spPr>
            <a:xfrm>
              <a:off x="5914788" y="4092325"/>
              <a:ext cx="817274" cy="787555"/>
            </a:xfrm>
            <a:custGeom>
              <a:rect b="b" l="l" r="r" t="t"/>
              <a:pathLst>
                <a:path extrusionOk="0" h="12283" w="12746">
                  <a:moveTo>
                    <a:pt x="9426" y="1"/>
                  </a:moveTo>
                  <a:lnTo>
                    <a:pt x="0" y="9083"/>
                  </a:lnTo>
                  <a:lnTo>
                    <a:pt x="0" y="12282"/>
                  </a:lnTo>
                  <a:lnTo>
                    <a:pt x="12746"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58"/>
            <p:cNvSpPr/>
            <p:nvPr/>
          </p:nvSpPr>
          <p:spPr>
            <a:xfrm>
              <a:off x="5914788" y="4092325"/>
              <a:ext cx="244554" cy="235632"/>
            </a:xfrm>
            <a:custGeom>
              <a:rect b="b" l="l" r="r" t="t"/>
              <a:pathLst>
                <a:path extrusionOk="0" h="3675" w="3814">
                  <a:moveTo>
                    <a:pt x="1521" y="1"/>
                  </a:moveTo>
                  <a:lnTo>
                    <a:pt x="0" y="1466"/>
                  </a:lnTo>
                  <a:lnTo>
                    <a:pt x="0" y="3674"/>
                  </a:lnTo>
                  <a:lnTo>
                    <a:pt x="381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58"/>
            <p:cNvSpPr/>
            <p:nvPr/>
          </p:nvSpPr>
          <p:spPr>
            <a:xfrm>
              <a:off x="5914788" y="4092325"/>
              <a:ext cx="604459" cy="582379"/>
            </a:xfrm>
            <a:custGeom>
              <a:rect b="b" l="l" r="r" t="t"/>
              <a:pathLst>
                <a:path extrusionOk="0" h="9083" w="9427">
                  <a:moveTo>
                    <a:pt x="7133" y="1"/>
                  </a:moveTo>
                  <a:lnTo>
                    <a:pt x="0" y="6874"/>
                  </a:lnTo>
                  <a:lnTo>
                    <a:pt x="0" y="9083"/>
                  </a:lnTo>
                  <a:lnTo>
                    <a:pt x="94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58"/>
            <p:cNvSpPr/>
            <p:nvPr/>
          </p:nvSpPr>
          <p:spPr>
            <a:xfrm>
              <a:off x="5914788" y="4092325"/>
              <a:ext cx="964301" cy="929127"/>
            </a:xfrm>
            <a:custGeom>
              <a:rect b="b" l="l" r="r" t="t"/>
              <a:pathLst>
                <a:path extrusionOk="0" h="14491" w="15039">
                  <a:moveTo>
                    <a:pt x="12746" y="1"/>
                  </a:moveTo>
                  <a:lnTo>
                    <a:pt x="0" y="12282"/>
                  </a:lnTo>
                  <a:lnTo>
                    <a:pt x="0" y="14491"/>
                  </a:lnTo>
                  <a:lnTo>
                    <a:pt x="1503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 name="Google Shape;828;p58"/>
            <p:cNvSpPr/>
            <p:nvPr/>
          </p:nvSpPr>
          <p:spPr>
            <a:xfrm>
              <a:off x="6020519"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 name="Google Shape;829;p58"/>
            <p:cNvSpPr/>
            <p:nvPr/>
          </p:nvSpPr>
          <p:spPr>
            <a:xfrm>
              <a:off x="6380415" y="4092325"/>
              <a:ext cx="1218408" cy="1032356"/>
            </a:xfrm>
            <a:custGeom>
              <a:rect b="b" l="l" r="r" t="t"/>
              <a:pathLst>
                <a:path extrusionOk="0" h="16101" w="19002">
                  <a:moveTo>
                    <a:pt x="16710" y="1"/>
                  </a:moveTo>
                  <a:lnTo>
                    <a:pt x="0" y="16101"/>
                  </a:lnTo>
                  <a:lnTo>
                    <a:pt x="2292" y="16101"/>
                  </a:lnTo>
                  <a:lnTo>
                    <a:pt x="1900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 name="Google Shape;830;p58"/>
            <p:cNvSpPr/>
            <p:nvPr/>
          </p:nvSpPr>
          <p:spPr>
            <a:xfrm>
              <a:off x="6740248"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 name="Google Shape;831;p58"/>
            <p:cNvSpPr/>
            <p:nvPr/>
          </p:nvSpPr>
          <p:spPr>
            <a:xfrm>
              <a:off x="7100144" y="4092325"/>
              <a:ext cx="1218408" cy="1032356"/>
            </a:xfrm>
            <a:custGeom>
              <a:rect b="b" l="l" r="r" t="t"/>
              <a:pathLst>
                <a:path extrusionOk="0" h="16101" w="19002">
                  <a:moveTo>
                    <a:pt x="16710" y="1"/>
                  </a:moveTo>
                  <a:lnTo>
                    <a:pt x="0" y="16101"/>
                  </a:lnTo>
                  <a:lnTo>
                    <a:pt x="2292" y="16101"/>
                  </a:lnTo>
                  <a:lnTo>
                    <a:pt x="1900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58"/>
            <p:cNvSpPr/>
            <p:nvPr/>
          </p:nvSpPr>
          <p:spPr>
            <a:xfrm>
              <a:off x="7459976"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58"/>
            <p:cNvSpPr/>
            <p:nvPr/>
          </p:nvSpPr>
          <p:spPr>
            <a:xfrm>
              <a:off x="7819808" y="4092325"/>
              <a:ext cx="1218472" cy="1032356"/>
            </a:xfrm>
            <a:custGeom>
              <a:rect b="b" l="l" r="r" t="t"/>
              <a:pathLst>
                <a:path extrusionOk="0" h="16101" w="19003">
                  <a:moveTo>
                    <a:pt x="16710" y="1"/>
                  </a:moveTo>
                  <a:lnTo>
                    <a:pt x="1" y="16101"/>
                  </a:lnTo>
                  <a:lnTo>
                    <a:pt x="2294"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 name="Google Shape;834;p58"/>
            <p:cNvSpPr/>
            <p:nvPr/>
          </p:nvSpPr>
          <p:spPr>
            <a:xfrm>
              <a:off x="8179704" y="4195555"/>
              <a:ext cx="964301" cy="929127"/>
            </a:xfrm>
            <a:custGeom>
              <a:rect b="b" l="l" r="r" t="t"/>
              <a:pathLst>
                <a:path extrusionOk="0" h="14491" w="15039">
                  <a:moveTo>
                    <a:pt x="15039" y="0"/>
                  </a:moveTo>
                  <a:lnTo>
                    <a:pt x="0" y="14491"/>
                  </a:lnTo>
                  <a:lnTo>
                    <a:pt x="2293" y="14491"/>
                  </a:lnTo>
                  <a:lnTo>
                    <a:pt x="15039" y="2209"/>
                  </a:lnTo>
                  <a:lnTo>
                    <a:pt x="1503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58"/>
            <p:cNvSpPr/>
            <p:nvPr/>
          </p:nvSpPr>
          <p:spPr>
            <a:xfrm>
              <a:off x="8539601" y="4542304"/>
              <a:ext cx="604395" cy="582379"/>
            </a:xfrm>
            <a:custGeom>
              <a:rect b="b" l="l" r="r" t="t"/>
              <a:pathLst>
                <a:path extrusionOk="0" h="9083" w="9426">
                  <a:moveTo>
                    <a:pt x="9426" y="1"/>
                  </a:moveTo>
                  <a:lnTo>
                    <a:pt x="1" y="9083"/>
                  </a:lnTo>
                  <a:lnTo>
                    <a:pt x="2292" y="9083"/>
                  </a:lnTo>
                  <a:lnTo>
                    <a:pt x="9426" y="2209"/>
                  </a:lnTo>
                  <a:lnTo>
                    <a:pt x="94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36" name="Google Shape;836;p58"/>
          <p:cNvSpPr/>
          <p:nvPr/>
        </p:nvSpPr>
        <p:spPr>
          <a:xfrm flipH="1">
            <a:off x="6600030" y="688025"/>
            <a:ext cx="3229200" cy="3520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 name="Google Shape;837;p58"/>
          <p:cNvSpPr/>
          <p:nvPr/>
        </p:nvSpPr>
        <p:spPr>
          <a:xfrm flipH="1">
            <a:off x="6600030" y="4208688"/>
            <a:ext cx="3229200" cy="8418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58"/>
          <p:cNvSpPr/>
          <p:nvPr/>
        </p:nvSpPr>
        <p:spPr>
          <a:xfrm>
            <a:off x="2159175" y="668406"/>
            <a:ext cx="1792800" cy="17928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58"/>
          <p:cNvSpPr txBox="1"/>
          <p:nvPr>
            <p:ph idx="2" type="title"/>
          </p:nvPr>
        </p:nvSpPr>
        <p:spPr>
          <a:xfrm>
            <a:off x="2020125" y="1013256"/>
            <a:ext cx="2070900" cy="1103100"/>
          </a:xfrm>
          <a:prstGeom prst="rect">
            <a:avLst/>
          </a:prstGeom>
          <a:noFill/>
          <a:ln>
            <a:noFill/>
          </a:ln>
        </p:spPr>
        <p:txBody>
          <a:bodyPr anchorCtr="0" anchor="ctr" bIns="91425" lIns="91425" spcFirstLastPara="1" rIns="91425" wrap="square" tIns="0">
            <a:noAutofit/>
          </a:bodyPr>
          <a:lstStyle/>
          <a:p>
            <a:pPr indent="0" lvl="0" marL="0" rtl="0" algn="ctr">
              <a:lnSpc>
                <a:spcPct val="100000"/>
              </a:lnSpc>
              <a:spcBef>
                <a:spcPts val="0"/>
              </a:spcBef>
              <a:spcAft>
                <a:spcPts val="0"/>
              </a:spcAft>
              <a:buSzPts val="6000"/>
              <a:buNone/>
            </a:pPr>
            <a:r>
              <a:rPr lang="en-GB"/>
              <a:t>01</a:t>
            </a:r>
            <a:endParaRPr/>
          </a:p>
        </p:txBody>
      </p:sp>
      <p:sp>
        <p:nvSpPr>
          <p:cNvPr id="840" name="Google Shape;840;p58"/>
          <p:cNvSpPr txBox="1"/>
          <p:nvPr>
            <p:ph type="title"/>
          </p:nvPr>
        </p:nvSpPr>
        <p:spPr>
          <a:xfrm>
            <a:off x="786530" y="2587625"/>
            <a:ext cx="4713300" cy="1426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600"/>
              <a:buNone/>
            </a:pPr>
            <a:r>
              <a:rPr lang="en-GB">
                <a:latin typeface="Raleway ExtraBold"/>
                <a:ea typeface="Raleway ExtraBold"/>
                <a:cs typeface="Raleway ExtraBold"/>
                <a:sym typeface="Raleway ExtraBold"/>
              </a:rPr>
              <a:t>INTRODUCTION</a:t>
            </a:r>
            <a:endParaRPr/>
          </a:p>
        </p:txBody>
      </p:sp>
      <p:grpSp>
        <p:nvGrpSpPr>
          <p:cNvPr id="841" name="Google Shape;841;p58"/>
          <p:cNvGrpSpPr/>
          <p:nvPr/>
        </p:nvGrpSpPr>
        <p:grpSpPr>
          <a:xfrm flipH="1">
            <a:off x="7749644" y="673754"/>
            <a:ext cx="910812" cy="1660393"/>
            <a:chOff x="-2015525" y="1207150"/>
            <a:chExt cx="1253526" cy="2285783"/>
          </a:xfrm>
        </p:grpSpPr>
        <p:sp>
          <p:nvSpPr>
            <p:cNvPr id="842" name="Google Shape;842;p58"/>
            <p:cNvSpPr/>
            <p:nvPr/>
          </p:nvSpPr>
          <p:spPr>
            <a:xfrm>
              <a:off x="-1465816" y="1207150"/>
              <a:ext cx="154217" cy="558388"/>
            </a:xfrm>
            <a:custGeom>
              <a:rect b="b" l="l" r="r" t="t"/>
              <a:pathLst>
                <a:path extrusionOk="0" h="10102" w="2790">
                  <a:moveTo>
                    <a:pt x="0" y="0"/>
                  </a:moveTo>
                  <a:lnTo>
                    <a:pt x="0" y="10102"/>
                  </a:lnTo>
                  <a:lnTo>
                    <a:pt x="2789" y="10102"/>
                  </a:lnTo>
                  <a:lnTo>
                    <a:pt x="278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58"/>
            <p:cNvSpPr/>
            <p:nvPr/>
          </p:nvSpPr>
          <p:spPr>
            <a:xfrm>
              <a:off x="-1611576" y="1438143"/>
              <a:ext cx="445682" cy="994066"/>
            </a:xfrm>
            <a:custGeom>
              <a:rect b="b" l="l" r="r" t="t"/>
              <a:pathLst>
                <a:path extrusionOk="0" h="17984" w="8063">
                  <a:moveTo>
                    <a:pt x="2721" y="0"/>
                  </a:moveTo>
                  <a:cubicBezTo>
                    <a:pt x="1220" y="0"/>
                    <a:pt x="0" y="1220"/>
                    <a:pt x="0" y="2721"/>
                  </a:cubicBezTo>
                  <a:lnTo>
                    <a:pt x="0" y="15263"/>
                  </a:lnTo>
                  <a:cubicBezTo>
                    <a:pt x="0" y="16764"/>
                    <a:pt x="1220" y="17983"/>
                    <a:pt x="2721" y="17983"/>
                  </a:cubicBezTo>
                  <a:lnTo>
                    <a:pt x="5342" y="17983"/>
                  </a:lnTo>
                  <a:cubicBezTo>
                    <a:pt x="6843" y="17983"/>
                    <a:pt x="8062" y="16764"/>
                    <a:pt x="8062" y="15263"/>
                  </a:cubicBezTo>
                  <a:lnTo>
                    <a:pt x="8062" y="2721"/>
                  </a:lnTo>
                  <a:cubicBezTo>
                    <a:pt x="8062" y="1220"/>
                    <a:pt x="6843" y="0"/>
                    <a:pt x="534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 name="Google Shape;844;p58"/>
            <p:cNvSpPr/>
            <p:nvPr/>
          </p:nvSpPr>
          <p:spPr>
            <a:xfrm>
              <a:off x="-1286504" y="2353439"/>
              <a:ext cx="241110" cy="1139494"/>
            </a:xfrm>
            <a:custGeom>
              <a:rect b="b" l="l" r="r" t="t"/>
              <a:pathLst>
                <a:path extrusionOk="0" h="20615" w="4362">
                  <a:moveTo>
                    <a:pt x="2181" y="0"/>
                  </a:moveTo>
                  <a:cubicBezTo>
                    <a:pt x="976" y="0"/>
                    <a:pt x="1" y="976"/>
                    <a:pt x="1" y="2181"/>
                  </a:cubicBezTo>
                  <a:lnTo>
                    <a:pt x="1" y="18434"/>
                  </a:lnTo>
                  <a:cubicBezTo>
                    <a:pt x="1" y="19638"/>
                    <a:pt x="976" y="20614"/>
                    <a:pt x="2181" y="20614"/>
                  </a:cubicBezTo>
                  <a:cubicBezTo>
                    <a:pt x="3385" y="20614"/>
                    <a:pt x="4362" y="19638"/>
                    <a:pt x="4362" y="18434"/>
                  </a:cubicBezTo>
                  <a:lnTo>
                    <a:pt x="4362" y="2181"/>
                  </a:lnTo>
                  <a:cubicBezTo>
                    <a:pt x="4362" y="976"/>
                    <a:pt x="3385"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58"/>
            <p:cNvSpPr/>
            <p:nvPr/>
          </p:nvSpPr>
          <p:spPr>
            <a:xfrm>
              <a:off x="-1732130" y="2353439"/>
              <a:ext cx="241165" cy="1139494"/>
            </a:xfrm>
            <a:custGeom>
              <a:rect b="b" l="l" r="r" t="t"/>
              <a:pathLst>
                <a:path extrusionOk="0" h="20615" w="4363">
                  <a:moveTo>
                    <a:pt x="2181" y="0"/>
                  </a:moveTo>
                  <a:cubicBezTo>
                    <a:pt x="978" y="0"/>
                    <a:pt x="1" y="976"/>
                    <a:pt x="1" y="2181"/>
                  </a:cubicBezTo>
                  <a:lnTo>
                    <a:pt x="1" y="18434"/>
                  </a:lnTo>
                  <a:cubicBezTo>
                    <a:pt x="1" y="19638"/>
                    <a:pt x="978" y="20614"/>
                    <a:pt x="2181" y="20614"/>
                  </a:cubicBezTo>
                  <a:cubicBezTo>
                    <a:pt x="3386" y="20614"/>
                    <a:pt x="4362" y="19638"/>
                    <a:pt x="4362" y="18434"/>
                  </a:cubicBezTo>
                  <a:lnTo>
                    <a:pt x="4362" y="2181"/>
                  </a:lnTo>
                  <a:cubicBezTo>
                    <a:pt x="4362" y="976"/>
                    <a:pt x="3386"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58"/>
            <p:cNvSpPr/>
            <p:nvPr/>
          </p:nvSpPr>
          <p:spPr>
            <a:xfrm>
              <a:off x="-2015525" y="1996972"/>
              <a:ext cx="1253526" cy="870360"/>
            </a:xfrm>
            <a:custGeom>
              <a:rect b="b" l="l" r="r" t="t"/>
              <a:pathLst>
                <a:path extrusionOk="0" h="15746" w="22678">
                  <a:moveTo>
                    <a:pt x="4332" y="1"/>
                  </a:moveTo>
                  <a:cubicBezTo>
                    <a:pt x="1940" y="1"/>
                    <a:pt x="1" y="1940"/>
                    <a:pt x="1" y="4332"/>
                  </a:cubicBezTo>
                  <a:lnTo>
                    <a:pt x="1" y="15745"/>
                  </a:lnTo>
                  <a:lnTo>
                    <a:pt x="22678" y="15745"/>
                  </a:lnTo>
                  <a:lnTo>
                    <a:pt x="22678" y="4332"/>
                  </a:lnTo>
                  <a:cubicBezTo>
                    <a:pt x="22678" y="1940"/>
                    <a:pt x="20739" y="1"/>
                    <a:pt x="18347" y="1"/>
                  </a:cubicBezTo>
                  <a:close/>
                </a:path>
              </a:pathLst>
            </a:custGeom>
            <a:solidFill>
              <a:schemeClr val="lt1"/>
            </a:solidFill>
            <a:ln cap="flat" cmpd="sng" w="13875">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 name="Google Shape;847;p58"/>
            <p:cNvSpPr/>
            <p:nvPr/>
          </p:nvSpPr>
          <p:spPr>
            <a:xfrm>
              <a:off x="-1515066" y="2225036"/>
              <a:ext cx="252607" cy="368518"/>
            </a:xfrm>
            <a:custGeom>
              <a:rect b="b" l="l" r="r" t="t"/>
              <a:pathLst>
                <a:path extrusionOk="0" h="6667" w="4570">
                  <a:moveTo>
                    <a:pt x="3250" y="0"/>
                  </a:moveTo>
                  <a:lnTo>
                    <a:pt x="1" y="3925"/>
                  </a:lnTo>
                  <a:lnTo>
                    <a:pt x="2099" y="3925"/>
                  </a:lnTo>
                  <a:lnTo>
                    <a:pt x="949" y="6666"/>
                  </a:lnTo>
                  <a:lnTo>
                    <a:pt x="3250" y="6666"/>
                  </a:lnTo>
                  <a:lnTo>
                    <a:pt x="4570" y="2869"/>
                  </a:lnTo>
                  <a:lnTo>
                    <a:pt x="2777" y="2869"/>
                  </a:lnTo>
                  <a:lnTo>
                    <a:pt x="32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 name="Google Shape;848;p58"/>
          <p:cNvGrpSpPr/>
          <p:nvPr/>
        </p:nvGrpSpPr>
        <p:grpSpPr>
          <a:xfrm flipH="1" rot="10800000">
            <a:off x="7749644" y="2548274"/>
            <a:ext cx="910812" cy="1660393"/>
            <a:chOff x="-2015525" y="1207150"/>
            <a:chExt cx="1253526" cy="2285783"/>
          </a:xfrm>
        </p:grpSpPr>
        <p:sp>
          <p:nvSpPr>
            <p:cNvPr id="849" name="Google Shape;849;p58"/>
            <p:cNvSpPr/>
            <p:nvPr/>
          </p:nvSpPr>
          <p:spPr>
            <a:xfrm>
              <a:off x="-1465816" y="1207150"/>
              <a:ext cx="154217" cy="558388"/>
            </a:xfrm>
            <a:custGeom>
              <a:rect b="b" l="l" r="r" t="t"/>
              <a:pathLst>
                <a:path extrusionOk="0" h="10102" w="2790">
                  <a:moveTo>
                    <a:pt x="0" y="0"/>
                  </a:moveTo>
                  <a:lnTo>
                    <a:pt x="0" y="10102"/>
                  </a:lnTo>
                  <a:lnTo>
                    <a:pt x="2789" y="10102"/>
                  </a:lnTo>
                  <a:lnTo>
                    <a:pt x="278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 name="Google Shape;850;p58"/>
            <p:cNvSpPr/>
            <p:nvPr/>
          </p:nvSpPr>
          <p:spPr>
            <a:xfrm>
              <a:off x="-1611576" y="1438143"/>
              <a:ext cx="445682" cy="994066"/>
            </a:xfrm>
            <a:custGeom>
              <a:rect b="b" l="l" r="r" t="t"/>
              <a:pathLst>
                <a:path extrusionOk="0" h="17984" w="8063">
                  <a:moveTo>
                    <a:pt x="2721" y="0"/>
                  </a:moveTo>
                  <a:cubicBezTo>
                    <a:pt x="1220" y="0"/>
                    <a:pt x="0" y="1220"/>
                    <a:pt x="0" y="2721"/>
                  </a:cubicBezTo>
                  <a:lnTo>
                    <a:pt x="0" y="15263"/>
                  </a:lnTo>
                  <a:cubicBezTo>
                    <a:pt x="0" y="16764"/>
                    <a:pt x="1220" y="17983"/>
                    <a:pt x="2721" y="17983"/>
                  </a:cubicBezTo>
                  <a:lnTo>
                    <a:pt x="5342" y="17983"/>
                  </a:lnTo>
                  <a:cubicBezTo>
                    <a:pt x="6843" y="17983"/>
                    <a:pt x="8062" y="16764"/>
                    <a:pt x="8062" y="15263"/>
                  </a:cubicBezTo>
                  <a:lnTo>
                    <a:pt x="8062" y="2721"/>
                  </a:lnTo>
                  <a:cubicBezTo>
                    <a:pt x="8062" y="1220"/>
                    <a:pt x="6843" y="0"/>
                    <a:pt x="534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 name="Google Shape;851;p58"/>
            <p:cNvSpPr/>
            <p:nvPr/>
          </p:nvSpPr>
          <p:spPr>
            <a:xfrm>
              <a:off x="-1286504" y="2353439"/>
              <a:ext cx="241110" cy="1139494"/>
            </a:xfrm>
            <a:custGeom>
              <a:rect b="b" l="l" r="r" t="t"/>
              <a:pathLst>
                <a:path extrusionOk="0" h="20615" w="4362">
                  <a:moveTo>
                    <a:pt x="2181" y="0"/>
                  </a:moveTo>
                  <a:cubicBezTo>
                    <a:pt x="976" y="0"/>
                    <a:pt x="1" y="976"/>
                    <a:pt x="1" y="2181"/>
                  </a:cubicBezTo>
                  <a:lnTo>
                    <a:pt x="1" y="18434"/>
                  </a:lnTo>
                  <a:cubicBezTo>
                    <a:pt x="1" y="19638"/>
                    <a:pt x="976" y="20614"/>
                    <a:pt x="2181" y="20614"/>
                  </a:cubicBezTo>
                  <a:cubicBezTo>
                    <a:pt x="3385" y="20614"/>
                    <a:pt x="4362" y="19638"/>
                    <a:pt x="4362" y="18434"/>
                  </a:cubicBezTo>
                  <a:lnTo>
                    <a:pt x="4362" y="2181"/>
                  </a:lnTo>
                  <a:cubicBezTo>
                    <a:pt x="4362" y="976"/>
                    <a:pt x="3385"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 name="Google Shape;852;p58"/>
            <p:cNvSpPr/>
            <p:nvPr/>
          </p:nvSpPr>
          <p:spPr>
            <a:xfrm>
              <a:off x="-1732130" y="2353439"/>
              <a:ext cx="241165" cy="1139494"/>
            </a:xfrm>
            <a:custGeom>
              <a:rect b="b" l="l" r="r" t="t"/>
              <a:pathLst>
                <a:path extrusionOk="0" h="20615" w="4363">
                  <a:moveTo>
                    <a:pt x="2181" y="0"/>
                  </a:moveTo>
                  <a:cubicBezTo>
                    <a:pt x="978" y="0"/>
                    <a:pt x="1" y="976"/>
                    <a:pt x="1" y="2181"/>
                  </a:cubicBezTo>
                  <a:lnTo>
                    <a:pt x="1" y="18434"/>
                  </a:lnTo>
                  <a:cubicBezTo>
                    <a:pt x="1" y="19638"/>
                    <a:pt x="978" y="20614"/>
                    <a:pt x="2181" y="20614"/>
                  </a:cubicBezTo>
                  <a:cubicBezTo>
                    <a:pt x="3386" y="20614"/>
                    <a:pt x="4362" y="19638"/>
                    <a:pt x="4362" y="18434"/>
                  </a:cubicBezTo>
                  <a:lnTo>
                    <a:pt x="4362" y="2181"/>
                  </a:lnTo>
                  <a:cubicBezTo>
                    <a:pt x="4362" y="976"/>
                    <a:pt x="3386"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 name="Google Shape;853;p58"/>
            <p:cNvSpPr/>
            <p:nvPr/>
          </p:nvSpPr>
          <p:spPr>
            <a:xfrm>
              <a:off x="-2015525" y="1996972"/>
              <a:ext cx="1253526" cy="870360"/>
            </a:xfrm>
            <a:custGeom>
              <a:rect b="b" l="l" r="r" t="t"/>
              <a:pathLst>
                <a:path extrusionOk="0" h="15746" w="22678">
                  <a:moveTo>
                    <a:pt x="4332" y="1"/>
                  </a:moveTo>
                  <a:cubicBezTo>
                    <a:pt x="1940" y="1"/>
                    <a:pt x="1" y="1940"/>
                    <a:pt x="1" y="4332"/>
                  </a:cubicBezTo>
                  <a:lnTo>
                    <a:pt x="1" y="15745"/>
                  </a:lnTo>
                  <a:lnTo>
                    <a:pt x="22678" y="15745"/>
                  </a:lnTo>
                  <a:lnTo>
                    <a:pt x="22678" y="4332"/>
                  </a:lnTo>
                  <a:cubicBezTo>
                    <a:pt x="22678" y="1940"/>
                    <a:pt x="20739" y="1"/>
                    <a:pt x="18347" y="1"/>
                  </a:cubicBezTo>
                  <a:close/>
                </a:path>
              </a:pathLst>
            </a:custGeom>
            <a:solidFill>
              <a:schemeClr val="lt1"/>
            </a:solidFill>
            <a:ln cap="flat" cmpd="sng" w="13875">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 name="Google Shape;854;p58"/>
            <p:cNvSpPr/>
            <p:nvPr/>
          </p:nvSpPr>
          <p:spPr>
            <a:xfrm>
              <a:off x="-1515066" y="2225036"/>
              <a:ext cx="252607" cy="368518"/>
            </a:xfrm>
            <a:custGeom>
              <a:rect b="b" l="l" r="r" t="t"/>
              <a:pathLst>
                <a:path extrusionOk="0" h="6667" w="4570">
                  <a:moveTo>
                    <a:pt x="3250" y="0"/>
                  </a:moveTo>
                  <a:lnTo>
                    <a:pt x="1" y="3925"/>
                  </a:lnTo>
                  <a:lnTo>
                    <a:pt x="2099" y="3925"/>
                  </a:lnTo>
                  <a:lnTo>
                    <a:pt x="949" y="6666"/>
                  </a:lnTo>
                  <a:lnTo>
                    <a:pt x="3250" y="6666"/>
                  </a:lnTo>
                  <a:lnTo>
                    <a:pt x="4570" y="2869"/>
                  </a:lnTo>
                  <a:lnTo>
                    <a:pt x="2777" y="2869"/>
                  </a:lnTo>
                  <a:lnTo>
                    <a:pt x="32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5" name="Google Shape;855;p58"/>
          <p:cNvGrpSpPr/>
          <p:nvPr/>
        </p:nvGrpSpPr>
        <p:grpSpPr>
          <a:xfrm flipH="1">
            <a:off x="6771403" y="4336013"/>
            <a:ext cx="2867297" cy="587084"/>
            <a:chOff x="207675" y="127350"/>
            <a:chExt cx="2867297" cy="587084"/>
          </a:xfrm>
        </p:grpSpPr>
        <p:grpSp>
          <p:nvGrpSpPr>
            <p:cNvPr id="856" name="Google Shape;856;p58"/>
            <p:cNvGrpSpPr/>
            <p:nvPr/>
          </p:nvGrpSpPr>
          <p:grpSpPr>
            <a:xfrm>
              <a:off x="207675" y="127350"/>
              <a:ext cx="1712411" cy="587084"/>
              <a:chOff x="1722125" y="3637225"/>
              <a:chExt cx="1075500" cy="368725"/>
            </a:xfrm>
          </p:grpSpPr>
          <p:sp>
            <p:nvSpPr>
              <p:cNvPr id="857" name="Google Shape;857;p58"/>
              <p:cNvSpPr/>
              <p:nvPr/>
            </p:nvSpPr>
            <p:spPr>
              <a:xfrm>
                <a:off x="1784150" y="3703450"/>
                <a:ext cx="53875" cy="302500"/>
              </a:xfrm>
              <a:custGeom>
                <a:rect b="b" l="l" r="r" t="t"/>
                <a:pathLst>
                  <a:path extrusionOk="0" h="12100" w="2155">
                    <a:moveTo>
                      <a:pt x="1" y="1"/>
                    </a:moveTo>
                    <a:lnTo>
                      <a:pt x="1" y="12099"/>
                    </a:lnTo>
                    <a:lnTo>
                      <a:pt x="2154" y="12099"/>
                    </a:lnTo>
                    <a:lnTo>
                      <a:pt x="215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 name="Google Shape;858;p58"/>
              <p:cNvSpPr/>
              <p:nvPr/>
            </p:nvSpPr>
            <p:spPr>
              <a:xfrm>
                <a:off x="1722125" y="3637225"/>
                <a:ext cx="177925" cy="106100"/>
              </a:xfrm>
              <a:custGeom>
                <a:rect b="b" l="l" r="r" t="t"/>
                <a:pathLst>
                  <a:path extrusionOk="0" h="4244" w="7117">
                    <a:moveTo>
                      <a:pt x="3558" y="1"/>
                    </a:moveTo>
                    <a:lnTo>
                      <a:pt x="0" y="4243"/>
                    </a:lnTo>
                    <a:lnTo>
                      <a:pt x="7117"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 name="Google Shape;859;p58"/>
              <p:cNvSpPr/>
              <p:nvPr/>
            </p:nvSpPr>
            <p:spPr>
              <a:xfrm>
                <a:off x="1964725" y="3637225"/>
                <a:ext cx="53875" cy="302500"/>
              </a:xfrm>
              <a:custGeom>
                <a:rect b="b" l="l" r="r" t="t"/>
                <a:pathLst>
                  <a:path extrusionOk="0" h="12100" w="2155">
                    <a:moveTo>
                      <a:pt x="1" y="1"/>
                    </a:moveTo>
                    <a:lnTo>
                      <a:pt x="1"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58"/>
              <p:cNvSpPr/>
              <p:nvPr/>
            </p:nvSpPr>
            <p:spPr>
              <a:xfrm>
                <a:off x="1902725" y="3899875"/>
                <a:ext cx="177925" cy="106075"/>
              </a:xfrm>
              <a:custGeom>
                <a:rect b="b" l="l" r="r" t="t"/>
                <a:pathLst>
                  <a:path extrusionOk="0" h="4243" w="7117">
                    <a:moveTo>
                      <a:pt x="1" y="0"/>
                    </a:moveTo>
                    <a:lnTo>
                      <a:pt x="3558" y="4242"/>
                    </a:lnTo>
                    <a:lnTo>
                      <a:pt x="71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 name="Google Shape;861;p5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 name="Google Shape;862;p5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 name="Google Shape;863;p5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 name="Google Shape;864;p5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58"/>
              <p:cNvSpPr/>
              <p:nvPr/>
            </p:nvSpPr>
            <p:spPr>
              <a:xfrm>
                <a:off x="25011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 name="Google Shape;866;p58"/>
              <p:cNvSpPr/>
              <p:nvPr/>
            </p:nvSpPr>
            <p:spPr>
              <a:xfrm>
                <a:off x="2439125" y="3637225"/>
                <a:ext cx="177925" cy="106100"/>
              </a:xfrm>
              <a:custGeom>
                <a:rect b="b" l="l" r="r" t="t"/>
                <a:pathLst>
                  <a:path extrusionOk="0" h="4244" w="7117">
                    <a:moveTo>
                      <a:pt x="3558" y="1"/>
                    </a:moveTo>
                    <a:lnTo>
                      <a:pt x="1" y="4243"/>
                    </a:lnTo>
                    <a:lnTo>
                      <a:pt x="7116"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58"/>
              <p:cNvSpPr/>
              <p:nvPr/>
            </p:nvSpPr>
            <p:spPr>
              <a:xfrm>
                <a:off x="2681725" y="3637225"/>
                <a:ext cx="53875" cy="302500"/>
              </a:xfrm>
              <a:custGeom>
                <a:rect b="b" l="l" r="r" t="t"/>
                <a:pathLst>
                  <a:path extrusionOk="0" h="12100" w="2155">
                    <a:moveTo>
                      <a:pt x="0" y="1"/>
                    </a:moveTo>
                    <a:lnTo>
                      <a:pt x="0" y="12099"/>
                    </a:lnTo>
                    <a:lnTo>
                      <a:pt x="2154" y="12099"/>
                    </a:lnTo>
                    <a:lnTo>
                      <a:pt x="2154"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 name="Google Shape;868;p58"/>
              <p:cNvSpPr/>
              <p:nvPr/>
            </p:nvSpPr>
            <p:spPr>
              <a:xfrm>
                <a:off x="2619700" y="3899875"/>
                <a:ext cx="177925" cy="106075"/>
              </a:xfrm>
              <a:custGeom>
                <a:rect b="b" l="l" r="r" t="t"/>
                <a:pathLst>
                  <a:path extrusionOk="0" h="4243" w="7117">
                    <a:moveTo>
                      <a:pt x="1" y="0"/>
                    </a:moveTo>
                    <a:lnTo>
                      <a:pt x="3558" y="4242"/>
                    </a:lnTo>
                    <a:lnTo>
                      <a:pt x="7117"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 name="Google Shape;869;p58"/>
            <p:cNvGrpSpPr/>
            <p:nvPr/>
          </p:nvGrpSpPr>
          <p:grpSpPr>
            <a:xfrm>
              <a:off x="1933325" y="127350"/>
              <a:ext cx="1141647" cy="587084"/>
              <a:chOff x="1722125" y="3637225"/>
              <a:chExt cx="717025" cy="368725"/>
            </a:xfrm>
          </p:grpSpPr>
          <p:sp>
            <p:nvSpPr>
              <p:cNvPr id="870" name="Google Shape;870;p58"/>
              <p:cNvSpPr/>
              <p:nvPr/>
            </p:nvSpPr>
            <p:spPr>
              <a:xfrm>
                <a:off x="1784150" y="3703450"/>
                <a:ext cx="53875" cy="302500"/>
              </a:xfrm>
              <a:custGeom>
                <a:rect b="b" l="l" r="r" t="t"/>
                <a:pathLst>
                  <a:path extrusionOk="0" h="12100" w="2155">
                    <a:moveTo>
                      <a:pt x="1" y="1"/>
                    </a:moveTo>
                    <a:lnTo>
                      <a:pt x="1" y="12099"/>
                    </a:lnTo>
                    <a:lnTo>
                      <a:pt x="2154" y="12099"/>
                    </a:lnTo>
                    <a:lnTo>
                      <a:pt x="215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58"/>
              <p:cNvSpPr/>
              <p:nvPr/>
            </p:nvSpPr>
            <p:spPr>
              <a:xfrm>
                <a:off x="1722125" y="3637225"/>
                <a:ext cx="177925" cy="106100"/>
              </a:xfrm>
              <a:custGeom>
                <a:rect b="b" l="l" r="r" t="t"/>
                <a:pathLst>
                  <a:path extrusionOk="0" h="4244" w="7117">
                    <a:moveTo>
                      <a:pt x="3558" y="1"/>
                    </a:moveTo>
                    <a:lnTo>
                      <a:pt x="0" y="4243"/>
                    </a:lnTo>
                    <a:lnTo>
                      <a:pt x="7117"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58"/>
              <p:cNvSpPr/>
              <p:nvPr/>
            </p:nvSpPr>
            <p:spPr>
              <a:xfrm>
                <a:off x="1964725" y="3637225"/>
                <a:ext cx="53875" cy="302500"/>
              </a:xfrm>
              <a:custGeom>
                <a:rect b="b" l="l" r="r" t="t"/>
                <a:pathLst>
                  <a:path extrusionOk="0" h="12100" w="2155">
                    <a:moveTo>
                      <a:pt x="1" y="1"/>
                    </a:moveTo>
                    <a:lnTo>
                      <a:pt x="1"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58"/>
              <p:cNvSpPr/>
              <p:nvPr/>
            </p:nvSpPr>
            <p:spPr>
              <a:xfrm>
                <a:off x="1902725" y="3899875"/>
                <a:ext cx="177925" cy="106075"/>
              </a:xfrm>
              <a:custGeom>
                <a:rect b="b" l="l" r="r" t="t"/>
                <a:pathLst>
                  <a:path extrusionOk="0" h="4243" w="7117">
                    <a:moveTo>
                      <a:pt x="1" y="0"/>
                    </a:moveTo>
                    <a:lnTo>
                      <a:pt x="3558" y="4242"/>
                    </a:lnTo>
                    <a:lnTo>
                      <a:pt x="71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58"/>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 name="Google Shape;875;p58"/>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 name="Google Shape;876;p58"/>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58"/>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8" name="Google Shape;878;p58"/>
          <p:cNvGrpSpPr/>
          <p:nvPr/>
        </p:nvGrpSpPr>
        <p:grpSpPr>
          <a:xfrm rot="10800000">
            <a:off x="5633083" y="-39614"/>
            <a:ext cx="753870" cy="1509637"/>
            <a:chOff x="5088650" y="245050"/>
            <a:chExt cx="1046025" cy="2094681"/>
          </a:xfrm>
        </p:grpSpPr>
        <p:sp>
          <p:nvSpPr>
            <p:cNvPr id="879" name="Google Shape;879;p58"/>
            <p:cNvSpPr/>
            <p:nvPr/>
          </p:nvSpPr>
          <p:spPr>
            <a:xfrm>
              <a:off x="5547342" y="1580832"/>
              <a:ext cx="128662" cy="758899"/>
            </a:xfrm>
            <a:custGeom>
              <a:rect b="b" l="l" r="r" t="t"/>
              <a:pathLst>
                <a:path extrusionOk="0" h="18637" w="5147">
                  <a:moveTo>
                    <a:pt x="0" y="0"/>
                  </a:moveTo>
                  <a:lnTo>
                    <a:pt x="0" y="18636"/>
                  </a:lnTo>
                  <a:lnTo>
                    <a:pt x="5147" y="18636"/>
                  </a:lnTo>
                  <a:lnTo>
                    <a:pt x="5147"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58"/>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 name="Google Shape;881;p58"/>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 name="Google Shape;882;p58"/>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58"/>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 name="Google Shape;884;p58"/>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8" name="Shape 888"/>
        <p:cNvGrpSpPr/>
        <p:nvPr/>
      </p:nvGrpSpPr>
      <p:grpSpPr>
        <a:xfrm>
          <a:off x="0" y="0"/>
          <a:ext cx="0" cy="0"/>
          <a:chOff x="0" y="0"/>
          <a:chExt cx="0" cy="0"/>
        </a:xfrm>
      </p:grpSpPr>
      <p:sp>
        <p:nvSpPr>
          <p:cNvPr id="889" name="Google Shape;889;p59"/>
          <p:cNvSpPr txBox="1"/>
          <p:nvPr>
            <p:ph type="title"/>
          </p:nvPr>
        </p:nvSpPr>
        <p:spPr>
          <a:xfrm>
            <a:off x="720000" y="53500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a:t>OUR TEAM</a:t>
            </a:r>
            <a:endParaRPr/>
          </a:p>
        </p:txBody>
      </p:sp>
      <p:sp>
        <p:nvSpPr>
          <p:cNvPr id="890" name="Google Shape;890;p59"/>
          <p:cNvSpPr txBox="1"/>
          <p:nvPr>
            <p:ph idx="3" type="subTitle"/>
          </p:nvPr>
        </p:nvSpPr>
        <p:spPr>
          <a:xfrm>
            <a:off x="6080836" y="1619213"/>
            <a:ext cx="2273700" cy="51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GB"/>
              <a:t>XUAN YIN</a:t>
            </a:r>
            <a:endParaRPr/>
          </a:p>
        </p:txBody>
      </p:sp>
      <p:sp>
        <p:nvSpPr>
          <p:cNvPr id="891" name="Google Shape;891;p59"/>
          <p:cNvSpPr txBox="1"/>
          <p:nvPr>
            <p:ph idx="4" type="subTitle"/>
          </p:nvPr>
        </p:nvSpPr>
        <p:spPr>
          <a:xfrm>
            <a:off x="6080838" y="2107488"/>
            <a:ext cx="2273700" cy="573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
              <a:buNone/>
            </a:pPr>
            <a:r>
              <a:rPr lang="en-GB"/>
              <a:t>Education Officer,</a:t>
            </a:r>
            <a:br>
              <a:rPr lang="en-GB"/>
            </a:br>
            <a:r>
              <a:rPr lang="en-GB"/>
              <a:t>Ministry of Education</a:t>
            </a:r>
            <a:endParaRPr/>
          </a:p>
        </p:txBody>
      </p:sp>
      <p:sp>
        <p:nvSpPr>
          <p:cNvPr id="892" name="Google Shape;892;p59"/>
          <p:cNvSpPr txBox="1"/>
          <p:nvPr>
            <p:ph idx="3" type="subTitle"/>
          </p:nvPr>
        </p:nvSpPr>
        <p:spPr>
          <a:xfrm>
            <a:off x="1744711" y="1598038"/>
            <a:ext cx="2273700" cy="51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GB"/>
              <a:t>PRASAD</a:t>
            </a:r>
            <a:endParaRPr/>
          </a:p>
        </p:txBody>
      </p:sp>
      <p:sp>
        <p:nvSpPr>
          <p:cNvPr id="893" name="Google Shape;893;p59"/>
          <p:cNvSpPr txBox="1"/>
          <p:nvPr>
            <p:ph idx="4" type="subTitle"/>
          </p:nvPr>
        </p:nvSpPr>
        <p:spPr>
          <a:xfrm>
            <a:off x="1744713" y="2086313"/>
            <a:ext cx="2273700" cy="57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200"/>
              <a:buNone/>
            </a:pPr>
            <a:r>
              <a:rPr lang="en-GB"/>
              <a:t>Senior Software Engineer</a:t>
            </a:r>
            <a:endParaRPr/>
          </a:p>
        </p:txBody>
      </p:sp>
      <p:sp>
        <p:nvSpPr>
          <p:cNvPr id="894" name="Google Shape;894;p59"/>
          <p:cNvSpPr txBox="1"/>
          <p:nvPr>
            <p:ph idx="3" type="subTitle"/>
          </p:nvPr>
        </p:nvSpPr>
        <p:spPr>
          <a:xfrm>
            <a:off x="6052886" y="3342238"/>
            <a:ext cx="2273700" cy="51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GB"/>
              <a:t>NITIN</a:t>
            </a:r>
            <a:endParaRPr/>
          </a:p>
        </p:txBody>
      </p:sp>
      <p:sp>
        <p:nvSpPr>
          <p:cNvPr id="895" name="Google Shape;895;p59"/>
          <p:cNvSpPr txBox="1"/>
          <p:nvPr>
            <p:ph idx="4" type="subTitle"/>
          </p:nvPr>
        </p:nvSpPr>
        <p:spPr>
          <a:xfrm>
            <a:off x="6052888" y="3830513"/>
            <a:ext cx="2273700" cy="57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200"/>
              <a:buNone/>
            </a:pPr>
            <a:r>
              <a:rPr lang="en-GB"/>
              <a:t>Lead Database Engineer</a:t>
            </a:r>
            <a:endParaRPr/>
          </a:p>
        </p:txBody>
      </p:sp>
      <p:sp>
        <p:nvSpPr>
          <p:cNvPr id="896" name="Google Shape;896;p59"/>
          <p:cNvSpPr txBox="1"/>
          <p:nvPr>
            <p:ph idx="3" type="subTitle"/>
          </p:nvPr>
        </p:nvSpPr>
        <p:spPr>
          <a:xfrm>
            <a:off x="1716761" y="3321063"/>
            <a:ext cx="2273700" cy="51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GB"/>
              <a:t>BENHUR</a:t>
            </a:r>
            <a:endParaRPr/>
          </a:p>
        </p:txBody>
      </p:sp>
      <p:sp>
        <p:nvSpPr>
          <p:cNvPr id="897" name="Google Shape;897;p59"/>
          <p:cNvSpPr txBox="1"/>
          <p:nvPr>
            <p:ph idx="4" type="subTitle"/>
          </p:nvPr>
        </p:nvSpPr>
        <p:spPr>
          <a:xfrm>
            <a:off x="1716763" y="3809338"/>
            <a:ext cx="2273700" cy="57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200"/>
              <a:buNone/>
            </a:pPr>
            <a:r>
              <a:rPr lang="en-GB"/>
              <a:t>Container Shipping,</a:t>
            </a:r>
            <a:br>
              <a:rPr lang="en-GB"/>
            </a:br>
            <a:r>
              <a:rPr lang="en-GB"/>
              <a:t>Business Developer</a:t>
            </a:r>
            <a:endParaRPr/>
          </a:p>
        </p:txBody>
      </p:sp>
      <p:pic>
        <p:nvPicPr>
          <p:cNvPr id="898" name="Google Shape;898;p59" title="001 400x400pix.jpeg"/>
          <p:cNvPicPr preferRelativeResize="0"/>
          <p:nvPr/>
        </p:nvPicPr>
        <p:blipFill>
          <a:blip r:embed="rId3">
            <a:alphaModFix/>
          </a:blip>
          <a:stretch>
            <a:fillRect/>
          </a:stretch>
        </p:blipFill>
        <p:spPr>
          <a:xfrm>
            <a:off x="789475" y="1694388"/>
            <a:ext cx="1021425" cy="1021425"/>
          </a:xfrm>
          <a:prstGeom prst="rect">
            <a:avLst/>
          </a:prstGeom>
          <a:noFill/>
          <a:ln>
            <a:noFill/>
          </a:ln>
          <a:effectLst>
            <a:reflection blurRad="0" dir="5400000" dist="38100" endA="0" endPos="30000" fadeDir="5400012" kx="0" rotWithShape="0" algn="bl" stPos="0" sy="-100000" ky="0"/>
          </a:effectLst>
        </p:spPr>
      </p:pic>
      <p:pic>
        <p:nvPicPr>
          <p:cNvPr id="899" name="Google Shape;899;p59"/>
          <p:cNvPicPr preferRelativeResize="0"/>
          <p:nvPr/>
        </p:nvPicPr>
        <p:blipFill>
          <a:blip r:embed="rId4">
            <a:alphaModFix/>
          </a:blip>
          <a:stretch>
            <a:fillRect/>
          </a:stretch>
        </p:blipFill>
        <p:spPr>
          <a:xfrm>
            <a:off x="789475" y="3342250"/>
            <a:ext cx="1021425" cy="1010354"/>
          </a:xfrm>
          <a:prstGeom prst="rect">
            <a:avLst/>
          </a:prstGeom>
          <a:noFill/>
          <a:ln>
            <a:noFill/>
          </a:ln>
        </p:spPr>
      </p:pic>
      <p:pic>
        <p:nvPicPr>
          <p:cNvPr id="900" name="Google Shape;900;p59"/>
          <p:cNvPicPr preferRelativeResize="0"/>
          <p:nvPr/>
        </p:nvPicPr>
        <p:blipFill>
          <a:blip r:embed="rId5">
            <a:alphaModFix/>
          </a:blip>
          <a:stretch>
            <a:fillRect/>
          </a:stretch>
        </p:blipFill>
        <p:spPr>
          <a:xfrm>
            <a:off x="4924850" y="3342250"/>
            <a:ext cx="1347133" cy="1010350"/>
          </a:xfrm>
          <a:prstGeom prst="rect">
            <a:avLst/>
          </a:prstGeom>
          <a:noFill/>
          <a:ln>
            <a:noFill/>
          </a:ln>
        </p:spPr>
      </p:pic>
      <p:pic>
        <p:nvPicPr>
          <p:cNvPr id="901" name="Google Shape;901;p59"/>
          <p:cNvPicPr preferRelativeResize="0"/>
          <p:nvPr/>
        </p:nvPicPr>
        <p:blipFill rotWithShape="1">
          <a:blip r:embed="rId6">
            <a:alphaModFix/>
          </a:blip>
          <a:srcRect b="1352" l="0" r="0" t="1352"/>
          <a:stretch/>
        </p:blipFill>
        <p:spPr>
          <a:xfrm>
            <a:off x="5064125" y="1512925"/>
            <a:ext cx="1021425" cy="1362589"/>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 name="Shape 905"/>
        <p:cNvGrpSpPr/>
        <p:nvPr/>
      </p:nvGrpSpPr>
      <p:grpSpPr>
        <a:xfrm>
          <a:off x="0" y="0"/>
          <a:ext cx="0" cy="0"/>
          <a:chOff x="0" y="0"/>
          <a:chExt cx="0" cy="0"/>
        </a:xfrm>
      </p:grpSpPr>
      <p:grpSp>
        <p:nvGrpSpPr>
          <p:cNvPr id="906" name="Google Shape;906;p60"/>
          <p:cNvGrpSpPr/>
          <p:nvPr/>
        </p:nvGrpSpPr>
        <p:grpSpPr>
          <a:xfrm flipH="1">
            <a:off x="10152521" y="40891"/>
            <a:ext cx="3229222" cy="820210"/>
            <a:chOff x="5914788" y="4092325"/>
            <a:chExt cx="3229222" cy="1032360"/>
          </a:xfrm>
        </p:grpSpPr>
        <p:sp>
          <p:nvSpPr>
            <p:cNvPr id="907" name="Google Shape;907;p60"/>
            <p:cNvSpPr/>
            <p:nvPr/>
          </p:nvSpPr>
          <p:spPr>
            <a:xfrm>
              <a:off x="9046392" y="5030625"/>
              <a:ext cx="97591" cy="94060"/>
            </a:xfrm>
            <a:custGeom>
              <a:rect b="b" l="l" r="r" t="t"/>
              <a:pathLst>
                <a:path extrusionOk="0" h="1467" w="1522">
                  <a:moveTo>
                    <a:pt x="1522" y="1"/>
                  </a:moveTo>
                  <a:lnTo>
                    <a:pt x="1" y="1467"/>
                  </a:lnTo>
                  <a:lnTo>
                    <a:pt x="1522" y="1467"/>
                  </a:lnTo>
                  <a:lnTo>
                    <a:pt x="1522"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 name="Google Shape;908;p60"/>
            <p:cNvSpPr/>
            <p:nvPr/>
          </p:nvSpPr>
          <p:spPr>
            <a:xfrm>
              <a:off x="8686560" y="4683876"/>
              <a:ext cx="457432" cy="440808"/>
            </a:xfrm>
            <a:custGeom>
              <a:rect b="b" l="l" r="r" t="t"/>
              <a:pathLst>
                <a:path extrusionOk="0" h="6875" w="7134">
                  <a:moveTo>
                    <a:pt x="7134" y="1"/>
                  </a:moveTo>
                  <a:lnTo>
                    <a:pt x="0" y="6875"/>
                  </a:lnTo>
                  <a:lnTo>
                    <a:pt x="3321" y="6875"/>
                  </a:lnTo>
                  <a:lnTo>
                    <a:pt x="7134" y="3201"/>
                  </a:lnTo>
                  <a:lnTo>
                    <a:pt x="713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 name="Google Shape;909;p60"/>
            <p:cNvSpPr/>
            <p:nvPr/>
          </p:nvSpPr>
          <p:spPr>
            <a:xfrm>
              <a:off x="8899497" y="4889053"/>
              <a:ext cx="244490" cy="235632"/>
            </a:xfrm>
            <a:custGeom>
              <a:rect b="b" l="l" r="r" t="t"/>
              <a:pathLst>
                <a:path extrusionOk="0" h="3675" w="3813">
                  <a:moveTo>
                    <a:pt x="3813" y="1"/>
                  </a:moveTo>
                  <a:lnTo>
                    <a:pt x="0" y="3675"/>
                  </a:lnTo>
                  <a:lnTo>
                    <a:pt x="2292" y="3675"/>
                  </a:lnTo>
                  <a:lnTo>
                    <a:pt x="3813" y="2209"/>
                  </a:lnTo>
                  <a:lnTo>
                    <a:pt x="381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 name="Google Shape;910;p60"/>
            <p:cNvSpPr/>
            <p:nvPr/>
          </p:nvSpPr>
          <p:spPr>
            <a:xfrm>
              <a:off x="7966831" y="4092325"/>
              <a:ext cx="1177179" cy="1032356"/>
            </a:xfrm>
            <a:custGeom>
              <a:rect b="b" l="l" r="r" t="t"/>
              <a:pathLst>
                <a:path extrusionOk="0" h="16101" w="18359">
                  <a:moveTo>
                    <a:pt x="16709" y="1"/>
                  </a:moveTo>
                  <a:lnTo>
                    <a:pt x="1" y="16101"/>
                  </a:lnTo>
                  <a:lnTo>
                    <a:pt x="3320" y="16101"/>
                  </a:lnTo>
                  <a:lnTo>
                    <a:pt x="18359" y="1610"/>
                  </a:lnTo>
                  <a:lnTo>
                    <a:pt x="18359"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 name="Google Shape;911;p60"/>
            <p:cNvSpPr/>
            <p:nvPr/>
          </p:nvSpPr>
          <p:spPr>
            <a:xfrm>
              <a:off x="5914788" y="4092325"/>
              <a:ext cx="457432" cy="440808"/>
            </a:xfrm>
            <a:custGeom>
              <a:rect b="b" l="l" r="r" t="t"/>
              <a:pathLst>
                <a:path extrusionOk="0" h="6875" w="7134">
                  <a:moveTo>
                    <a:pt x="3814" y="1"/>
                  </a:moveTo>
                  <a:lnTo>
                    <a:pt x="0" y="3674"/>
                  </a:lnTo>
                  <a:lnTo>
                    <a:pt x="0" y="6874"/>
                  </a:lnTo>
                  <a:lnTo>
                    <a:pt x="7133"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 name="Google Shape;912;p60"/>
            <p:cNvSpPr/>
            <p:nvPr/>
          </p:nvSpPr>
          <p:spPr>
            <a:xfrm>
              <a:off x="7606935" y="4092325"/>
              <a:ext cx="1284388" cy="1032356"/>
            </a:xfrm>
            <a:custGeom>
              <a:rect b="b" l="l" r="r" t="t"/>
              <a:pathLst>
                <a:path extrusionOk="0" h="16101" w="20031">
                  <a:moveTo>
                    <a:pt x="16710" y="1"/>
                  </a:moveTo>
                  <a:lnTo>
                    <a:pt x="0" y="16101"/>
                  </a:lnTo>
                  <a:lnTo>
                    <a:pt x="3321" y="16101"/>
                  </a:lnTo>
                  <a:lnTo>
                    <a:pt x="20030"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 name="Google Shape;913;p60"/>
            <p:cNvSpPr/>
            <p:nvPr/>
          </p:nvSpPr>
          <p:spPr>
            <a:xfrm>
              <a:off x="5914788" y="4092325"/>
              <a:ext cx="97591" cy="94060"/>
            </a:xfrm>
            <a:custGeom>
              <a:rect b="b" l="l" r="r" t="t"/>
              <a:pathLst>
                <a:path extrusionOk="0" h="1467" w="1522">
                  <a:moveTo>
                    <a:pt x="0" y="1"/>
                  </a:moveTo>
                  <a:lnTo>
                    <a:pt x="0" y="1466"/>
                  </a:lnTo>
                  <a:lnTo>
                    <a:pt x="152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 name="Google Shape;914;p60"/>
            <p:cNvSpPr/>
            <p:nvPr/>
          </p:nvSpPr>
          <p:spPr>
            <a:xfrm>
              <a:off x="8326728" y="4337127"/>
              <a:ext cx="817274" cy="787555"/>
            </a:xfrm>
            <a:custGeom>
              <a:rect b="b" l="l" r="r" t="t"/>
              <a:pathLst>
                <a:path extrusionOk="0" h="12283" w="12746">
                  <a:moveTo>
                    <a:pt x="12746" y="1"/>
                  </a:moveTo>
                  <a:lnTo>
                    <a:pt x="0" y="12283"/>
                  </a:lnTo>
                  <a:lnTo>
                    <a:pt x="3321" y="12283"/>
                  </a:lnTo>
                  <a:lnTo>
                    <a:pt x="12746" y="3201"/>
                  </a:lnTo>
                  <a:lnTo>
                    <a:pt x="12746"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 name="Google Shape;915;p60"/>
            <p:cNvSpPr/>
            <p:nvPr/>
          </p:nvSpPr>
          <p:spPr>
            <a:xfrm>
              <a:off x="6527310" y="4092325"/>
              <a:ext cx="1284452" cy="1032356"/>
            </a:xfrm>
            <a:custGeom>
              <a:rect b="b" l="l" r="r" t="t"/>
              <a:pathLst>
                <a:path extrusionOk="0" h="16101" w="20032">
                  <a:moveTo>
                    <a:pt x="16710" y="1"/>
                  </a:moveTo>
                  <a:lnTo>
                    <a:pt x="1" y="16101"/>
                  </a:lnTo>
                  <a:lnTo>
                    <a:pt x="3322"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60"/>
            <p:cNvSpPr/>
            <p:nvPr/>
          </p:nvSpPr>
          <p:spPr>
            <a:xfrm>
              <a:off x="7247039" y="4092325"/>
              <a:ext cx="1284452" cy="1032356"/>
            </a:xfrm>
            <a:custGeom>
              <a:rect b="b" l="l" r="r" t="t"/>
              <a:pathLst>
                <a:path extrusionOk="0" h="16101" w="20032">
                  <a:moveTo>
                    <a:pt x="16710" y="1"/>
                  </a:moveTo>
                  <a:lnTo>
                    <a:pt x="1" y="16101"/>
                  </a:lnTo>
                  <a:lnTo>
                    <a:pt x="3322"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 name="Google Shape;917;p60"/>
            <p:cNvSpPr/>
            <p:nvPr/>
          </p:nvSpPr>
          <p:spPr>
            <a:xfrm>
              <a:off x="6887207" y="4092325"/>
              <a:ext cx="1284388" cy="1032356"/>
            </a:xfrm>
            <a:custGeom>
              <a:rect b="b" l="l" r="r" t="t"/>
              <a:pathLst>
                <a:path extrusionOk="0" h="16101" w="20031">
                  <a:moveTo>
                    <a:pt x="16710" y="1"/>
                  </a:moveTo>
                  <a:lnTo>
                    <a:pt x="0" y="16101"/>
                  </a:lnTo>
                  <a:lnTo>
                    <a:pt x="3321"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60"/>
            <p:cNvSpPr/>
            <p:nvPr/>
          </p:nvSpPr>
          <p:spPr>
            <a:xfrm>
              <a:off x="6167478" y="4092325"/>
              <a:ext cx="1284388" cy="1032356"/>
            </a:xfrm>
            <a:custGeom>
              <a:rect b="b" l="l" r="r" t="t"/>
              <a:pathLst>
                <a:path extrusionOk="0" h="16101" w="20031">
                  <a:moveTo>
                    <a:pt x="16710" y="1"/>
                  </a:moveTo>
                  <a:lnTo>
                    <a:pt x="0" y="16101"/>
                  </a:lnTo>
                  <a:lnTo>
                    <a:pt x="3321"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60"/>
            <p:cNvSpPr/>
            <p:nvPr/>
          </p:nvSpPr>
          <p:spPr>
            <a:xfrm>
              <a:off x="5914788" y="4092325"/>
              <a:ext cx="1177243" cy="1032356"/>
            </a:xfrm>
            <a:custGeom>
              <a:rect b="b" l="l" r="r" t="t"/>
              <a:pathLst>
                <a:path extrusionOk="0" h="16101" w="18360">
                  <a:moveTo>
                    <a:pt x="15039" y="1"/>
                  </a:moveTo>
                  <a:lnTo>
                    <a:pt x="0" y="14491"/>
                  </a:lnTo>
                  <a:lnTo>
                    <a:pt x="0" y="16101"/>
                  </a:lnTo>
                  <a:lnTo>
                    <a:pt x="1650" y="16101"/>
                  </a:lnTo>
                  <a:lnTo>
                    <a:pt x="18359"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60"/>
            <p:cNvSpPr/>
            <p:nvPr/>
          </p:nvSpPr>
          <p:spPr>
            <a:xfrm>
              <a:off x="5914788" y="4092325"/>
              <a:ext cx="817274" cy="787555"/>
            </a:xfrm>
            <a:custGeom>
              <a:rect b="b" l="l" r="r" t="t"/>
              <a:pathLst>
                <a:path extrusionOk="0" h="12283" w="12746">
                  <a:moveTo>
                    <a:pt x="9426" y="1"/>
                  </a:moveTo>
                  <a:lnTo>
                    <a:pt x="0" y="9083"/>
                  </a:lnTo>
                  <a:lnTo>
                    <a:pt x="0" y="12282"/>
                  </a:lnTo>
                  <a:lnTo>
                    <a:pt x="12746"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60"/>
            <p:cNvSpPr/>
            <p:nvPr/>
          </p:nvSpPr>
          <p:spPr>
            <a:xfrm>
              <a:off x="5914788" y="4092325"/>
              <a:ext cx="244554" cy="235632"/>
            </a:xfrm>
            <a:custGeom>
              <a:rect b="b" l="l" r="r" t="t"/>
              <a:pathLst>
                <a:path extrusionOk="0" h="3675" w="3814">
                  <a:moveTo>
                    <a:pt x="1521" y="1"/>
                  </a:moveTo>
                  <a:lnTo>
                    <a:pt x="0" y="1466"/>
                  </a:lnTo>
                  <a:lnTo>
                    <a:pt x="0" y="3674"/>
                  </a:lnTo>
                  <a:lnTo>
                    <a:pt x="381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60"/>
            <p:cNvSpPr/>
            <p:nvPr/>
          </p:nvSpPr>
          <p:spPr>
            <a:xfrm>
              <a:off x="5914788" y="4092325"/>
              <a:ext cx="604459" cy="582379"/>
            </a:xfrm>
            <a:custGeom>
              <a:rect b="b" l="l" r="r" t="t"/>
              <a:pathLst>
                <a:path extrusionOk="0" h="9083" w="9427">
                  <a:moveTo>
                    <a:pt x="7133" y="1"/>
                  </a:moveTo>
                  <a:lnTo>
                    <a:pt x="0" y="6874"/>
                  </a:lnTo>
                  <a:lnTo>
                    <a:pt x="0" y="9083"/>
                  </a:lnTo>
                  <a:lnTo>
                    <a:pt x="94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60"/>
            <p:cNvSpPr/>
            <p:nvPr/>
          </p:nvSpPr>
          <p:spPr>
            <a:xfrm>
              <a:off x="5914788" y="4092325"/>
              <a:ext cx="964301" cy="929127"/>
            </a:xfrm>
            <a:custGeom>
              <a:rect b="b" l="l" r="r" t="t"/>
              <a:pathLst>
                <a:path extrusionOk="0" h="14491" w="15039">
                  <a:moveTo>
                    <a:pt x="12746" y="1"/>
                  </a:moveTo>
                  <a:lnTo>
                    <a:pt x="0" y="12282"/>
                  </a:lnTo>
                  <a:lnTo>
                    <a:pt x="0" y="14491"/>
                  </a:lnTo>
                  <a:lnTo>
                    <a:pt x="1503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60"/>
            <p:cNvSpPr/>
            <p:nvPr/>
          </p:nvSpPr>
          <p:spPr>
            <a:xfrm>
              <a:off x="6020519"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60"/>
            <p:cNvSpPr/>
            <p:nvPr/>
          </p:nvSpPr>
          <p:spPr>
            <a:xfrm>
              <a:off x="6380415" y="4092325"/>
              <a:ext cx="1218408" cy="1032356"/>
            </a:xfrm>
            <a:custGeom>
              <a:rect b="b" l="l" r="r" t="t"/>
              <a:pathLst>
                <a:path extrusionOk="0" h="16101" w="19002">
                  <a:moveTo>
                    <a:pt x="16710" y="1"/>
                  </a:moveTo>
                  <a:lnTo>
                    <a:pt x="0" y="16101"/>
                  </a:lnTo>
                  <a:lnTo>
                    <a:pt x="2292" y="16101"/>
                  </a:lnTo>
                  <a:lnTo>
                    <a:pt x="1900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60"/>
            <p:cNvSpPr/>
            <p:nvPr/>
          </p:nvSpPr>
          <p:spPr>
            <a:xfrm>
              <a:off x="6740248"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60"/>
            <p:cNvSpPr/>
            <p:nvPr/>
          </p:nvSpPr>
          <p:spPr>
            <a:xfrm>
              <a:off x="7100144" y="4092325"/>
              <a:ext cx="1218408" cy="1032356"/>
            </a:xfrm>
            <a:custGeom>
              <a:rect b="b" l="l" r="r" t="t"/>
              <a:pathLst>
                <a:path extrusionOk="0" h="16101" w="19002">
                  <a:moveTo>
                    <a:pt x="16710" y="1"/>
                  </a:moveTo>
                  <a:lnTo>
                    <a:pt x="0" y="16101"/>
                  </a:lnTo>
                  <a:lnTo>
                    <a:pt x="2292" y="16101"/>
                  </a:lnTo>
                  <a:lnTo>
                    <a:pt x="1900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 name="Google Shape;928;p60"/>
            <p:cNvSpPr/>
            <p:nvPr/>
          </p:nvSpPr>
          <p:spPr>
            <a:xfrm>
              <a:off x="7459976"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60"/>
            <p:cNvSpPr/>
            <p:nvPr/>
          </p:nvSpPr>
          <p:spPr>
            <a:xfrm>
              <a:off x="7819808" y="4092325"/>
              <a:ext cx="1218472" cy="1032356"/>
            </a:xfrm>
            <a:custGeom>
              <a:rect b="b" l="l" r="r" t="t"/>
              <a:pathLst>
                <a:path extrusionOk="0" h="16101" w="19003">
                  <a:moveTo>
                    <a:pt x="16710" y="1"/>
                  </a:moveTo>
                  <a:lnTo>
                    <a:pt x="1" y="16101"/>
                  </a:lnTo>
                  <a:lnTo>
                    <a:pt x="2294"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60"/>
            <p:cNvSpPr/>
            <p:nvPr/>
          </p:nvSpPr>
          <p:spPr>
            <a:xfrm>
              <a:off x="8179704" y="4195555"/>
              <a:ext cx="964301" cy="929127"/>
            </a:xfrm>
            <a:custGeom>
              <a:rect b="b" l="l" r="r" t="t"/>
              <a:pathLst>
                <a:path extrusionOk="0" h="14491" w="15039">
                  <a:moveTo>
                    <a:pt x="15039" y="0"/>
                  </a:moveTo>
                  <a:lnTo>
                    <a:pt x="0" y="14491"/>
                  </a:lnTo>
                  <a:lnTo>
                    <a:pt x="2293" y="14491"/>
                  </a:lnTo>
                  <a:lnTo>
                    <a:pt x="15039" y="2209"/>
                  </a:lnTo>
                  <a:lnTo>
                    <a:pt x="1503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 name="Google Shape;931;p60"/>
            <p:cNvSpPr/>
            <p:nvPr/>
          </p:nvSpPr>
          <p:spPr>
            <a:xfrm>
              <a:off x="8539601" y="4542304"/>
              <a:ext cx="604395" cy="582379"/>
            </a:xfrm>
            <a:custGeom>
              <a:rect b="b" l="l" r="r" t="t"/>
              <a:pathLst>
                <a:path extrusionOk="0" h="9083" w="9426">
                  <a:moveTo>
                    <a:pt x="9426" y="1"/>
                  </a:moveTo>
                  <a:lnTo>
                    <a:pt x="1" y="9083"/>
                  </a:lnTo>
                  <a:lnTo>
                    <a:pt x="2292" y="9083"/>
                  </a:lnTo>
                  <a:lnTo>
                    <a:pt x="9426" y="2209"/>
                  </a:lnTo>
                  <a:lnTo>
                    <a:pt x="94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2" name="Google Shape;932;p60"/>
          <p:cNvSpPr/>
          <p:nvPr/>
        </p:nvSpPr>
        <p:spPr>
          <a:xfrm flipH="1">
            <a:off x="10152530" y="821875"/>
            <a:ext cx="3229200" cy="3520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60"/>
          <p:cNvSpPr/>
          <p:nvPr/>
        </p:nvSpPr>
        <p:spPr>
          <a:xfrm flipH="1">
            <a:off x="10152530" y="4342538"/>
            <a:ext cx="3229200" cy="8418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60"/>
          <p:cNvSpPr txBox="1"/>
          <p:nvPr>
            <p:ph type="title"/>
          </p:nvPr>
        </p:nvSpPr>
        <p:spPr>
          <a:xfrm>
            <a:off x="2215355" y="10000"/>
            <a:ext cx="4713300" cy="1426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600"/>
              <a:buNone/>
            </a:pPr>
            <a:r>
              <a:rPr lang="en-GB" sz="3000">
                <a:latin typeface="Raleway ExtraBold"/>
                <a:ea typeface="Raleway ExtraBold"/>
                <a:cs typeface="Raleway ExtraBold"/>
                <a:sym typeface="Raleway ExtraBold"/>
              </a:rPr>
              <a:t>The Problem</a:t>
            </a:r>
            <a:endParaRPr sz="3000"/>
          </a:p>
        </p:txBody>
      </p:sp>
      <p:grpSp>
        <p:nvGrpSpPr>
          <p:cNvPr id="935" name="Google Shape;935;p60"/>
          <p:cNvGrpSpPr/>
          <p:nvPr/>
        </p:nvGrpSpPr>
        <p:grpSpPr>
          <a:xfrm flipH="1">
            <a:off x="11302144" y="807604"/>
            <a:ext cx="910812" cy="1660393"/>
            <a:chOff x="-2015525" y="1207150"/>
            <a:chExt cx="1253526" cy="2285783"/>
          </a:xfrm>
        </p:grpSpPr>
        <p:sp>
          <p:nvSpPr>
            <p:cNvPr id="936" name="Google Shape;936;p60"/>
            <p:cNvSpPr/>
            <p:nvPr/>
          </p:nvSpPr>
          <p:spPr>
            <a:xfrm>
              <a:off x="-1465816" y="1207150"/>
              <a:ext cx="154217" cy="558388"/>
            </a:xfrm>
            <a:custGeom>
              <a:rect b="b" l="l" r="r" t="t"/>
              <a:pathLst>
                <a:path extrusionOk="0" h="10102" w="2790">
                  <a:moveTo>
                    <a:pt x="0" y="0"/>
                  </a:moveTo>
                  <a:lnTo>
                    <a:pt x="0" y="10102"/>
                  </a:lnTo>
                  <a:lnTo>
                    <a:pt x="2789" y="10102"/>
                  </a:lnTo>
                  <a:lnTo>
                    <a:pt x="278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 name="Google Shape;937;p60"/>
            <p:cNvSpPr/>
            <p:nvPr/>
          </p:nvSpPr>
          <p:spPr>
            <a:xfrm>
              <a:off x="-1611576" y="1438143"/>
              <a:ext cx="445682" cy="994066"/>
            </a:xfrm>
            <a:custGeom>
              <a:rect b="b" l="l" r="r" t="t"/>
              <a:pathLst>
                <a:path extrusionOk="0" h="17984" w="8063">
                  <a:moveTo>
                    <a:pt x="2721" y="0"/>
                  </a:moveTo>
                  <a:cubicBezTo>
                    <a:pt x="1220" y="0"/>
                    <a:pt x="0" y="1220"/>
                    <a:pt x="0" y="2721"/>
                  </a:cubicBezTo>
                  <a:lnTo>
                    <a:pt x="0" y="15263"/>
                  </a:lnTo>
                  <a:cubicBezTo>
                    <a:pt x="0" y="16764"/>
                    <a:pt x="1220" y="17983"/>
                    <a:pt x="2721" y="17983"/>
                  </a:cubicBezTo>
                  <a:lnTo>
                    <a:pt x="5342" y="17983"/>
                  </a:lnTo>
                  <a:cubicBezTo>
                    <a:pt x="6843" y="17983"/>
                    <a:pt x="8062" y="16764"/>
                    <a:pt x="8062" y="15263"/>
                  </a:cubicBezTo>
                  <a:lnTo>
                    <a:pt x="8062" y="2721"/>
                  </a:lnTo>
                  <a:cubicBezTo>
                    <a:pt x="8062" y="1220"/>
                    <a:pt x="6843" y="0"/>
                    <a:pt x="534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 name="Google Shape;938;p60"/>
            <p:cNvSpPr/>
            <p:nvPr/>
          </p:nvSpPr>
          <p:spPr>
            <a:xfrm>
              <a:off x="-1286504" y="2353439"/>
              <a:ext cx="241110" cy="1139494"/>
            </a:xfrm>
            <a:custGeom>
              <a:rect b="b" l="l" r="r" t="t"/>
              <a:pathLst>
                <a:path extrusionOk="0" h="20615" w="4362">
                  <a:moveTo>
                    <a:pt x="2181" y="0"/>
                  </a:moveTo>
                  <a:cubicBezTo>
                    <a:pt x="976" y="0"/>
                    <a:pt x="1" y="976"/>
                    <a:pt x="1" y="2181"/>
                  </a:cubicBezTo>
                  <a:lnTo>
                    <a:pt x="1" y="18434"/>
                  </a:lnTo>
                  <a:cubicBezTo>
                    <a:pt x="1" y="19638"/>
                    <a:pt x="976" y="20614"/>
                    <a:pt x="2181" y="20614"/>
                  </a:cubicBezTo>
                  <a:cubicBezTo>
                    <a:pt x="3385" y="20614"/>
                    <a:pt x="4362" y="19638"/>
                    <a:pt x="4362" y="18434"/>
                  </a:cubicBezTo>
                  <a:lnTo>
                    <a:pt x="4362" y="2181"/>
                  </a:lnTo>
                  <a:cubicBezTo>
                    <a:pt x="4362" y="976"/>
                    <a:pt x="3385"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 name="Google Shape;939;p60"/>
            <p:cNvSpPr/>
            <p:nvPr/>
          </p:nvSpPr>
          <p:spPr>
            <a:xfrm>
              <a:off x="-1732130" y="2353439"/>
              <a:ext cx="241165" cy="1139494"/>
            </a:xfrm>
            <a:custGeom>
              <a:rect b="b" l="l" r="r" t="t"/>
              <a:pathLst>
                <a:path extrusionOk="0" h="20615" w="4363">
                  <a:moveTo>
                    <a:pt x="2181" y="0"/>
                  </a:moveTo>
                  <a:cubicBezTo>
                    <a:pt x="978" y="0"/>
                    <a:pt x="1" y="976"/>
                    <a:pt x="1" y="2181"/>
                  </a:cubicBezTo>
                  <a:lnTo>
                    <a:pt x="1" y="18434"/>
                  </a:lnTo>
                  <a:cubicBezTo>
                    <a:pt x="1" y="19638"/>
                    <a:pt x="978" y="20614"/>
                    <a:pt x="2181" y="20614"/>
                  </a:cubicBezTo>
                  <a:cubicBezTo>
                    <a:pt x="3386" y="20614"/>
                    <a:pt x="4362" y="19638"/>
                    <a:pt x="4362" y="18434"/>
                  </a:cubicBezTo>
                  <a:lnTo>
                    <a:pt x="4362" y="2181"/>
                  </a:lnTo>
                  <a:cubicBezTo>
                    <a:pt x="4362" y="976"/>
                    <a:pt x="3386"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 name="Google Shape;940;p60"/>
            <p:cNvSpPr/>
            <p:nvPr/>
          </p:nvSpPr>
          <p:spPr>
            <a:xfrm>
              <a:off x="-2015525" y="1996972"/>
              <a:ext cx="1253526" cy="870360"/>
            </a:xfrm>
            <a:custGeom>
              <a:rect b="b" l="l" r="r" t="t"/>
              <a:pathLst>
                <a:path extrusionOk="0" h="15746" w="22678">
                  <a:moveTo>
                    <a:pt x="4332" y="1"/>
                  </a:moveTo>
                  <a:cubicBezTo>
                    <a:pt x="1940" y="1"/>
                    <a:pt x="1" y="1940"/>
                    <a:pt x="1" y="4332"/>
                  </a:cubicBezTo>
                  <a:lnTo>
                    <a:pt x="1" y="15745"/>
                  </a:lnTo>
                  <a:lnTo>
                    <a:pt x="22678" y="15745"/>
                  </a:lnTo>
                  <a:lnTo>
                    <a:pt x="22678" y="4332"/>
                  </a:lnTo>
                  <a:cubicBezTo>
                    <a:pt x="22678" y="1940"/>
                    <a:pt x="20739" y="1"/>
                    <a:pt x="18347" y="1"/>
                  </a:cubicBezTo>
                  <a:close/>
                </a:path>
              </a:pathLst>
            </a:custGeom>
            <a:solidFill>
              <a:schemeClr val="lt1"/>
            </a:solidFill>
            <a:ln cap="flat" cmpd="sng" w="13875">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 name="Google Shape;941;p60"/>
            <p:cNvSpPr/>
            <p:nvPr/>
          </p:nvSpPr>
          <p:spPr>
            <a:xfrm>
              <a:off x="-1515066" y="2225036"/>
              <a:ext cx="252607" cy="368518"/>
            </a:xfrm>
            <a:custGeom>
              <a:rect b="b" l="l" r="r" t="t"/>
              <a:pathLst>
                <a:path extrusionOk="0" h="6667" w="4570">
                  <a:moveTo>
                    <a:pt x="3250" y="0"/>
                  </a:moveTo>
                  <a:lnTo>
                    <a:pt x="1" y="3925"/>
                  </a:lnTo>
                  <a:lnTo>
                    <a:pt x="2099" y="3925"/>
                  </a:lnTo>
                  <a:lnTo>
                    <a:pt x="949" y="6666"/>
                  </a:lnTo>
                  <a:lnTo>
                    <a:pt x="3250" y="6666"/>
                  </a:lnTo>
                  <a:lnTo>
                    <a:pt x="4570" y="2869"/>
                  </a:lnTo>
                  <a:lnTo>
                    <a:pt x="2777" y="2869"/>
                  </a:lnTo>
                  <a:lnTo>
                    <a:pt x="32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2" name="Google Shape;942;p60"/>
          <p:cNvGrpSpPr/>
          <p:nvPr/>
        </p:nvGrpSpPr>
        <p:grpSpPr>
          <a:xfrm flipH="1" rot="10800000">
            <a:off x="11302144" y="2682124"/>
            <a:ext cx="910812" cy="1660393"/>
            <a:chOff x="-2015525" y="1207150"/>
            <a:chExt cx="1253526" cy="2285783"/>
          </a:xfrm>
        </p:grpSpPr>
        <p:sp>
          <p:nvSpPr>
            <p:cNvPr id="943" name="Google Shape;943;p60"/>
            <p:cNvSpPr/>
            <p:nvPr/>
          </p:nvSpPr>
          <p:spPr>
            <a:xfrm>
              <a:off x="-1465816" y="1207150"/>
              <a:ext cx="154217" cy="558388"/>
            </a:xfrm>
            <a:custGeom>
              <a:rect b="b" l="l" r="r" t="t"/>
              <a:pathLst>
                <a:path extrusionOk="0" h="10102" w="2790">
                  <a:moveTo>
                    <a:pt x="0" y="0"/>
                  </a:moveTo>
                  <a:lnTo>
                    <a:pt x="0" y="10102"/>
                  </a:lnTo>
                  <a:lnTo>
                    <a:pt x="2789" y="10102"/>
                  </a:lnTo>
                  <a:lnTo>
                    <a:pt x="278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60"/>
            <p:cNvSpPr/>
            <p:nvPr/>
          </p:nvSpPr>
          <p:spPr>
            <a:xfrm>
              <a:off x="-1611576" y="1438143"/>
              <a:ext cx="445682" cy="994066"/>
            </a:xfrm>
            <a:custGeom>
              <a:rect b="b" l="l" r="r" t="t"/>
              <a:pathLst>
                <a:path extrusionOk="0" h="17984" w="8063">
                  <a:moveTo>
                    <a:pt x="2721" y="0"/>
                  </a:moveTo>
                  <a:cubicBezTo>
                    <a:pt x="1220" y="0"/>
                    <a:pt x="0" y="1220"/>
                    <a:pt x="0" y="2721"/>
                  </a:cubicBezTo>
                  <a:lnTo>
                    <a:pt x="0" y="15263"/>
                  </a:lnTo>
                  <a:cubicBezTo>
                    <a:pt x="0" y="16764"/>
                    <a:pt x="1220" y="17983"/>
                    <a:pt x="2721" y="17983"/>
                  </a:cubicBezTo>
                  <a:lnTo>
                    <a:pt x="5342" y="17983"/>
                  </a:lnTo>
                  <a:cubicBezTo>
                    <a:pt x="6843" y="17983"/>
                    <a:pt x="8062" y="16764"/>
                    <a:pt x="8062" y="15263"/>
                  </a:cubicBezTo>
                  <a:lnTo>
                    <a:pt x="8062" y="2721"/>
                  </a:lnTo>
                  <a:cubicBezTo>
                    <a:pt x="8062" y="1220"/>
                    <a:pt x="6843" y="0"/>
                    <a:pt x="534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 name="Google Shape;945;p60"/>
            <p:cNvSpPr/>
            <p:nvPr/>
          </p:nvSpPr>
          <p:spPr>
            <a:xfrm>
              <a:off x="-1286504" y="2353439"/>
              <a:ext cx="241110" cy="1139494"/>
            </a:xfrm>
            <a:custGeom>
              <a:rect b="b" l="l" r="r" t="t"/>
              <a:pathLst>
                <a:path extrusionOk="0" h="20615" w="4362">
                  <a:moveTo>
                    <a:pt x="2181" y="0"/>
                  </a:moveTo>
                  <a:cubicBezTo>
                    <a:pt x="976" y="0"/>
                    <a:pt x="1" y="976"/>
                    <a:pt x="1" y="2181"/>
                  </a:cubicBezTo>
                  <a:lnTo>
                    <a:pt x="1" y="18434"/>
                  </a:lnTo>
                  <a:cubicBezTo>
                    <a:pt x="1" y="19638"/>
                    <a:pt x="976" y="20614"/>
                    <a:pt x="2181" y="20614"/>
                  </a:cubicBezTo>
                  <a:cubicBezTo>
                    <a:pt x="3385" y="20614"/>
                    <a:pt x="4362" y="19638"/>
                    <a:pt x="4362" y="18434"/>
                  </a:cubicBezTo>
                  <a:lnTo>
                    <a:pt x="4362" y="2181"/>
                  </a:lnTo>
                  <a:cubicBezTo>
                    <a:pt x="4362" y="976"/>
                    <a:pt x="3385"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 name="Google Shape;946;p60"/>
            <p:cNvSpPr/>
            <p:nvPr/>
          </p:nvSpPr>
          <p:spPr>
            <a:xfrm>
              <a:off x="-1732130" y="2353439"/>
              <a:ext cx="241165" cy="1139494"/>
            </a:xfrm>
            <a:custGeom>
              <a:rect b="b" l="l" r="r" t="t"/>
              <a:pathLst>
                <a:path extrusionOk="0" h="20615" w="4363">
                  <a:moveTo>
                    <a:pt x="2181" y="0"/>
                  </a:moveTo>
                  <a:cubicBezTo>
                    <a:pt x="978" y="0"/>
                    <a:pt x="1" y="976"/>
                    <a:pt x="1" y="2181"/>
                  </a:cubicBezTo>
                  <a:lnTo>
                    <a:pt x="1" y="18434"/>
                  </a:lnTo>
                  <a:cubicBezTo>
                    <a:pt x="1" y="19638"/>
                    <a:pt x="978" y="20614"/>
                    <a:pt x="2181" y="20614"/>
                  </a:cubicBezTo>
                  <a:cubicBezTo>
                    <a:pt x="3386" y="20614"/>
                    <a:pt x="4362" y="19638"/>
                    <a:pt x="4362" y="18434"/>
                  </a:cubicBezTo>
                  <a:lnTo>
                    <a:pt x="4362" y="2181"/>
                  </a:lnTo>
                  <a:cubicBezTo>
                    <a:pt x="4362" y="976"/>
                    <a:pt x="3386"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60"/>
            <p:cNvSpPr/>
            <p:nvPr/>
          </p:nvSpPr>
          <p:spPr>
            <a:xfrm>
              <a:off x="-2015525" y="1996972"/>
              <a:ext cx="1253526" cy="870360"/>
            </a:xfrm>
            <a:custGeom>
              <a:rect b="b" l="l" r="r" t="t"/>
              <a:pathLst>
                <a:path extrusionOk="0" h="15746" w="22678">
                  <a:moveTo>
                    <a:pt x="4332" y="1"/>
                  </a:moveTo>
                  <a:cubicBezTo>
                    <a:pt x="1940" y="1"/>
                    <a:pt x="1" y="1940"/>
                    <a:pt x="1" y="4332"/>
                  </a:cubicBezTo>
                  <a:lnTo>
                    <a:pt x="1" y="15745"/>
                  </a:lnTo>
                  <a:lnTo>
                    <a:pt x="22678" y="15745"/>
                  </a:lnTo>
                  <a:lnTo>
                    <a:pt x="22678" y="4332"/>
                  </a:lnTo>
                  <a:cubicBezTo>
                    <a:pt x="22678" y="1940"/>
                    <a:pt x="20739" y="1"/>
                    <a:pt x="18347" y="1"/>
                  </a:cubicBezTo>
                  <a:close/>
                </a:path>
              </a:pathLst>
            </a:custGeom>
            <a:solidFill>
              <a:schemeClr val="lt1"/>
            </a:solidFill>
            <a:ln cap="flat" cmpd="sng" w="13875">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 name="Google Shape;948;p60"/>
            <p:cNvSpPr/>
            <p:nvPr/>
          </p:nvSpPr>
          <p:spPr>
            <a:xfrm>
              <a:off x="-1515066" y="2225036"/>
              <a:ext cx="252607" cy="368518"/>
            </a:xfrm>
            <a:custGeom>
              <a:rect b="b" l="l" r="r" t="t"/>
              <a:pathLst>
                <a:path extrusionOk="0" h="6667" w="4570">
                  <a:moveTo>
                    <a:pt x="3250" y="0"/>
                  </a:moveTo>
                  <a:lnTo>
                    <a:pt x="1" y="3925"/>
                  </a:lnTo>
                  <a:lnTo>
                    <a:pt x="2099" y="3925"/>
                  </a:lnTo>
                  <a:lnTo>
                    <a:pt x="949" y="6666"/>
                  </a:lnTo>
                  <a:lnTo>
                    <a:pt x="3250" y="6666"/>
                  </a:lnTo>
                  <a:lnTo>
                    <a:pt x="4570" y="2869"/>
                  </a:lnTo>
                  <a:lnTo>
                    <a:pt x="2777" y="2869"/>
                  </a:lnTo>
                  <a:lnTo>
                    <a:pt x="32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9" name="Google Shape;949;p60"/>
          <p:cNvGrpSpPr/>
          <p:nvPr/>
        </p:nvGrpSpPr>
        <p:grpSpPr>
          <a:xfrm flipH="1">
            <a:off x="10323902" y="4469862"/>
            <a:ext cx="2867298" cy="587084"/>
            <a:chOff x="207675" y="127349"/>
            <a:chExt cx="2867298" cy="587084"/>
          </a:xfrm>
        </p:grpSpPr>
        <p:grpSp>
          <p:nvGrpSpPr>
            <p:cNvPr id="950" name="Google Shape;950;p60"/>
            <p:cNvGrpSpPr/>
            <p:nvPr/>
          </p:nvGrpSpPr>
          <p:grpSpPr>
            <a:xfrm>
              <a:off x="207675" y="127349"/>
              <a:ext cx="1712411" cy="587084"/>
              <a:chOff x="1722125" y="3637225"/>
              <a:chExt cx="1075500" cy="368725"/>
            </a:xfrm>
          </p:grpSpPr>
          <p:sp>
            <p:nvSpPr>
              <p:cNvPr id="951" name="Google Shape;951;p60"/>
              <p:cNvSpPr/>
              <p:nvPr/>
            </p:nvSpPr>
            <p:spPr>
              <a:xfrm>
                <a:off x="1784150" y="3703450"/>
                <a:ext cx="53875" cy="302500"/>
              </a:xfrm>
              <a:custGeom>
                <a:rect b="b" l="l" r="r" t="t"/>
                <a:pathLst>
                  <a:path extrusionOk="0" h="12100" w="2155">
                    <a:moveTo>
                      <a:pt x="1" y="1"/>
                    </a:moveTo>
                    <a:lnTo>
                      <a:pt x="1" y="12099"/>
                    </a:lnTo>
                    <a:lnTo>
                      <a:pt x="2154" y="12099"/>
                    </a:lnTo>
                    <a:lnTo>
                      <a:pt x="215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60"/>
              <p:cNvSpPr/>
              <p:nvPr/>
            </p:nvSpPr>
            <p:spPr>
              <a:xfrm>
                <a:off x="1722125" y="3637225"/>
                <a:ext cx="177925" cy="106100"/>
              </a:xfrm>
              <a:custGeom>
                <a:rect b="b" l="l" r="r" t="t"/>
                <a:pathLst>
                  <a:path extrusionOk="0" h="4244" w="7117">
                    <a:moveTo>
                      <a:pt x="3558" y="1"/>
                    </a:moveTo>
                    <a:lnTo>
                      <a:pt x="0" y="4243"/>
                    </a:lnTo>
                    <a:lnTo>
                      <a:pt x="7117"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 name="Google Shape;953;p60"/>
              <p:cNvSpPr/>
              <p:nvPr/>
            </p:nvSpPr>
            <p:spPr>
              <a:xfrm>
                <a:off x="1964725" y="3637225"/>
                <a:ext cx="53875" cy="302500"/>
              </a:xfrm>
              <a:custGeom>
                <a:rect b="b" l="l" r="r" t="t"/>
                <a:pathLst>
                  <a:path extrusionOk="0" h="12100" w="2155">
                    <a:moveTo>
                      <a:pt x="1" y="1"/>
                    </a:moveTo>
                    <a:lnTo>
                      <a:pt x="1"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 name="Google Shape;954;p60"/>
              <p:cNvSpPr/>
              <p:nvPr/>
            </p:nvSpPr>
            <p:spPr>
              <a:xfrm>
                <a:off x="1902725" y="3899875"/>
                <a:ext cx="177925" cy="106075"/>
              </a:xfrm>
              <a:custGeom>
                <a:rect b="b" l="l" r="r" t="t"/>
                <a:pathLst>
                  <a:path extrusionOk="0" h="4243" w="7117">
                    <a:moveTo>
                      <a:pt x="1" y="0"/>
                    </a:moveTo>
                    <a:lnTo>
                      <a:pt x="3558" y="4242"/>
                    </a:lnTo>
                    <a:lnTo>
                      <a:pt x="71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 name="Google Shape;955;p60"/>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60"/>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60"/>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 name="Google Shape;958;p60"/>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 name="Google Shape;959;p60"/>
              <p:cNvSpPr/>
              <p:nvPr/>
            </p:nvSpPr>
            <p:spPr>
              <a:xfrm>
                <a:off x="25011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60"/>
              <p:cNvSpPr/>
              <p:nvPr/>
            </p:nvSpPr>
            <p:spPr>
              <a:xfrm>
                <a:off x="2439125" y="3637225"/>
                <a:ext cx="177925" cy="106100"/>
              </a:xfrm>
              <a:custGeom>
                <a:rect b="b" l="l" r="r" t="t"/>
                <a:pathLst>
                  <a:path extrusionOk="0" h="4244" w="7117">
                    <a:moveTo>
                      <a:pt x="3558" y="1"/>
                    </a:moveTo>
                    <a:lnTo>
                      <a:pt x="1" y="4243"/>
                    </a:lnTo>
                    <a:lnTo>
                      <a:pt x="7116"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 name="Google Shape;961;p60"/>
              <p:cNvSpPr/>
              <p:nvPr/>
            </p:nvSpPr>
            <p:spPr>
              <a:xfrm>
                <a:off x="2681725" y="3637225"/>
                <a:ext cx="53875" cy="302500"/>
              </a:xfrm>
              <a:custGeom>
                <a:rect b="b" l="l" r="r" t="t"/>
                <a:pathLst>
                  <a:path extrusionOk="0" h="12100" w="2155">
                    <a:moveTo>
                      <a:pt x="0" y="1"/>
                    </a:moveTo>
                    <a:lnTo>
                      <a:pt x="0" y="12099"/>
                    </a:lnTo>
                    <a:lnTo>
                      <a:pt x="2154" y="12099"/>
                    </a:lnTo>
                    <a:lnTo>
                      <a:pt x="2154"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60"/>
              <p:cNvSpPr/>
              <p:nvPr/>
            </p:nvSpPr>
            <p:spPr>
              <a:xfrm>
                <a:off x="2619700" y="3899875"/>
                <a:ext cx="177925" cy="106075"/>
              </a:xfrm>
              <a:custGeom>
                <a:rect b="b" l="l" r="r" t="t"/>
                <a:pathLst>
                  <a:path extrusionOk="0" h="4243" w="7117">
                    <a:moveTo>
                      <a:pt x="1" y="0"/>
                    </a:moveTo>
                    <a:lnTo>
                      <a:pt x="3558" y="4242"/>
                    </a:lnTo>
                    <a:lnTo>
                      <a:pt x="7117"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3" name="Google Shape;963;p60"/>
            <p:cNvGrpSpPr/>
            <p:nvPr/>
          </p:nvGrpSpPr>
          <p:grpSpPr>
            <a:xfrm>
              <a:off x="1933325" y="127349"/>
              <a:ext cx="1141647" cy="587084"/>
              <a:chOff x="1722125" y="3637225"/>
              <a:chExt cx="717025" cy="368725"/>
            </a:xfrm>
          </p:grpSpPr>
          <p:sp>
            <p:nvSpPr>
              <p:cNvPr id="964" name="Google Shape;964;p60"/>
              <p:cNvSpPr/>
              <p:nvPr/>
            </p:nvSpPr>
            <p:spPr>
              <a:xfrm>
                <a:off x="1784150" y="3703450"/>
                <a:ext cx="53875" cy="302500"/>
              </a:xfrm>
              <a:custGeom>
                <a:rect b="b" l="l" r="r" t="t"/>
                <a:pathLst>
                  <a:path extrusionOk="0" h="12100" w="2155">
                    <a:moveTo>
                      <a:pt x="1" y="1"/>
                    </a:moveTo>
                    <a:lnTo>
                      <a:pt x="1" y="12099"/>
                    </a:lnTo>
                    <a:lnTo>
                      <a:pt x="2154" y="12099"/>
                    </a:lnTo>
                    <a:lnTo>
                      <a:pt x="215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60"/>
              <p:cNvSpPr/>
              <p:nvPr/>
            </p:nvSpPr>
            <p:spPr>
              <a:xfrm>
                <a:off x="1722125" y="3637225"/>
                <a:ext cx="177925" cy="106100"/>
              </a:xfrm>
              <a:custGeom>
                <a:rect b="b" l="l" r="r" t="t"/>
                <a:pathLst>
                  <a:path extrusionOk="0" h="4244" w="7117">
                    <a:moveTo>
                      <a:pt x="3558" y="1"/>
                    </a:moveTo>
                    <a:lnTo>
                      <a:pt x="0" y="4243"/>
                    </a:lnTo>
                    <a:lnTo>
                      <a:pt x="7117"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60"/>
              <p:cNvSpPr/>
              <p:nvPr/>
            </p:nvSpPr>
            <p:spPr>
              <a:xfrm>
                <a:off x="1964725" y="3637225"/>
                <a:ext cx="53875" cy="302500"/>
              </a:xfrm>
              <a:custGeom>
                <a:rect b="b" l="l" r="r" t="t"/>
                <a:pathLst>
                  <a:path extrusionOk="0" h="12100" w="2155">
                    <a:moveTo>
                      <a:pt x="1" y="1"/>
                    </a:moveTo>
                    <a:lnTo>
                      <a:pt x="1"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60"/>
              <p:cNvSpPr/>
              <p:nvPr/>
            </p:nvSpPr>
            <p:spPr>
              <a:xfrm>
                <a:off x="1902725" y="3899875"/>
                <a:ext cx="177925" cy="106075"/>
              </a:xfrm>
              <a:custGeom>
                <a:rect b="b" l="l" r="r" t="t"/>
                <a:pathLst>
                  <a:path extrusionOk="0" h="4243" w="7117">
                    <a:moveTo>
                      <a:pt x="1" y="0"/>
                    </a:moveTo>
                    <a:lnTo>
                      <a:pt x="3558" y="4242"/>
                    </a:lnTo>
                    <a:lnTo>
                      <a:pt x="71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60"/>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 name="Google Shape;969;p60"/>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 name="Google Shape;970;p60"/>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 name="Google Shape;971;p60"/>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2" name="Google Shape;972;p60"/>
          <p:cNvGrpSpPr/>
          <p:nvPr/>
        </p:nvGrpSpPr>
        <p:grpSpPr>
          <a:xfrm rot="10800000">
            <a:off x="8390133" y="12"/>
            <a:ext cx="753870" cy="1509636"/>
            <a:chOff x="5088650" y="245050"/>
            <a:chExt cx="1046025" cy="2094681"/>
          </a:xfrm>
        </p:grpSpPr>
        <p:sp>
          <p:nvSpPr>
            <p:cNvPr id="973" name="Google Shape;973;p60"/>
            <p:cNvSpPr/>
            <p:nvPr/>
          </p:nvSpPr>
          <p:spPr>
            <a:xfrm>
              <a:off x="5547342" y="1580832"/>
              <a:ext cx="128662" cy="758899"/>
            </a:xfrm>
            <a:custGeom>
              <a:rect b="b" l="l" r="r" t="t"/>
              <a:pathLst>
                <a:path extrusionOk="0" h="18637" w="5147">
                  <a:moveTo>
                    <a:pt x="0" y="0"/>
                  </a:moveTo>
                  <a:lnTo>
                    <a:pt x="0" y="18636"/>
                  </a:lnTo>
                  <a:lnTo>
                    <a:pt x="5147" y="18636"/>
                  </a:lnTo>
                  <a:lnTo>
                    <a:pt x="5147"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60"/>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60"/>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 name="Google Shape;976;p60"/>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60"/>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60"/>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9" name="Google Shape;979;p60"/>
          <p:cNvSpPr txBox="1"/>
          <p:nvPr>
            <p:ph idx="1" type="subTitle"/>
          </p:nvPr>
        </p:nvSpPr>
        <p:spPr>
          <a:xfrm>
            <a:off x="1272052" y="2610049"/>
            <a:ext cx="1624800" cy="376800"/>
          </a:xfrm>
          <a:prstGeom prst="rect">
            <a:avLst/>
          </a:prstGeom>
          <a:noFill/>
          <a:ln>
            <a:noFill/>
          </a:ln>
        </p:spPr>
        <p:txBody>
          <a:bodyPr anchorCtr="0" anchor="b" bIns="67300" lIns="67300" spcFirstLastPara="1" rIns="67300" wrap="square" tIns="67300">
            <a:noAutofit/>
          </a:bodyPr>
          <a:lstStyle/>
          <a:p>
            <a:pPr indent="0" lvl="0" marL="0" rtl="0" algn="ctr">
              <a:lnSpc>
                <a:spcPct val="100000"/>
              </a:lnSpc>
              <a:spcBef>
                <a:spcPts val="0"/>
              </a:spcBef>
              <a:spcAft>
                <a:spcPts val="0"/>
              </a:spcAft>
              <a:buSzPts val="1767"/>
              <a:buNone/>
            </a:pPr>
            <a:r>
              <a:rPr b="1" lang="en-GB" sz="1200"/>
              <a:t>Business Challenge</a:t>
            </a:r>
            <a:endParaRPr b="1" sz="1200"/>
          </a:p>
        </p:txBody>
      </p:sp>
      <p:sp>
        <p:nvSpPr>
          <p:cNvPr id="980" name="Google Shape;980;p60"/>
          <p:cNvSpPr txBox="1"/>
          <p:nvPr>
            <p:ph idx="4294967295" type="subTitle"/>
          </p:nvPr>
        </p:nvSpPr>
        <p:spPr>
          <a:xfrm>
            <a:off x="6421246" y="2610049"/>
            <a:ext cx="1624800" cy="376800"/>
          </a:xfrm>
          <a:prstGeom prst="rect">
            <a:avLst/>
          </a:prstGeom>
          <a:noFill/>
          <a:ln>
            <a:noFill/>
          </a:ln>
        </p:spPr>
        <p:txBody>
          <a:bodyPr anchorCtr="0" anchor="b" bIns="67300" lIns="67300" spcFirstLastPara="1" rIns="67300" wrap="square" tIns="67300">
            <a:noAutofit/>
          </a:bodyPr>
          <a:lstStyle/>
          <a:p>
            <a:pPr indent="0" lvl="0" marL="0" rtl="0" algn="ctr">
              <a:lnSpc>
                <a:spcPct val="100000"/>
              </a:lnSpc>
              <a:spcBef>
                <a:spcPts val="0"/>
              </a:spcBef>
              <a:spcAft>
                <a:spcPts val="0"/>
              </a:spcAft>
              <a:buSzPts val="1767"/>
              <a:buNone/>
            </a:pPr>
            <a:r>
              <a:rPr b="1" lang="en-GB"/>
              <a:t>Our Goal</a:t>
            </a:r>
            <a:endParaRPr b="1"/>
          </a:p>
        </p:txBody>
      </p:sp>
      <p:sp>
        <p:nvSpPr>
          <p:cNvPr id="981" name="Google Shape;981;p60"/>
          <p:cNvSpPr txBox="1"/>
          <p:nvPr>
            <p:ph idx="4294967295" type="subTitle"/>
          </p:nvPr>
        </p:nvSpPr>
        <p:spPr>
          <a:xfrm>
            <a:off x="1008352" y="2986850"/>
            <a:ext cx="2152200" cy="553500"/>
          </a:xfrm>
          <a:prstGeom prst="rect">
            <a:avLst/>
          </a:prstGeom>
          <a:noFill/>
          <a:ln>
            <a:noFill/>
          </a:ln>
        </p:spPr>
        <p:txBody>
          <a:bodyPr anchorCtr="0" anchor="t" bIns="67300" lIns="67300" spcFirstLastPara="1" rIns="67300" wrap="square" tIns="67300">
            <a:noAutofit/>
          </a:bodyPr>
          <a:lstStyle/>
          <a:p>
            <a:pPr indent="0" lvl="0" marL="0" rtl="0" algn="ctr">
              <a:lnSpc>
                <a:spcPct val="115000"/>
              </a:lnSpc>
              <a:spcBef>
                <a:spcPts val="0"/>
              </a:spcBef>
              <a:spcAft>
                <a:spcPts val="0"/>
              </a:spcAft>
              <a:buNone/>
            </a:pPr>
            <a:r>
              <a:rPr lang="en-GB"/>
              <a:t>Electricity fraud causes significant revenue loss</a:t>
            </a:r>
            <a:endParaRPr/>
          </a:p>
          <a:p>
            <a:pPr indent="0" lvl="0" marL="0" rtl="0" algn="ctr">
              <a:lnSpc>
                <a:spcPct val="115000"/>
              </a:lnSpc>
              <a:spcBef>
                <a:spcPts val="0"/>
              </a:spcBef>
              <a:spcAft>
                <a:spcPts val="0"/>
              </a:spcAft>
              <a:buNone/>
            </a:pPr>
            <a:r>
              <a:t/>
            </a:r>
            <a:endParaRPr/>
          </a:p>
          <a:p>
            <a:pPr indent="0" lvl="0" marL="0" rtl="0" algn="ctr">
              <a:lnSpc>
                <a:spcPct val="115000"/>
              </a:lnSpc>
              <a:spcBef>
                <a:spcPts val="0"/>
              </a:spcBef>
              <a:spcAft>
                <a:spcPts val="0"/>
              </a:spcAft>
              <a:buNone/>
            </a:pPr>
            <a:r>
              <a:rPr lang="en-GB"/>
              <a:t>Manual detection is time-consuming and inefficient</a:t>
            </a:r>
            <a:endParaRPr/>
          </a:p>
          <a:p>
            <a:pPr indent="0" lvl="0" marL="0" rtl="0" algn="ctr">
              <a:lnSpc>
                <a:spcPct val="115000"/>
              </a:lnSpc>
              <a:spcBef>
                <a:spcPts val="0"/>
              </a:spcBef>
              <a:spcAft>
                <a:spcPts val="0"/>
              </a:spcAft>
              <a:buNone/>
            </a:pPr>
            <a:r>
              <a:t/>
            </a:r>
            <a:endParaRPr/>
          </a:p>
          <a:p>
            <a:pPr indent="0" lvl="0" marL="0" rtl="0" algn="ctr">
              <a:lnSpc>
                <a:spcPct val="115000"/>
              </a:lnSpc>
              <a:spcBef>
                <a:spcPts val="0"/>
              </a:spcBef>
              <a:spcAft>
                <a:spcPts val="0"/>
              </a:spcAft>
              <a:buNone/>
            </a:pPr>
            <a:r>
              <a:rPr lang="en-GB"/>
              <a:t>Need automated, scalable detection system</a:t>
            </a:r>
            <a:endParaRPr/>
          </a:p>
          <a:p>
            <a:pPr indent="0" lvl="0" marL="0" rtl="0" algn="ctr">
              <a:lnSpc>
                <a:spcPct val="100000"/>
              </a:lnSpc>
              <a:spcBef>
                <a:spcPts val="0"/>
              </a:spcBef>
              <a:spcAft>
                <a:spcPts val="0"/>
              </a:spcAft>
              <a:buSzPts val="884"/>
              <a:buNone/>
            </a:pPr>
            <a:r>
              <a:t/>
            </a:r>
            <a:endParaRPr/>
          </a:p>
        </p:txBody>
      </p:sp>
      <p:sp>
        <p:nvSpPr>
          <p:cNvPr id="982" name="Google Shape;982;p60"/>
          <p:cNvSpPr txBox="1"/>
          <p:nvPr>
            <p:ph idx="4294967295" type="subTitle"/>
          </p:nvPr>
        </p:nvSpPr>
        <p:spPr>
          <a:xfrm>
            <a:off x="6157549" y="2986850"/>
            <a:ext cx="2152200" cy="553500"/>
          </a:xfrm>
          <a:prstGeom prst="rect">
            <a:avLst/>
          </a:prstGeom>
          <a:noFill/>
          <a:ln>
            <a:noFill/>
          </a:ln>
        </p:spPr>
        <p:txBody>
          <a:bodyPr anchorCtr="0" anchor="t" bIns="67300" lIns="67300" spcFirstLastPara="1" rIns="67300" wrap="square" tIns="67300">
            <a:noAutofit/>
          </a:bodyPr>
          <a:lstStyle/>
          <a:p>
            <a:pPr indent="0" lvl="0" marL="0" rtl="0" algn="ctr">
              <a:lnSpc>
                <a:spcPct val="115000"/>
              </a:lnSpc>
              <a:spcBef>
                <a:spcPts val="0"/>
              </a:spcBef>
              <a:spcAft>
                <a:spcPts val="0"/>
              </a:spcAft>
              <a:buNone/>
            </a:pPr>
            <a:r>
              <a:rPr lang="en-GB"/>
              <a:t>Build ML model to identify fraudulent consumption patterns</a:t>
            </a:r>
            <a:endParaRPr/>
          </a:p>
          <a:p>
            <a:pPr indent="0" lvl="0" marL="0" rtl="0" algn="ctr">
              <a:lnSpc>
                <a:spcPct val="115000"/>
              </a:lnSpc>
              <a:spcBef>
                <a:spcPts val="0"/>
              </a:spcBef>
              <a:spcAft>
                <a:spcPts val="0"/>
              </a:spcAft>
              <a:buNone/>
            </a:pPr>
            <a:r>
              <a:t/>
            </a:r>
            <a:endParaRPr/>
          </a:p>
          <a:p>
            <a:pPr indent="0" lvl="0" marL="0" rtl="0" algn="ctr">
              <a:lnSpc>
                <a:spcPct val="115000"/>
              </a:lnSpc>
              <a:spcBef>
                <a:spcPts val="0"/>
              </a:spcBef>
              <a:spcAft>
                <a:spcPts val="0"/>
              </a:spcAft>
              <a:buNone/>
            </a:pPr>
            <a:r>
              <a:rPr lang="en-GB"/>
              <a:t>Prioritize high-risk customers for investigation</a:t>
            </a:r>
            <a:endParaRPr/>
          </a:p>
          <a:p>
            <a:pPr indent="0" lvl="0" marL="0" rtl="0" algn="ctr">
              <a:lnSpc>
                <a:spcPct val="115000"/>
              </a:lnSpc>
              <a:spcBef>
                <a:spcPts val="0"/>
              </a:spcBef>
              <a:spcAft>
                <a:spcPts val="0"/>
              </a:spcAft>
              <a:buNone/>
            </a:pPr>
            <a:r>
              <a:t/>
            </a:r>
            <a:endParaRPr/>
          </a:p>
          <a:p>
            <a:pPr indent="0" lvl="0" marL="0" rtl="0" algn="ctr">
              <a:lnSpc>
                <a:spcPct val="115000"/>
              </a:lnSpc>
              <a:spcBef>
                <a:spcPts val="0"/>
              </a:spcBef>
              <a:spcAft>
                <a:spcPts val="0"/>
              </a:spcAft>
              <a:buNone/>
            </a:pPr>
            <a:r>
              <a:rPr lang="en-GB"/>
              <a:t>Optimize resource allocation</a:t>
            </a:r>
            <a:endParaRPr/>
          </a:p>
          <a:p>
            <a:pPr indent="0" lvl="0" marL="0" rtl="0" algn="ctr">
              <a:lnSpc>
                <a:spcPct val="100000"/>
              </a:lnSpc>
              <a:spcBef>
                <a:spcPts val="0"/>
              </a:spcBef>
              <a:spcAft>
                <a:spcPts val="0"/>
              </a:spcAft>
              <a:buSzPts val="884"/>
              <a:buNone/>
            </a:pPr>
            <a:r>
              <a:t/>
            </a:r>
            <a:endParaRPr/>
          </a:p>
        </p:txBody>
      </p:sp>
      <p:sp>
        <p:nvSpPr>
          <p:cNvPr id="983" name="Google Shape;983;p60"/>
          <p:cNvSpPr txBox="1"/>
          <p:nvPr>
            <p:ph idx="4294967295" type="subTitle"/>
          </p:nvPr>
        </p:nvSpPr>
        <p:spPr>
          <a:xfrm>
            <a:off x="3846638" y="2627349"/>
            <a:ext cx="1624800" cy="376800"/>
          </a:xfrm>
          <a:prstGeom prst="rect">
            <a:avLst/>
          </a:prstGeom>
          <a:noFill/>
          <a:ln>
            <a:noFill/>
          </a:ln>
        </p:spPr>
        <p:txBody>
          <a:bodyPr anchorCtr="0" anchor="b" bIns="67300" lIns="67300" spcFirstLastPara="1" rIns="67300" wrap="square" tIns="67300">
            <a:noAutofit/>
          </a:bodyPr>
          <a:lstStyle/>
          <a:p>
            <a:pPr indent="0" lvl="0" marL="0" rtl="0" algn="ctr">
              <a:lnSpc>
                <a:spcPct val="100000"/>
              </a:lnSpc>
              <a:spcBef>
                <a:spcPts val="0"/>
              </a:spcBef>
              <a:spcAft>
                <a:spcPts val="0"/>
              </a:spcAft>
              <a:buSzPts val="1767"/>
              <a:buNone/>
            </a:pPr>
            <a:r>
              <a:rPr b="1" lang="en-GB"/>
              <a:t>Impact of Fraud</a:t>
            </a:r>
            <a:endParaRPr b="1"/>
          </a:p>
        </p:txBody>
      </p:sp>
      <p:sp>
        <p:nvSpPr>
          <p:cNvPr id="984" name="Google Shape;984;p60"/>
          <p:cNvSpPr txBox="1"/>
          <p:nvPr>
            <p:ph idx="4294967295" type="subTitle"/>
          </p:nvPr>
        </p:nvSpPr>
        <p:spPr>
          <a:xfrm>
            <a:off x="3582954" y="2986850"/>
            <a:ext cx="2152200" cy="553500"/>
          </a:xfrm>
          <a:prstGeom prst="rect">
            <a:avLst/>
          </a:prstGeom>
          <a:noFill/>
          <a:ln>
            <a:noFill/>
          </a:ln>
        </p:spPr>
        <p:txBody>
          <a:bodyPr anchorCtr="0" anchor="t" bIns="67300" lIns="67300" spcFirstLastPara="1" rIns="67300" wrap="square" tIns="67300">
            <a:noAutofit/>
          </a:bodyPr>
          <a:lstStyle/>
          <a:p>
            <a:pPr indent="0" lvl="0" marL="0" rtl="0" algn="ctr">
              <a:lnSpc>
                <a:spcPct val="115000"/>
              </a:lnSpc>
              <a:spcBef>
                <a:spcPts val="0"/>
              </a:spcBef>
              <a:spcAft>
                <a:spcPts val="0"/>
              </a:spcAft>
              <a:buNone/>
            </a:pPr>
            <a:r>
              <a:rPr lang="en-GB"/>
              <a:t>Financial losses for utility company</a:t>
            </a:r>
            <a:endParaRPr/>
          </a:p>
          <a:p>
            <a:pPr indent="0" lvl="0" marL="0" rtl="0" algn="ctr">
              <a:lnSpc>
                <a:spcPct val="115000"/>
              </a:lnSpc>
              <a:spcBef>
                <a:spcPts val="0"/>
              </a:spcBef>
              <a:spcAft>
                <a:spcPts val="0"/>
              </a:spcAft>
              <a:buNone/>
            </a:pPr>
            <a:r>
              <a:t/>
            </a:r>
            <a:endParaRPr/>
          </a:p>
          <a:p>
            <a:pPr indent="0" lvl="0" marL="0" rtl="0" algn="ctr">
              <a:lnSpc>
                <a:spcPct val="115000"/>
              </a:lnSpc>
              <a:spcBef>
                <a:spcPts val="0"/>
              </a:spcBef>
              <a:spcAft>
                <a:spcPts val="0"/>
              </a:spcAft>
              <a:buNone/>
            </a:pPr>
            <a:r>
              <a:rPr lang="en-GB"/>
              <a:t>Increased costs for legitimate customers</a:t>
            </a:r>
            <a:endParaRPr/>
          </a:p>
          <a:p>
            <a:pPr indent="0" lvl="0" marL="0" rtl="0" algn="ctr">
              <a:lnSpc>
                <a:spcPct val="115000"/>
              </a:lnSpc>
              <a:spcBef>
                <a:spcPts val="0"/>
              </a:spcBef>
              <a:spcAft>
                <a:spcPts val="0"/>
              </a:spcAft>
              <a:buNone/>
            </a:pPr>
            <a:r>
              <a:t/>
            </a:r>
            <a:endParaRPr/>
          </a:p>
          <a:p>
            <a:pPr indent="0" lvl="0" marL="0" rtl="0" algn="ctr">
              <a:lnSpc>
                <a:spcPct val="115000"/>
              </a:lnSpc>
              <a:spcBef>
                <a:spcPts val="0"/>
              </a:spcBef>
              <a:spcAft>
                <a:spcPts val="0"/>
              </a:spcAft>
              <a:buNone/>
            </a:pPr>
            <a:r>
              <a:rPr lang="en-GB"/>
              <a:t>Grid instability and safety risks</a:t>
            </a:r>
            <a:endParaRPr/>
          </a:p>
        </p:txBody>
      </p:sp>
      <p:sp>
        <p:nvSpPr>
          <p:cNvPr id="985" name="Google Shape;985;p60"/>
          <p:cNvSpPr/>
          <p:nvPr/>
        </p:nvSpPr>
        <p:spPr>
          <a:xfrm>
            <a:off x="1751905" y="1798225"/>
            <a:ext cx="665100" cy="685500"/>
          </a:xfrm>
          <a:prstGeom prst="roundRect">
            <a:avLst>
              <a:gd fmla="val 31579" name="adj"/>
            </a:avLst>
          </a:prstGeom>
          <a:noFill/>
          <a:ln cap="flat" cmpd="sng" w="14050">
            <a:solidFill>
              <a:schemeClr val="dk1"/>
            </a:solidFill>
            <a:prstDash val="solid"/>
            <a:round/>
            <a:headEnd len="sm" w="sm" type="none"/>
            <a:tailEnd len="sm" w="sm" type="none"/>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000000"/>
              </a:solidFill>
              <a:latin typeface="Arial"/>
              <a:ea typeface="Arial"/>
              <a:cs typeface="Arial"/>
              <a:sym typeface="Arial"/>
            </a:endParaRPr>
          </a:p>
        </p:txBody>
      </p:sp>
      <p:sp>
        <p:nvSpPr>
          <p:cNvPr id="986" name="Google Shape;986;p60"/>
          <p:cNvSpPr/>
          <p:nvPr/>
        </p:nvSpPr>
        <p:spPr>
          <a:xfrm>
            <a:off x="4380856" y="1798225"/>
            <a:ext cx="665100" cy="685500"/>
          </a:xfrm>
          <a:prstGeom prst="roundRect">
            <a:avLst>
              <a:gd fmla="val 31579" name="adj"/>
            </a:avLst>
          </a:prstGeom>
          <a:noFill/>
          <a:ln cap="flat" cmpd="sng" w="14050">
            <a:solidFill>
              <a:schemeClr val="dk1"/>
            </a:solidFill>
            <a:prstDash val="solid"/>
            <a:round/>
            <a:headEnd len="sm" w="sm" type="none"/>
            <a:tailEnd len="sm" w="sm" type="none"/>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000000"/>
              </a:solidFill>
              <a:latin typeface="Arial"/>
              <a:ea typeface="Arial"/>
              <a:cs typeface="Arial"/>
              <a:sym typeface="Arial"/>
            </a:endParaRPr>
          </a:p>
        </p:txBody>
      </p:sp>
      <p:sp>
        <p:nvSpPr>
          <p:cNvPr id="987" name="Google Shape;987;p60"/>
          <p:cNvSpPr/>
          <p:nvPr/>
        </p:nvSpPr>
        <p:spPr>
          <a:xfrm>
            <a:off x="6862851" y="1868925"/>
            <a:ext cx="665100" cy="685500"/>
          </a:xfrm>
          <a:prstGeom prst="roundRect">
            <a:avLst>
              <a:gd fmla="val 31579" name="adj"/>
            </a:avLst>
          </a:prstGeom>
          <a:noFill/>
          <a:ln cap="flat" cmpd="sng" w="14050">
            <a:solidFill>
              <a:schemeClr val="dk1"/>
            </a:solidFill>
            <a:prstDash val="solid"/>
            <a:round/>
            <a:headEnd len="sm" w="sm" type="none"/>
            <a:tailEnd len="sm" w="sm" type="none"/>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000000"/>
              </a:solidFill>
              <a:latin typeface="Arial"/>
              <a:ea typeface="Arial"/>
              <a:cs typeface="Arial"/>
              <a:sym typeface="Arial"/>
            </a:endParaRPr>
          </a:p>
        </p:txBody>
      </p:sp>
      <p:grpSp>
        <p:nvGrpSpPr>
          <p:cNvPr id="988" name="Google Shape;988;p60"/>
          <p:cNvGrpSpPr/>
          <p:nvPr/>
        </p:nvGrpSpPr>
        <p:grpSpPr>
          <a:xfrm>
            <a:off x="4549286" y="1978403"/>
            <a:ext cx="328229" cy="325144"/>
            <a:chOff x="4447550" y="249750"/>
            <a:chExt cx="500425" cy="481125"/>
          </a:xfrm>
        </p:grpSpPr>
        <p:sp>
          <p:nvSpPr>
            <p:cNvPr id="989" name="Google Shape;989;p60"/>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1"/>
            </a:solidFill>
            <a:ln>
              <a:noFill/>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435D74"/>
                </a:solidFill>
                <a:latin typeface="Arial"/>
                <a:ea typeface="Arial"/>
                <a:cs typeface="Arial"/>
                <a:sym typeface="Arial"/>
              </a:endParaRPr>
            </a:p>
          </p:txBody>
        </p:sp>
        <p:sp>
          <p:nvSpPr>
            <p:cNvPr id="990" name="Google Shape;990;p60"/>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1"/>
            </a:solidFill>
            <a:ln>
              <a:noFill/>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435D74"/>
                </a:solidFill>
                <a:latin typeface="Arial"/>
                <a:ea typeface="Arial"/>
                <a:cs typeface="Arial"/>
                <a:sym typeface="Arial"/>
              </a:endParaRPr>
            </a:p>
          </p:txBody>
        </p:sp>
      </p:grpSp>
      <p:grpSp>
        <p:nvGrpSpPr>
          <p:cNvPr id="991" name="Google Shape;991;p60"/>
          <p:cNvGrpSpPr/>
          <p:nvPr/>
        </p:nvGrpSpPr>
        <p:grpSpPr>
          <a:xfrm>
            <a:off x="1956146" y="2023423"/>
            <a:ext cx="238585" cy="235095"/>
            <a:chOff x="5045500" y="842250"/>
            <a:chExt cx="503875" cy="481850"/>
          </a:xfrm>
        </p:grpSpPr>
        <p:sp>
          <p:nvSpPr>
            <p:cNvPr id="992" name="Google Shape;992;p60"/>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1"/>
            </a:solidFill>
            <a:ln>
              <a:noFill/>
            </a:ln>
          </p:spPr>
          <p:txBody>
            <a:bodyPr anchorCtr="0" anchor="ctr" bIns="48575" lIns="48575" spcFirstLastPara="1" rIns="48575" wrap="square" tIns="48575">
              <a:noAutofit/>
            </a:bodyPr>
            <a:lstStyle/>
            <a:p>
              <a:pPr indent="0" lvl="0" marL="0" marR="0" rtl="0" algn="l">
                <a:lnSpc>
                  <a:spcPct val="100000"/>
                </a:lnSpc>
                <a:spcBef>
                  <a:spcPts val="0"/>
                </a:spcBef>
                <a:spcAft>
                  <a:spcPts val="0"/>
                </a:spcAft>
                <a:buClr>
                  <a:srgbClr val="000000"/>
                </a:buClr>
                <a:buSzPts val="744"/>
                <a:buFont typeface="Arial"/>
                <a:buNone/>
              </a:pPr>
              <a:r>
                <a:t/>
              </a:r>
              <a:endParaRPr b="0" i="0" sz="744" u="none" cap="none" strike="noStrike">
                <a:solidFill>
                  <a:srgbClr val="435D74"/>
                </a:solidFill>
                <a:latin typeface="Arial"/>
                <a:ea typeface="Arial"/>
                <a:cs typeface="Arial"/>
                <a:sym typeface="Arial"/>
              </a:endParaRPr>
            </a:p>
          </p:txBody>
        </p:sp>
        <p:sp>
          <p:nvSpPr>
            <p:cNvPr id="993" name="Google Shape;993;p60"/>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1"/>
            </a:solidFill>
            <a:ln>
              <a:noFill/>
            </a:ln>
          </p:spPr>
          <p:txBody>
            <a:bodyPr anchorCtr="0" anchor="ctr" bIns="48575" lIns="48575" spcFirstLastPara="1" rIns="48575" wrap="square" tIns="48575">
              <a:noAutofit/>
            </a:bodyPr>
            <a:lstStyle/>
            <a:p>
              <a:pPr indent="0" lvl="0" marL="0" marR="0" rtl="0" algn="l">
                <a:lnSpc>
                  <a:spcPct val="100000"/>
                </a:lnSpc>
                <a:spcBef>
                  <a:spcPts val="0"/>
                </a:spcBef>
                <a:spcAft>
                  <a:spcPts val="0"/>
                </a:spcAft>
                <a:buClr>
                  <a:srgbClr val="000000"/>
                </a:buClr>
                <a:buSzPts val="744"/>
                <a:buFont typeface="Arial"/>
                <a:buNone/>
              </a:pPr>
              <a:r>
                <a:t/>
              </a:r>
              <a:endParaRPr b="0" i="0" sz="744" u="none" cap="none" strike="noStrike">
                <a:solidFill>
                  <a:srgbClr val="435D74"/>
                </a:solidFill>
                <a:latin typeface="Arial"/>
                <a:ea typeface="Arial"/>
                <a:cs typeface="Arial"/>
                <a:sym typeface="Arial"/>
              </a:endParaRPr>
            </a:p>
          </p:txBody>
        </p:sp>
      </p:grpSp>
      <p:grpSp>
        <p:nvGrpSpPr>
          <p:cNvPr id="994" name="Google Shape;994;p60"/>
          <p:cNvGrpSpPr/>
          <p:nvPr/>
        </p:nvGrpSpPr>
        <p:grpSpPr>
          <a:xfrm>
            <a:off x="7037416" y="2048856"/>
            <a:ext cx="315980" cy="325634"/>
            <a:chOff x="5049725" y="2027900"/>
            <a:chExt cx="481750" cy="481850"/>
          </a:xfrm>
        </p:grpSpPr>
        <p:sp>
          <p:nvSpPr>
            <p:cNvPr id="995" name="Google Shape;995;p60"/>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1"/>
            </a:solidFill>
            <a:ln>
              <a:noFill/>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435D74"/>
                </a:solidFill>
                <a:latin typeface="Arial"/>
                <a:ea typeface="Arial"/>
                <a:cs typeface="Arial"/>
                <a:sym typeface="Arial"/>
              </a:endParaRPr>
            </a:p>
          </p:txBody>
        </p:sp>
        <p:sp>
          <p:nvSpPr>
            <p:cNvPr id="996" name="Google Shape;996;p60"/>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1"/>
            </a:solidFill>
            <a:ln>
              <a:noFill/>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435D74"/>
                </a:solidFill>
                <a:latin typeface="Arial"/>
                <a:ea typeface="Arial"/>
                <a:cs typeface="Arial"/>
                <a:sym typeface="Arial"/>
              </a:endParaRPr>
            </a:p>
          </p:txBody>
        </p:sp>
        <p:sp>
          <p:nvSpPr>
            <p:cNvPr id="997" name="Google Shape;997;p60"/>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1"/>
            </a:solidFill>
            <a:ln>
              <a:noFill/>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435D74"/>
                </a:solidFill>
                <a:latin typeface="Arial"/>
                <a:ea typeface="Arial"/>
                <a:cs typeface="Arial"/>
                <a:sym typeface="Arial"/>
              </a:endParaRPr>
            </a:p>
          </p:txBody>
        </p:sp>
        <p:sp>
          <p:nvSpPr>
            <p:cNvPr id="998" name="Google Shape;998;p60"/>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1"/>
            </a:solidFill>
            <a:ln>
              <a:noFill/>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435D74"/>
                </a:solidFill>
                <a:latin typeface="Arial"/>
                <a:ea typeface="Arial"/>
                <a:cs typeface="Arial"/>
                <a:sym typeface="Arial"/>
              </a:endParaRPr>
            </a:p>
          </p:txBody>
        </p:sp>
        <p:sp>
          <p:nvSpPr>
            <p:cNvPr id="999" name="Google Shape;999;p60"/>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1"/>
            </a:solidFill>
            <a:ln>
              <a:noFill/>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435D74"/>
                </a:solidFill>
                <a:latin typeface="Arial"/>
                <a:ea typeface="Arial"/>
                <a:cs typeface="Arial"/>
                <a:sym typeface="Arial"/>
              </a:endParaRPr>
            </a:p>
          </p:txBody>
        </p:sp>
        <p:sp>
          <p:nvSpPr>
            <p:cNvPr id="1000" name="Google Shape;1000;p60"/>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1"/>
            </a:solidFill>
            <a:ln>
              <a:noFill/>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435D74"/>
                </a:solidFill>
                <a:latin typeface="Arial"/>
                <a:ea typeface="Arial"/>
                <a:cs typeface="Arial"/>
                <a:sym typeface="Arial"/>
              </a:endParaRPr>
            </a:p>
          </p:txBody>
        </p:sp>
        <p:sp>
          <p:nvSpPr>
            <p:cNvPr id="1001" name="Google Shape;1001;p60"/>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1"/>
            </a:solidFill>
            <a:ln>
              <a:noFill/>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435D74"/>
                </a:solidFill>
                <a:latin typeface="Arial"/>
                <a:ea typeface="Arial"/>
                <a:cs typeface="Arial"/>
                <a:sym typeface="Arial"/>
              </a:endParaRPr>
            </a:p>
          </p:txBody>
        </p:sp>
        <p:sp>
          <p:nvSpPr>
            <p:cNvPr id="1002" name="Google Shape;1002;p60"/>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1"/>
            </a:solidFill>
            <a:ln>
              <a:noFill/>
            </a:ln>
          </p:spPr>
          <p:txBody>
            <a:bodyPr anchorCtr="0" anchor="ctr" bIns="67300" lIns="67300" spcFirstLastPara="1" rIns="67300" wrap="square" tIns="67300">
              <a:noAutofit/>
            </a:bodyPr>
            <a:lstStyle/>
            <a:p>
              <a:pPr indent="0" lvl="0" marL="0" marR="0" rtl="0" algn="l">
                <a:lnSpc>
                  <a:spcPct val="100000"/>
                </a:lnSpc>
                <a:spcBef>
                  <a:spcPts val="0"/>
                </a:spcBef>
                <a:spcAft>
                  <a:spcPts val="0"/>
                </a:spcAft>
                <a:buClr>
                  <a:srgbClr val="000000"/>
                </a:buClr>
                <a:buSzPts val="1031"/>
                <a:buFont typeface="Arial"/>
                <a:buNone/>
              </a:pPr>
              <a:r>
                <a:t/>
              </a:r>
              <a:endParaRPr b="0" i="0" sz="1030" u="none" cap="none" strike="noStrike">
                <a:solidFill>
                  <a:srgbClr val="435D74"/>
                </a:solidFill>
                <a:latin typeface="Arial"/>
                <a:ea typeface="Arial"/>
                <a:cs typeface="Arial"/>
                <a:sym typeface="Arial"/>
              </a:endParaRPr>
            </a:p>
          </p:txBody>
        </p:sp>
      </p:grpSp>
      <p:sp>
        <p:nvSpPr>
          <p:cNvPr id="1003" name="Google Shape;1003;p60"/>
          <p:cNvSpPr txBox="1"/>
          <p:nvPr>
            <p:ph type="title"/>
          </p:nvPr>
        </p:nvSpPr>
        <p:spPr>
          <a:xfrm>
            <a:off x="1263300" y="596925"/>
            <a:ext cx="6617400" cy="1426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600"/>
              <a:buNone/>
            </a:pPr>
            <a:r>
              <a:rPr lang="en-GB" sz="3200">
                <a:latin typeface="Raleway ExtraBold"/>
                <a:ea typeface="Raleway ExtraBold"/>
                <a:cs typeface="Raleway ExtraBold"/>
                <a:sym typeface="Raleway ExtraBold"/>
              </a:rPr>
              <a:t>Electricity and Gas Fraud Detection</a:t>
            </a:r>
            <a:endParaRPr sz="3200"/>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 name="Shape 1007"/>
        <p:cNvGrpSpPr/>
        <p:nvPr/>
      </p:nvGrpSpPr>
      <p:grpSpPr>
        <a:xfrm>
          <a:off x="0" y="0"/>
          <a:ext cx="0" cy="0"/>
          <a:chOff x="0" y="0"/>
          <a:chExt cx="0" cy="0"/>
        </a:xfrm>
      </p:grpSpPr>
      <p:sp>
        <p:nvSpPr>
          <p:cNvPr id="1008" name="Google Shape;1008;p61"/>
          <p:cNvSpPr txBox="1"/>
          <p:nvPr>
            <p:ph type="title"/>
          </p:nvPr>
        </p:nvSpPr>
        <p:spPr>
          <a:xfrm>
            <a:off x="720000" y="53500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a:t>DATASET INTRODUCTION</a:t>
            </a:r>
            <a:endParaRPr/>
          </a:p>
        </p:txBody>
      </p:sp>
      <p:sp>
        <p:nvSpPr>
          <p:cNvPr id="1009" name="Google Shape;1009;p61"/>
          <p:cNvSpPr txBox="1"/>
          <p:nvPr>
            <p:ph idx="1" type="subTitle"/>
          </p:nvPr>
        </p:nvSpPr>
        <p:spPr>
          <a:xfrm>
            <a:off x="715100" y="1439675"/>
            <a:ext cx="2273700" cy="51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GB"/>
              <a:t>Dataset Structure</a:t>
            </a:r>
            <a:endParaRPr/>
          </a:p>
        </p:txBody>
      </p:sp>
      <p:sp>
        <p:nvSpPr>
          <p:cNvPr id="1010" name="Google Shape;1010;p61"/>
          <p:cNvSpPr txBox="1"/>
          <p:nvPr>
            <p:ph idx="2" type="subTitle"/>
          </p:nvPr>
        </p:nvSpPr>
        <p:spPr>
          <a:xfrm>
            <a:off x="6155195" y="1439675"/>
            <a:ext cx="2273700" cy="51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t/>
            </a:r>
            <a:endParaRPr/>
          </a:p>
          <a:p>
            <a:pPr indent="0" lvl="0" marL="0" rtl="0" algn="ctr">
              <a:lnSpc>
                <a:spcPct val="100000"/>
              </a:lnSpc>
              <a:spcBef>
                <a:spcPts val="0"/>
              </a:spcBef>
              <a:spcAft>
                <a:spcPts val="0"/>
              </a:spcAft>
              <a:buSzPts val="2400"/>
              <a:buNone/>
            </a:pPr>
            <a:r>
              <a:rPr lang="en-GB"/>
              <a:t>Data Files</a:t>
            </a:r>
            <a:endParaRPr/>
          </a:p>
          <a:p>
            <a:pPr indent="0" lvl="0" marL="0" rtl="0" algn="ctr">
              <a:lnSpc>
                <a:spcPct val="100000"/>
              </a:lnSpc>
              <a:spcBef>
                <a:spcPts val="0"/>
              </a:spcBef>
              <a:spcAft>
                <a:spcPts val="0"/>
              </a:spcAft>
              <a:buSzPts val="2400"/>
              <a:buNone/>
            </a:pPr>
            <a:r>
              <a:t/>
            </a:r>
            <a:endParaRPr/>
          </a:p>
        </p:txBody>
      </p:sp>
      <p:sp>
        <p:nvSpPr>
          <p:cNvPr id="1011" name="Google Shape;1011;p61"/>
          <p:cNvSpPr txBox="1"/>
          <p:nvPr>
            <p:ph idx="4" type="subTitle"/>
          </p:nvPr>
        </p:nvSpPr>
        <p:spPr>
          <a:xfrm>
            <a:off x="6155195" y="1927950"/>
            <a:ext cx="2273700" cy="751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GB" sz="1100">
                <a:solidFill>
                  <a:srgbClr val="188038"/>
                </a:solidFill>
                <a:latin typeface="Roboto Mono"/>
                <a:ea typeface="Roboto Mono"/>
                <a:cs typeface="Roboto Mono"/>
                <a:sym typeface="Roboto Mono"/>
              </a:rPr>
              <a:t>client.csv</a:t>
            </a:r>
            <a:r>
              <a:rPr lang="en-GB" sz="1100">
                <a:solidFill>
                  <a:srgbClr val="000000"/>
                </a:solidFill>
                <a:latin typeface="Arial"/>
                <a:ea typeface="Arial"/>
                <a:cs typeface="Arial"/>
                <a:sym typeface="Arial"/>
              </a:rPr>
              <a:t>: Customer demographics (5 features)</a:t>
            </a:r>
            <a:endParaRPr sz="1100">
              <a:solidFill>
                <a:srgbClr val="000000"/>
              </a:solidFill>
              <a:latin typeface="Arial"/>
              <a:ea typeface="Arial"/>
              <a:cs typeface="Arial"/>
              <a:sym typeface="Arial"/>
            </a:endParaRPr>
          </a:p>
          <a:p>
            <a:pPr indent="0" lvl="0" marL="0" rtl="0" algn="ctr">
              <a:lnSpc>
                <a:spcPct val="115000"/>
              </a:lnSpc>
              <a:spcBef>
                <a:spcPts val="0"/>
              </a:spcBef>
              <a:spcAft>
                <a:spcPts val="0"/>
              </a:spcAft>
              <a:buNone/>
            </a:pPr>
            <a:r>
              <a:t/>
            </a:r>
            <a:endParaRPr sz="1100">
              <a:solidFill>
                <a:srgbClr val="000000"/>
              </a:solidFill>
              <a:latin typeface="Arial"/>
              <a:ea typeface="Arial"/>
              <a:cs typeface="Arial"/>
              <a:sym typeface="Arial"/>
            </a:endParaRPr>
          </a:p>
          <a:p>
            <a:pPr indent="0" lvl="0" marL="0" rtl="0" algn="ctr">
              <a:lnSpc>
                <a:spcPct val="115000"/>
              </a:lnSpc>
              <a:spcBef>
                <a:spcPts val="0"/>
              </a:spcBef>
              <a:spcAft>
                <a:spcPts val="0"/>
              </a:spcAft>
              <a:buNone/>
            </a:pPr>
            <a:r>
              <a:rPr lang="en-GB" sz="1100">
                <a:solidFill>
                  <a:srgbClr val="188038"/>
                </a:solidFill>
                <a:latin typeface="Roboto Mono"/>
                <a:ea typeface="Roboto Mono"/>
                <a:cs typeface="Roboto Mono"/>
                <a:sym typeface="Roboto Mono"/>
              </a:rPr>
              <a:t>invoice.csv</a:t>
            </a:r>
            <a:r>
              <a:rPr lang="en-GB" sz="1100">
                <a:solidFill>
                  <a:srgbClr val="000000"/>
                </a:solidFill>
                <a:latin typeface="Arial"/>
                <a:ea typeface="Arial"/>
                <a:cs typeface="Arial"/>
                <a:sym typeface="Arial"/>
              </a:rPr>
              <a:t>: Transaction records (12 features)</a:t>
            </a:r>
            <a:endParaRPr sz="1100">
              <a:solidFill>
                <a:srgbClr val="000000"/>
              </a:solidFill>
              <a:latin typeface="Arial"/>
              <a:ea typeface="Arial"/>
              <a:cs typeface="Arial"/>
              <a:sym typeface="Arial"/>
            </a:endParaRPr>
          </a:p>
          <a:p>
            <a:pPr indent="0" lvl="0" marL="0" rtl="0" algn="ctr">
              <a:lnSpc>
                <a:spcPct val="100000"/>
              </a:lnSpc>
              <a:spcBef>
                <a:spcPts val="0"/>
              </a:spcBef>
              <a:spcAft>
                <a:spcPts val="0"/>
              </a:spcAft>
              <a:buSzPts val="1200"/>
              <a:buNone/>
            </a:pPr>
            <a:r>
              <a:t/>
            </a:r>
            <a:endParaRPr/>
          </a:p>
        </p:txBody>
      </p:sp>
      <p:sp>
        <p:nvSpPr>
          <p:cNvPr id="1012" name="Google Shape;1012;p61"/>
          <p:cNvSpPr txBox="1"/>
          <p:nvPr>
            <p:ph idx="5" type="subTitle"/>
          </p:nvPr>
        </p:nvSpPr>
        <p:spPr>
          <a:xfrm>
            <a:off x="3435149" y="1439675"/>
            <a:ext cx="2273700" cy="511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GB"/>
              <a:t>Target Variable</a:t>
            </a:r>
            <a:endParaRPr/>
          </a:p>
        </p:txBody>
      </p:sp>
      <p:sp>
        <p:nvSpPr>
          <p:cNvPr id="1013" name="Google Shape;1013;p61"/>
          <p:cNvSpPr txBox="1"/>
          <p:nvPr>
            <p:ph idx="6" type="subTitle"/>
          </p:nvPr>
        </p:nvSpPr>
        <p:spPr>
          <a:xfrm>
            <a:off x="3435151" y="1927950"/>
            <a:ext cx="2273700" cy="751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GB" sz="1100">
                <a:solidFill>
                  <a:srgbClr val="000000"/>
                </a:solidFill>
                <a:latin typeface="Arial"/>
                <a:ea typeface="Arial"/>
                <a:cs typeface="Arial"/>
                <a:sym typeface="Arial"/>
              </a:rPr>
              <a:t>Fraud Cases:</a:t>
            </a:r>
            <a:r>
              <a:rPr lang="en-GB" sz="1100">
                <a:solidFill>
                  <a:srgbClr val="000000"/>
                </a:solidFill>
                <a:latin typeface="Arial"/>
                <a:ea typeface="Arial"/>
                <a:cs typeface="Arial"/>
                <a:sym typeface="Arial"/>
              </a:rPr>
              <a:t> 515 (4.39%)</a:t>
            </a:r>
            <a:endParaRPr sz="1100">
              <a:solidFill>
                <a:srgbClr val="000000"/>
              </a:solidFill>
              <a:latin typeface="Arial"/>
              <a:ea typeface="Arial"/>
              <a:cs typeface="Arial"/>
              <a:sym typeface="Arial"/>
            </a:endParaRPr>
          </a:p>
          <a:p>
            <a:pPr indent="0" lvl="0" marL="0" rtl="0" algn="ctr">
              <a:lnSpc>
                <a:spcPct val="115000"/>
              </a:lnSpc>
              <a:spcBef>
                <a:spcPts val="0"/>
              </a:spcBef>
              <a:spcAft>
                <a:spcPts val="0"/>
              </a:spcAft>
              <a:buNone/>
            </a:pPr>
            <a:r>
              <a:t/>
            </a:r>
            <a:endParaRPr sz="1100">
              <a:solidFill>
                <a:srgbClr val="000000"/>
              </a:solidFill>
              <a:latin typeface="Arial"/>
              <a:ea typeface="Arial"/>
              <a:cs typeface="Arial"/>
              <a:sym typeface="Arial"/>
            </a:endParaRPr>
          </a:p>
          <a:p>
            <a:pPr indent="0" lvl="0" marL="0" rtl="0" algn="ctr">
              <a:lnSpc>
                <a:spcPct val="115000"/>
              </a:lnSpc>
              <a:spcBef>
                <a:spcPts val="0"/>
              </a:spcBef>
              <a:spcAft>
                <a:spcPts val="0"/>
              </a:spcAft>
              <a:buNone/>
            </a:pPr>
            <a:r>
              <a:rPr b="1" lang="en-GB" sz="1100">
                <a:solidFill>
                  <a:srgbClr val="000000"/>
                </a:solidFill>
                <a:latin typeface="Arial"/>
                <a:ea typeface="Arial"/>
                <a:cs typeface="Arial"/>
                <a:sym typeface="Arial"/>
              </a:rPr>
              <a:t>Legitimate Cases:</a:t>
            </a:r>
            <a:r>
              <a:rPr lang="en-GB" sz="1100">
                <a:solidFill>
                  <a:srgbClr val="000000"/>
                </a:solidFill>
                <a:latin typeface="Arial"/>
                <a:ea typeface="Arial"/>
                <a:cs typeface="Arial"/>
                <a:sym typeface="Arial"/>
              </a:rPr>
              <a:t> 11,226 (95.61%)</a:t>
            </a:r>
            <a:endParaRPr sz="1100">
              <a:solidFill>
                <a:srgbClr val="000000"/>
              </a:solidFill>
              <a:latin typeface="Arial"/>
              <a:ea typeface="Arial"/>
              <a:cs typeface="Arial"/>
              <a:sym typeface="Arial"/>
            </a:endParaRPr>
          </a:p>
          <a:p>
            <a:pPr indent="0" lvl="0" marL="0" rtl="0" algn="ctr">
              <a:lnSpc>
                <a:spcPct val="115000"/>
              </a:lnSpc>
              <a:spcBef>
                <a:spcPts val="0"/>
              </a:spcBef>
              <a:spcAft>
                <a:spcPts val="0"/>
              </a:spcAft>
              <a:buNone/>
            </a:pPr>
            <a:r>
              <a:t/>
            </a:r>
            <a:endParaRPr sz="1100">
              <a:solidFill>
                <a:srgbClr val="000000"/>
              </a:solidFill>
              <a:latin typeface="Arial"/>
              <a:ea typeface="Arial"/>
              <a:cs typeface="Arial"/>
              <a:sym typeface="Arial"/>
            </a:endParaRPr>
          </a:p>
          <a:p>
            <a:pPr indent="0" lvl="0" marL="0" rtl="0" algn="ctr">
              <a:lnSpc>
                <a:spcPct val="115000"/>
              </a:lnSpc>
              <a:spcBef>
                <a:spcPts val="0"/>
              </a:spcBef>
              <a:spcAft>
                <a:spcPts val="0"/>
              </a:spcAft>
              <a:buNone/>
            </a:pPr>
            <a:r>
              <a:rPr b="1" lang="en-GB" sz="1100">
                <a:solidFill>
                  <a:srgbClr val="000000"/>
                </a:solidFill>
                <a:latin typeface="Arial"/>
                <a:ea typeface="Arial"/>
                <a:cs typeface="Arial"/>
                <a:sym typeface="Arial"/>
              </a:rPr>
              <a:t>Class Imbalance Ratio:</a:t>
            </a:r>
            <a:r>
              <a:rPr lang="en-GB" sz="1100">
                <a:solidFill>
                  <a:srgbClr val="000000"/>
                </a:solidFill>
                <a:latin typeface="Arial"/>
                <a:ea typeface="Arial"/>
                <a:cs typeface="Arial"/>
                <a:sym typeface="Arial"/>
              </a:rPr>
              <a:t> 21.8:1 ⚠️</a:t>
            </a:r>
            <a:endParaRPr sz="1100">
              <a:solidFill>
                <a:srgbClr val="000000"/>
              </a:solidFill>
              <a:latin typeface="Arial"/>
              <a:ea typeface="Arial"/>
              <a:cs typeface="Arial"/>
              <a:sym typeface="Arial"/>
            </a:endParaRPr>
          </a:p>
          <a:p>
            <a:pPr indent="0" lvl="0" marL="0" rtl="0" algn="ctr">
              <a:lnSpc>
                <a:spcPct val="100000"/>
              </a:lnSpc>
              <a:spcBef>
                <a:spcPts val="0"/>
              </a:spcBef>
              <a:spcAft>
                <a:spcPts val="0"/>
              </a:spcAft>
              <a:buSzPts val="1200"/>
              <a:buNone/>
            </a:pPr>
            <a:r>
              <a:t/>
            </a:r>
            <a:endParaRPr/>
          </a:p>
        </p:txBody>
      </p:sp>
      <p:graphicFrame>
        <p:nvGraphicFramePr>
          <p:cNvPr id="1014" name="Google Shape;1014;p61"/>
          <p:cNvGraphicFramePr/>
          <p:nvPr/>
        </p:nvGraphicFramePr>
        <p:xfrm>
          <a:off x="952500" y="1868975"/>
          <a:ext cx="3000000" cy="3000000"/>
        </p:xfrm>
        <a:graphic>
          <a:graphicData uri="http://schemas.openxmlformats.org/drawingml/2006/table">
            <a:tbl>
              <a:tblPr>
                <a:noFill/>
                <a:tableStyleId>{4D4E5A5A-763C-47C9-BFA7-1751CF2D7181}</a:tableStyleId>
              </a:tblPr>
              <a:tblGrid>
                <a:gridCol w="1039300"/>
                <a:gridCol w="1039300"/>
              </a:tblGrid>
              <a:tr h="351400">
                <a:tc>
                  <a:txBody>
                    <a:bodyPr/>
                    <a:lstStyle/>
                    <a:p>
                      <a:pPr indent="0" lvl="0" marL="0" rtl="0" algn="l">
                        <a:spcBef>
                          <a:spcPts val="0"/>
                        </a:spcBef>
                        <a:spcAft>
                          <a:spcPts val="0"/>
                        </a:spcAft>
                        <a:buNone/>
                      </a:pPr>
                      <a:r>
                        <a:rPr b="1" lang="en-GB" sz="1100"/>
                        <a:t>Component</a:t>
                      </a:r>
                      <a:endParaRPr b="1" sz="1100"/>
                    </a:p>
                  </a:txBody>
                  <a:tcPr marT="91425" marB="91425" marR="91425" marL="91425"/>
                </a:tc>
                <a:tc>
                  <a:txBody>
                    <a:bodyPr/>
                    <a:lstStyle/>
                    <a:p>
                      <a:pPr indent="0" lvl="0" marL="0" rtl="0" algn="l">
                        <a:spcBef>
                          <a:spcPts val="0"/>
                        </a:spcBef>
                        <a:spcAft>
                          <a:spcPts val="0"/>
                        </a:spcAft>
                        <a:buNone/>
                      </a:pPr>
                      <a:r>
                        <a:rPr b="1" lang="en-GB" sz="1100"/>
                        <a:t>Details</a:t>
                      </a:r>
                      <a:endParaRPr b="1" sz="1100"/>
                    </a:p>
                  </a:txBody>
                  <a:tcPr marT="91425" marB="91425" marR="91425" marL="91425"/>
                </a:tc>
              </a:tr>
              <a:tr h="410625">
                <a:tc>
                  <a:txBody>
                    <a:bodyPr/>
                    <a:lstStyle/>
                    <a:p>
                      <a:pPr indent="0" lvl="0" marL="0" rtl="0" algn="l">
                        <a:spcBef>
                          <a:spcPts val="0"/>
                        </a:spcBef>
                        <a:spcAft>
                          <a:spcPts val="0"/>
                        </a:spcAft>
                        <a:buNone/>
                      </a:pPr>
                      <a:r>
                        <a:rPr b="1" lang="en-GB" sz="1000"/>
                        <a:t>Total Customers</a:t>
                      </a:r>
                      <a:endParaRPr sz="1000"/>
                    </a:p>
                  </a:txBody>
                  <a:tcPr marT="91425" marB="91425" marR="91425" marL="91425"/>
                </a:tc>
                <a:tc>
                  <a:txBody>
                    <a:bodyPr/>
                    <a:lstStyle/>
                    <a:p>
                      <a:pPr indent="0" lvl="0" marL="0" rtl="0" algn="l">
                        <a:spcBef>
                          <a:spcPts val="0"/>
                        </a:spcBef>
                        <a:spcAft>
                          <a:spcPts val="0"/>
                        </a:spcAft>
                        <a:buNone/>
                      </a:pPr>
                      <a:r>
                        <a:rPr lang="en-GB" sz="1000"/>
                        <a:t>11,741</a:t>
                      </a:r>
                      <a:endParaRPr sz="1000"/>
                    </a:p>
                  </a:txBody>
                  <a:tcPr marT="91425" marB="91425" marR="91425" marL="91425"/>
                </a:tc>
              </a:tr>
              <a:tr h="410625">
                <a:tc>
                  <a:txBody>
                    <a:bodyPr/>
                    <a:lstStyle/>
                    <a:p>
                      <a:pPr indent="0" lvl="0" marL="0" rtl="0" algn="l">
                        <a:spcBef>
                          <a:spcPts val="0"/>
                        </a:spcBef>
                        <a:spcAft>
                          <a:spcPts val="0"/>
                        </a:spcAft>
                        <a:buNone/>
                      </a:pPr>
                      <a:r>
                        <a:rPr b="1" lang="en-GB" sz="1000"/>
                        <a:t>Total Invoices</a:t>
                      </a:r>
                      <a:endParaRPr sz="1000"/>
                    </a:p>
                  </a:txBody>
                  <a:tcPr marT="91425" marB="91425" marR="91425" marL="91425"/>
                </a:tc>
                <a:tc>
                  <a:txBody>
                    <a:bodyPr/>
                    <a:lstStyle/>
                    <a:p>
                      <a:pPr indent="0" lvl="0" marL="0" rtl="0" algn="l">
                        <a:spcBef>
                          <a:spcPts val="0"/>
                        </a:spcBef>
                        <a:spcAft>
                          <a:spcPts val="0"/>
                        </a:spcAft>
                        <a:buNone/>
                      </a:pPr>
                      <a:r>
                        <a:rPr lang="en-GB" sz="1000"/>
                        <a:t>194,512 invoices</a:t>
                      </a:r>
                      <a:endParaRPr sz="1000"/>
                    </a:p>
                  </a:txBody>
                  <a:tcPr marT="91425" marB="91425" marR="91425" marL="91425"/>
                </a:tc>
              </a:tr>
              <a:tr h="410625">
                <a:tc>
                  <a:txBody>
                    <a:bodyPr/>
                    <a:lstStyle/>
                    <a:p>
                      <a:pPr indent="0" lvl="0" marL="0" rtl="0" algn="l">
                        <a:spcBef>
                          <a:spcPts val="0"/>
                        </a:spcBef>
                        <a:spcAft>
                          <a:spcPts val="0"/>
                        </a:spcAft>
                        <a:buNone/>
                      </a:pPr>
                      <a:r>
                        <a:rPr b="1" lang="en-GB" sz="1000"/>
                        <a:t>Invoices per Customer</a:t>
                      </a:r>
                      <a:endParaRPr sz="1000"/>
                    </a:p>
                  </a:txBody>
                  <a:tcPr marT="91425" marB="91425" marR="91425" marL="91425"/>
                </a:tc>
                <a:tc>
                  <a:txBody>
                    <a:bodyPr/>
                    <a:lstStyle/>
                    <a:p>
                      <a:pPr indent="0" lvl="0" marL="0" rtl="0" algn="l">
                        <a:spcBef>
                          <a:spcPts val="0"/>
                        </a:spcBef>
                        <a:spcAft>
                          <a:spcPts val="0"/>
                        </a:spcAft>
                        <a:buNone/>
                      </a:pPr>
                      <a:r>
                        <a:rPr lang="en-GB" sz="1000"/>
                        <a:t>5-30 (mean: 16.56)</a:t>
                      </a:r>
                      <a:endParaRPr sz="1000"/>
                    </a:p>
                  </a:txBody>
                  <a:tcPr marT="91425" marB="91425" marR="91425" marL="91425"/>
                </a:tc>
              </a:tr>
              <a:tr h="410625">
                <a:tc>
                  <a:txBody>
                    <a:bodyPr/>
                    <a:lstStyle/>
                    <a:p>
                      <a:pPr indent="0" lvl="0" marL="0" rtl="0" algn="l">
                        <a:spcBef>
                          <a:spcPts val="0"/>
                        </a:spcBef>
                        <a:spcAft>
                          <a:spcPts val="0"/>
                        </a:spcAft>
                        <a:buNone/>
                      </a:pPr>
                      <a:r>
                        <a:rPr b="1" lang="en-GB" sz="1000"/>
                        <a:t>Time Period</a:t>
                      </a:r>
                      <a:endParaRPr b="1" sz="1000"/>
                    </a:p>
                  </a:txBody>
                  <a:tcPr marT="91425" marB="91425" marR="91425" marL="91425"/>
                </a:tc>
                <a:tc>
                  <a:txBody>
                    <a:bodyPr/>
                    <a:lstStyle/>
                    <a:p>
                      <a:pPr indent="0" lvl="0" marL="0" rtl="0" algn="l">
                        <a:spcBef>
                          <a:spcPts val="0"/>
                        </a:spcBef>
                        <a:spcAft>
                          <a:spcPts val="0"/>
                        </a:spcAft>
                        <a:buNone/>
                      </a:pPr>
                      <a:r>
                        <a:rPr lang="en-GB" sz="1000"/>
                        <a:t>Multi-year historical data</a:t>
                      </a:r>
                      <a:endParaRPr sz="1000"/>
                    </a:p>
                  </a:txBody>
                  <a:tcPr marT="91425" marB="91425" marR="91425" marL="91425"/>
                </a:tc>
              </a:tr>
            </a:tbl>
          </a:graphicData>
        </a:graphic>
      </p:graphicFrame>
      <p:pic>
        <p:nvPicPr>
          <p:cNvPr id="1015" name="Google Shape;1015;p61"/>
          <p:cNvPicPr preferRelativeResize="0"/>
          <p:nvPr/>
        </p:nvPicPr>
        <p:blipFill rotWithShape="1">
          <a:blip r:embed="rId3">
            <a:alphaModFix/>
          </a:blip>
          <a:srcRect b="670" l="0" r="0" t="680"/>
          <a:stretch/>
        </p:blipFill>
        <p:spPr>
          <a:xfrm>
            <a:off x="4292588" y="3499100"/>
            <a:ext cx="3860937" cy="1495207"/>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 name="Shape 1019"/>
        <p:cNvGrpSpPr/>
        <p:nvPr/>
      </p:nvGrpSpPr>
      <p:grpSpPr>
        <a:xfrm>
          <a:off x="0" y="0"/>
          <a:ext cx="0" cy="0"/>
          <a:chOff x="0" y="0"/>
          <a:chExt cx="0" cy="0"/>
        </a:xfrm>
      </p:grpSpPr>
      <p:sp>
        <p:nvSpPr>
          <p:cNvPr id="1020" name="Google Shape;1020;p62"/>
          <p:cNvSpPr txBox="1"/>
          <p:nvPr>
            <p:ph type="title"/>
          </p:nvPr>
        </p:nvSpPr>
        <p:spPr>
          <a:xfrm>
            <a:off x="439900" y="535000"/>
            <a:ext cx="79842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a:t>Data Exploration: What We Discovered</a:t>
            </a:r>
            <a:endParaRPr/>
          </a:p>
        </p:txBody>
      </p:sp>
      <p:sp>
        <p:nvSpPr>
          <p:cNvPr id="1021" name="Google Shape;1021;p62"/>
          <p:cNvSpPr txBox="1"/>
          <p:nvPr>
            <p:ph type="title"/>
          </p:nvPr>
        </p:nvSpPr>
        <p:spPr>
          <a:xfrm>
            <a:off x="686138" y="1220225"/>
            <a:ext cx="7704000" cy="9915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sz="2500"/>
              <a:t>1. Category Analysis - Critical Finding:</a:t>
            </a:r>
            <a:endParaRPr sz="2500"/>
          </a:p>
        </p:txBody>
      </p:sp>
      <p:graphicFrame>
        <p:nvGraphicFramePr>
          <p:cNvPr id="1022" name="Google Shape;1022;p62"/>
          <p:cNvGraphicFramePr/>
          <p:nvPr/>
        </p:nvGraphicFramePr>
        <p:xfrm>
          <a:off x="686125" y="1890550"/>
          <a:ext cx="3000000" cy="3000000"/>
        </p:xfrm>
        <a:graphic>
          <a:graphicData uri="http://schemas.openxmlformats.org/drawingml/2006/table">
            <a:tbl>
              <a:tblPr>
                <a:noFill/>
                <a:tableStyleId>{CF7EBC90-D39A-4EA8-BDBE-FA5BE8EE289A}</a:tableStyleId>
              </a:tblPr>
              <a:tblGrid>
                <a:gridCol w="1945250"/>
                <a:gridCol w="1945250"/>
                <a:gridCol w="1945250"/>
                <a:gridCol w="1868275"/>
              </a:tblGrid>
              <a:tr h="623250">
                <a:tc>
                  <a:txBody>
                    <a:bodyPr/>
                    <a:lstStyle/>
                    <a:p>
                      <a:pPr indent="0" lvl="0" marL="0" marR="0" rtl="0" algn="ctr">
                        <a:lnSpc>
                          <a:spcPct val="100000"/>
                        </a:lnSpc>
                        <a:spcBef>
                          <a:spcPts val="0"/>
                        </a:spcBef>
                        <a:spcAft>
                          <a:spcPts val="0"/>
                        </a:spcAft>
                        <a:buClr>
                          <a:srgbClr val="000000"/>
                        </a:buClr>
                        <a:buSzPts val="1800"/>
                        <a:buFont typeface="Arial"/>
                        <a:buNone/>
                      </a:pPr>
                      <a:r>
                        <a:rPr lang="en-GB" sz="1800">
                          <a:solidFill>
                            <a:schemeClr val="dk1"/>
                          </a:solidFill>
                          <a:latin typeface="Raleway SemiBold"/>
                          <a:ea typeface="Raleway SemiBold"/>
                          <a:cs typeface="Raleway SemiBold"/>
                          <a:sym typeface="Raleway SemiBold"/>
                        </a:rPr>
                        <a:t>Category</a:t>
                      </a:r>
                      <a:endParaRPr sz="1800"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Clr>
                          <a:srgbClr val="000000"/>
                        </a:buClr>
                        <a:buSzPts val="1800"/>
                        <a:buFont typeface="Arial"/>
                        <a:buNone/>
                      </a:pPr>
                      <a:r>
                        <a:rPr lang="en-GB" sz="1800"/>
                        <a:t>Total Customers</a:t>
                      </a:r>
                      <a:endParaRPr sz="1800"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Clr>
                          <a:srgbClr val="000000"/>
                        </a:buClr>
                        <a:buSzPts val="1800"/>
                        <a:buFont typeface="Arial"/>
                        <a:buNone/>
                      </a:pPr>
                      <a:r>
                        <a:rPr lang="en-GB" sz="1800" u="none" cap="none" strike="noStrike">
                          <a:solidFill>
                            <a:schemeClr val="dk1"/>
                          </a:solidFill>
                          <a:latin typeface="Raleway SemiBold"/>
                          <a:ea typeface="Raleway SemiBold"/>
                          <a:cs typeface="Raleway SemiBold"/>
                          <a:sym typeface="Raleway SemiBold"/>
                        </a:rPr>
                        <a:t>Fraud Cases</a:t>
                      </a:r>
                      <a:endParaRPr sz="1800"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800"/>
                        <a:buFont typeface="Arial"/>
                        <a:buNone/>
                      </a:pPr>
                      <a:r>
                        <a:rPr lang="en-GB" sz="1800"/>
                        <a:t>Fraud</a:t>
                      </a:r>
                      <a:r>
                        <a:rPr lang="en-GB" sz="1800"/>
                        <a:t> Rate</a:t>
                      </a:r>
                      <a:endParaRPr b="1" sz="1800"/>
                    </a:p>
                  </a:txBody>
                  <a:tcPr marT="91425" marB="91425" marR="91425" marL="91425" anchor="ctr">
                    <a:lnL cap="flat" cmpd="sng" w="9525">
                      <a:solidFill>
                        <a:schemeClr val="l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r h="515375">
                <a:tc>
                  <a:txBody>
                    <a:bodyPr/>
                    <a:lstStyle/>
                    <a:p>
                      <a:pPr indent="0" lvl="0" marL="0" marR="0" rtl="0" algn="ctr">
                        <a:lnSpc>
                          <a:spcPct val="100000"/>
                        </a:lnSpc>
                        <a:spcBef>
                          <a:spcPts val="0"/>
                        </a:spcBef>
                        <a:spcAft>
                          <a:spcPts val="0"/>
                        </a:spcAft>
                        <a:buClr>
                          <a:srgbClr val="000000"/>
                        </a:buClr>
                        <a:buSzPts val="1400"/>
                        <a:buFont typeface="Arial"/>
                        <a:buNone/>
                      </a:pPr>
                      <a:r>
                        <a:rPr lang="en-GB">
                          <a:solidFill>
                            <a:schemeClr val="dk1"/>
                          </a:solidFill>
                          <a:latin typeface="Raleway SemiBold"/>
                          <a:ea typeface="Raleway SemiBold"/>
                          <a:cs typeface="Raleway SemiBold"/>
                          <a:sym typeface="Raleway SemiBold"/>
                        </a:rPr>
                        <a:t>Category 11</a:t>
                      </a:r>
                      <a:endParaRPr sz="1400"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ctr">
                        <a:lnSpc>
                          <a:spcPct val="100000"/>
                        </a:lnSpc>
                        <a:spcBef>
                          <a:spcPts val="0"/>
                        </a:spcBef>
                        <a:spcAft>
                          <a:spcPts val="0"/>
                        </a:spcAft>
                        <a:buClr>
                          <a:srgbClr val="000000"/>
                        </a:buClr>
                        <a:buSzPts val="1200"/>
                        <a:buFont typeface="Arial"/>
                        <a:buNone/>
                      </a:pPr>
                      <a:r>
                        <a:rPr lang="en-GB" sz="1200" u="none" cap="none" strike="noStrike">
                          <a:solidFill>
                            <a:schemeClr val="dk1"/>
                          </a:solidFill>
                          <a:latin typeface="Open Sans"/>
                          <a:ea typeface="Open Sans"/>
                          <a:cs typeface="Open Sans"/>
                          <a:sym typeface="Open Sans"/>
                        </a:rPr>
                        <a:t>11,406 (97%)</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GB" sz="1200">
                          <a:solidFill>
                            <a:schemeClr val="dk1"/>
                          </a:solidFill>
                          <a:latin typeface="Open Sans"/>
                          <a:ea typeface="Open Sans"/>
                          <a:cs typeface="Open Sans"/>
                          <a:sym typeface="Open Sans"/>
                        </a:rPr>
                        <a:t>479</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GB" sz="1200">
                          <a:solidFill>
                            <a:schemeClr val="dk1"/>
                          </a:solidFill>
                          <a:latin typeface="Open Sans"/>
                          <a:ea typeface="Open Sans"/>
                          <a:cs typeface="Open Sans"/>
                          <a:sym typeface="Open Sans"/>
                        </a:rPr>
                        <a:t>4.20%</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r>
              <a:tr h="515375">
                <a:tc>
                  <a:txBody>
                    <a:bodyPr/>
                    <a:lstStyle/>
                    <a:p>
                      <a:pPr indent="0" lvl="0" marL="0" marR="0" rtl="0" algn="ctr">
                        <a:lnSpc>
                          <a:spcPct val="100000"/>
                        </a:lnSpc>
                        <a:spcBef>
                          <a:spcPts val="0"/>
                        </a:spcBef>
                        <a:spcAft>
                          <a:spcPts val="0"/>
                        </a:spcAft>
                        <a:buClr>
                          <a:srgbClr val="000000"/>
                        </a:buClr>
                        <a:buSzPts val="1400"/>
                        <a:buFont typeface="Arial"/>
                        <a:buNone/>
                      </a:pPr>
                      <a:r>
                        <a:rPr lang="en-GB">
                          <a:latin typeface="Raleway SemiBold"/>
                          <a:ea typeface="Raleway SemiBold"/>
                          <a:cs typeface="Raleway SemiBold"/>
                          <a:sym typeface="Raleway SemiBold"/>
                        </a:rPr>
                        <a:t>Category 51</a:t>
                      </a:r>
                      <a:endParaRPr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ctr">
                        <a:lnSpc>
                          <a:spcPct val="100000"/>
                        </a:lnSpc>
                        <a:spcBef>
                          <a:spcPts val="0"/>
                        </a:spcBef>
                        <a:spcAft>
                          <a:spcPts val="0"/>
                        </a:spcAft>
                        <a:buClr>
                          <a:srgbClr val="000000"/>
                        </a:buClr>
                        <a:buSzPts val="1200"/>
                        <a:buFont typeface="Arial"/>
                        <a:buNone/>
                      </a:pPr>
                      <a:r>
                        <a:rPr lang="en-GB" sz="1200">
                          <a:solidFill>
                            <a:schemeClr val="dk1"/>
                          </a:solidFill>
                          <a:latin typeface="Open Sans"/>
                          <a:ea typeface="Open Sans"/>
                          <a:cs typeface="Open Sans"/>
                          <a:sym typeface="Open Sans"/>
                        </a:rPr>
                        <a:t>1</a:t>
                      </a:r>
                      <a:r>
                        <a:rPr lang="en-GB" sz="1200" u="none" cap="none" strike="noStrike">
                          <a:solidFill>
                            <a:schemeClr val="dk1"/>
                          </a:solidFill>
                          <a:latin typeface="Open Sans"/>
                          <a:ea typeface="Open Sans"/>
                          <a:cs typeface="Open Sans"/>
                          <a:sym typeface="Open Sans"/>
                        </a:rPr>
                        <a:t>18 (1%)</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GB" sz="1200">
                          <a:solidFill>
                            <a:schemeClr val="dk1"/>
                          </a:solidFill>
                          <a:latin typeface="Open Sans"/>
                          <a:ea typeface="Open Sans"/>
                          <a:cs typeface="Open Sans"/>
                          <a:sym typeface="Open Sans"/>
                        </a:rPr>
                        <a:t>22</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b="1" lang="en-GB" sz="1100"/>
                        <a:t>18.64%</a:t>
                      </a:r>
                      <a:r>
                        <a:rPr lang="en-GB" sz="1100"/>
                        <a:t> 🔴</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15375">
                <a:tc>
                  <a:txBody>
                    <a:bodyPr/>
                    <a:lstStyle/>
                    <a:p>
                      <a:pPr indent="0" lvl="0" marL="0" marR="0" rtl="0" algn="ctr">
                        <a:lnSpc>
                          <a:spcPct val="100000"/>
                        </a:lnSpc>
                        <a:spcBef>
                          <a:spcPts val="0"/>
                        </a:spcBef>
                        <a:spcAft>
                          <a:spcPts val="0"/>
                        </a:spcAft>
                        <a:buClr>
                          <a:srgbClr val="000000"/>
                        </a:buClr>
                        <a:buSzPts val="1400"/>
                        <a:buFont typeface="Arial"/>
                        <a:buNone/>
                      </a:pPr>
                      <a:r>
                        <a:rPr lang="en-GB">
                          <a:solidFill>
                            <a:schemeClr val="dk1"/>
                          </a:solidFill>
                          <a:latin typeface="Raleway SemiBold"/>
                          <a:ea typeface="Raleway SemiBold"/>
                          <a:cs typeface="Raleway SemiBold"/>
                          <a:sym typeface="Raleway SemiBold"/>
                        </a:rPr>
                        <a:t>Category 12</a:t>
                      </a:r>
                      <a:endParaRPr sz="1400"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ctr">
                        <a:lnSpc>
                          <a:spcPct val="100000"/>
                        </a:lnSpc>
                        <a:spcBef>
                          <a:spcPts val="0"/>
                        </a:spcBef>
                        <a:spcAft>
                          <a:spcPts val="0"/>
                        </a:spcAft>
                        <a:buClr>
                          <a:srgbClr val="000000"/>
                        </a:buClr>
                        <a:buSzPts val="1200"/>
                        <a:buFont typeface="Arial"/>
                        <a:buNone/>
                      </a:pPr>
                      <a:r>
                        <a:rPr lang="en-GB" sz="1200" u="none" cap="none" strike="noStrike">
                          <a:solidFill>
                            <a:schemeClr val="dk1"/>
                          </a:solidFill>
                          <a:latin typeface="Open Sans"/>
                          <a:ea typeface="Open Sans"/>
                          <a:cs typeface="Open Sans"/>
                          <a:sym typeface="Open Sans"/>
                        </a:rPr>
                        <a:t>217 (2%)</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GB" sz="1200">
                          <a:solidFill>
                            <a:schemeClr val="dk1"/>
                          </a:solidFill>
                          <a:latin typeface="Open Sans"/>
                          <a:ea typeface="Open Sans"/>
                          <a:cs typeface="Open Sans"/>
                          <a:sym typeface="Open Sans"/>
                        </a:rPr>
                        <a:t>14</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GB" sz="1200" u="none" cap="none" strike="noStrike">
                          <a:solidFill>
                            <a:schemeClr val="dk1"/>
                          </a:solidFill>
                          <a:latin typeface="Open Sans"/>
                          <a:ea typeface="Open Sans"/>
                          <a:cs typeface="Open Sans"/>
                          <a:sym typeface="Open Sans"/>
                        </a:rPr>
                        <a:t>6.48%</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6" name="Shape 1026"/>
        <p:cNvGrpSpPr/>
        <p:nvPr/>
      </p:nvGrpSpPr>
      <p:grpSpPr>
        <a:xfrm>
          <a:off x="0" y="0"/>
          <a:ext cx="0" cy="0"/>
          <a:chOff x="0" y="0"/>
          <a:chExt cx="0" cy="0"/>
        </a:xfrm>
      </p:grpSpPr>
      <p:sp>
        <p:nvSpPr>
          <p:cNvPr id="1027" name="Google Shape;1027;p63"/>
          <p:cNvSpPr txBox="1"/>
          <p:nvPr>
            <p:ph type="title"/>
          </p:nvPr>
        </p:nvSpPr>
        <p:spPr>
          <a:xfrm>
            <a:off x="439900" y="535000"/>
            <a:ext cx="79842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a:t>Data Exploration: What We Discovered</a:t>
            </a:r>
            <a:endParaRPr/>
          </a:p>
        </p:txBody>
      </p:sp>
      <p:sp>
        <p:nvSpPr>
          <p:cNvPr id="1028" name="Google Shape;1028;p63"/>
          <p:cNvSpPr txBox="1"/>
          <p:nvPr>
            <p:ph idx="4294967295" type="body"/>
          </p:nvPr>
        </p:nvSpPr>
        <p:spPr>
          <a:xfrm>
            <a:off x="194575" y="1713450"/>
            <a:ext cx="4296600" cy="2161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t/>
            </a:r>
            <a:endParaRPr/>
          </a:p>
          <a:p>
            <a:pPr indent="-304800" lvl="0" marL="457200" rtl="0" algn="l">
              <a:lnSpc>
                <a:spcPct val="115000"/>
              </a:lnSpc>
              <a:spcBef>
                <a:spcPts val="0"/>
              </a:spcBef>
              <a:spcAft>
                <a:spcPts val="0"/>
              </a:spcAft>
              <a:buSzPts val="1200"/>
              <a:buChar char="●"/>
            </a:pPr>
            <a:r>
              <a:rPr lang="en-GB"/>
              <a:t>Fraud: 37% higher mean consumption than legitimate</a:t>
            </a:r>
            <a:endParaRPr/>
          </a:p>
          <a:p>
            <a:pPr indent="0" lvl="0" marL="457200" rtl="0" algn="l">
              <a:lnSpc>
                <a:spcPct val="115000"/>
              </a:lnSpc>
              <a:spcBef>
                <a:spcPts val="0"/>
              </a:spcBef>
              <a:spcAft>
                <a:spcPts val="0"/>
              </a:spcAft>
              <a:buNone/>
            </a:pPr>
            <a:r>
              <a:t/>
            </a:r>
            <a:endParaRPr/>
          </a:p>
          <a:p>
            <a:pPr indent="-304800" lvl="0" marL="457200" rtl="0" algn="l">
              <a:lnSpc>
                <a:spcPct val="115000"/>
              </a:lnSpc>
              <a:spcBef>
                <a:spcPts val="0"/>
              </a:spcBef>
              <a:spcAft>
                <a:spcPts val="0"/>
              </a:spcAft>
              <a:buSzPts val="1200"/>
              <a:buChar char="●"/>
            </a:pPr>
            <a:r>
              <a:rPr lang="en-GB"/>
              <a:t>Fraud: Higher variability (std, CV, IQR all elevated)</a:t>
            </a:r>
            <a:endParaRPr/>
          </a:p>
          <a:p>
            <a:pPr indent="0" lvl="0" marL="457200" rtl="0" algn="l">
              <a:lnSpc>
                <a:spcPct val="115000"/>
              </a:lnSpc>
              <a:spcBef>
                <a:spcPts val="0"/>
              </a:spcBef>
              <a:spcAft>
                <a:spcPts val="0"/>
              </a:spcAft>
              <a:buNone/>
            </a:pPr>
            <a:r>
              <a:t/>
            </a:r>
            <a:endParaRPr/>
          </a:p>
          <a:p>
            <a:pPr indent="-304800" lvl="0" marL="457200" rtl="0" algn="l">
              <a:lnSpc>
                <a:spcPct val="115000"/>
              </a:lnSpc>
              <a:spcBef>
                <a:spcPts val="0"/>
              </a:spcBef>
              <a:spcAft>
                <a:spcPts val="0"/>
              </a:spcAft>
              <a:buSzPts val="1200"/>
              <a:buChar char="●"/>
            </a:pPr>
            <a:r>
              <a:rPr lang="en-GB"/>
              <a:t>Fraud: More usage of high consumption tiers (levels 3-4)</a:t>
            </a:r>
            <a:endParaRPr/>
          </a:p>
        </p:txBody>
      </p:sp>
      <p:sp>
        <p:nvSpPr>
          <p:cNvPr id="1029" name="Google Shape;1029;p63"/>
          <p:cNvSpPr txBox="1"/>
          <p:nvPr>
            <p:ph type="title"/>
          </p:nvPr>
        </p:nvSpPr>
        <p:spPr>
          <a:xfrm>
            <a:off x="686138" y="1220225"/>
            <a:ext cx="7704000" cy="9915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sz="2500"/>
              <a:t>2. Consumption Patterns</a:t>
            </a:r>
            <a:endParaRPr sz="2500"/>
          </a:p>
        </p:txBody>
      </p:sp>
      <p:pic>
        <p:nvPicPr>
          <p:cNvPr id="1030" name="Google Shape;1030;p63"/>
          <p:cNvPicPr preferRelativeResize="0"/>
          <p:nvPr/>
        </p:nvPicPr>
        <p:blipFill rotWithShape="1">
          <a:blip r:embed="rId3">
            <a:alphaModFix/>
          </a:blip>
          <a:srcRect b="0" l="495" r="495" t="0"/>
          <a:stretch/>
        </p:blipFill>
        <p:spPr>
          <a:xfrm>
            <a:off x="4373575" y="1713450"/>
            <a:ext cx="4296700" cy="3170058"/>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4" name="Shape 1034"/>
        <p:cNvGrpSpPr/>
        <p:nvPr/>
      </p:nvGrpSpPr>
      <p:grpSpPr>
        <a:xfrm>
          <a:off x="0" y="0"/>
          <a:ext cx="0" cy="0"/>
          <a:chOff x="0" y="0"/>
          <a:chExt cx="0" cy="0"/>
        </a:xfrm>
      </p:grpSpPr>
      <p:sp>
        <p:nvSpPr>
          <p:cNvPr id="1035" name="Google Shape;1035;p64"/>
          <p:cNvSpPr txBox="1"/>
          <p:nvPr>
            <p:ph type="title"/>
          </p:nvPr>
        </p:nvSpPr>
        <p:spPr>
          <a:xfrm>
            <a:off x="439900" y="535000"/>
            <a:ext cx="79842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a:t>Data Exploration: What We Discovered</a:t>
            </a:r>
            <a:endParaRPr/>
          </a:p>
        </p:txBody>
      </p:sp>
      <p:sp>
        <p:nvSpPr>
          <p:cNvPr id="1036" name="Google Shape;1036;p64"/>
          <p:cNvSpPr txBox="1"/>
          <p:nvPr>
            <p:ph idx="4294967295" type="body"/>
          </p:nvPr>
        </p:nvSpPr>
        <p:spPr>
          <a:xfrm>
            <a:off x="287625" y="1831875"/>
            <a:ext cx="3629100" cy="2067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t/>
            </a:r>
            <a:endParaRPr/>
          </a:p>
          <a:p>
            <a:pPr indent="-304800" lvl="0" marL="457200" rtl="0" algn="l">
              <a:lnSpc>
                <a:spcPct val="115000"/>
              </a:lnSpc>
              <a:spcBef>
                <a:spcPts val="0"/>
              </a:spcBef>
              <a:spcAft>
                <a:spcPts val="0"/>
              </a:spcAft>
              <a:buSzPts val="1200"/>
              <a:buChar char="●"/>
            </a:pPr>
            <a:r>
              <a:rPr lang="en-GB"/>
              <a:t>Highest correlation with fraud: 0.105 ⚠️</a:t>
            </a:r>
            <a:endParaRPr/>
          </a:p>
          <a:p>
            <a:pPr indent="0" lvl="0" marL="457200" rtl="0" algn="l">
              <a:lnSpc>
                <a:spcPct val="115000"/>
              </a:lnSpc>
              <a:spcBef>
                <a:spcPts val="0"/>
              </a:spcBef>
              <a:spcAft>
                <a:spcPts val="0"/>
              </a:spcAft>
              <a:buNone/>
            </a:pPr>
            <a:r>
              <a:t/>
            </a:r>
            <a:endParaRPr/>
          </a:p>
          <a:p>
            <a:pPr indent="-304800" lvl="0" marL="457200" rtl="0" algn="l">
              <a:lnSpc>
                <a:spcPct val="115000"/>
              </a:lnSpc>
              <a:spcBef>
                <a:spcPts val="0"/>
              </a:spcBef>
              <a:spcAft>
                <a:spcPts val="0"/>
              </a:spcAft>
              <a:buSzPts val="1200"/>
              <a:buChar char="●"/>
            </a:pPr>
            <a:r>
              <a:rPr lang="en-GB"/>
              <a:t>No single "smoking gun" feature</a:t>
            </a:r>
            <a:endParaRPr/>
          </a:p>
          <a:p>
            <a:pPr indent="0" lvl="0" marL="457200" rtl="0" algn="l">
              <a:lnSpc>
                <a:spcPct val="115000"/>
              </a:lnSpc>
              <a:spcBef>
                <a:spcPts val="0"/>
              </a:spcBef>
              <a:spcAft>
                <a:spcPts val="0"/>
              </a:spcAft>
              <a:buNone/>
            </a:pPr>
            <a:r>
              <a:t/>
            </a:r>
            <a:endParaRPr/>
          </a:p>
          <a:p>
            <a:pPr indent="-304800" lvl="0" marL="457200" rtl="0" algn="l">
              <a:lnSpc>
                <a:spcPct val="115000"/>
              </a:lnSpc>
              <a:spcBef>
                <a:spcPts val="0"/>
              </a:spcBef>
              <a:spcAft>
                <a:spcPts val="0"/>
              </a:spcAft>
              <a:buSzPts val="1200"/>
              <a:buChar char="●"/>
            </a:pPr>
            <a:r>
              <a:rPr b="1" lang="en-GB">
                <a:solidFill>
                  <a:srgbClr val="000000"/>
                </a:solidFill>
              </a:rPr>
              <a:t>Solution:</a:t>
            </a:r>
            <a:r>
              <a:rPr lang="en-GB">
                <a:solidFill>
                  <a:srgbClr val="000000"/>
                </a:solidFill>
              </a:rPr>
              <a:t> Combine multiple weak signals</a:t>
            </a:r>
            <a:endParaRPr/>
          </a:p>
        </p:txBody>
      </p:sp>
      <p:sp>
        <p:nvSpPr>
          <p:cNvPr id="1037" name="Google Shape;1037;p64"/>
          <p:cNvSpPr txBox="1"/>
          <p:nvPr>
            <p:ph type="title"/>
          </p:nvPr>
        </p:nvSpPr>
        <p:spPr>
          <a:xfrm>
            <a:off x="686138" y="1220225"/>
            <a:ext cx="7704000" cy="9915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sz="2500"/>
              <a:t>3. Weak Feature Correlations</a:t>
            </a:r>
            <a:endParaRPr sz="2500"/>
          </a:p>
        </p:txBody>
      </p:sp>
      <p:pic>
        <p:nvPicPr>
          <p:cNvPr id="1038" name="Google Shape;1038;p64"/>
          <p:cNvPicPr preferRelativeResize="0"/>
          <p:nvPr/>
        </p:nvPicPr>
        <p:blipFill rotWithShape="1">
          <a:blip r:embed="rId3">
            <a:alphaModFix/>
          </a:blip>
          <a:srcRect b="0" l="1076" r="1076" t="0"/>
          <a:stretch/>
        </p:blipFill>
        <p:spPr>
          <a:xfrm>
            <a:off x="4280625" y="1596300"/>
            <a:ext cx="3933752" cy="3549045"/>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2" name="Shape 1042"/>
        <p:cNvGrpSpPr/>
        <p:nvPr/>
      </p:nvGrpSpPr>
      <p:grpSpPr>
        <a:xfrm>
          <a:off x="0" y="0"/>
          <a:ext cx="0" cy="0"/>
          <a:chOff x="0" y="0"/>
          <a:chExt cx="0" cy="0"/>
        </a:xfrm>
      </p:grpSpPr>
      <p:sp>
        <p:nvSpPr>
          <p:cNvPr id="1043" name="Google Shape;1043;p65"/>
          <p:cNvSpPr txBox="1"/>
          <p:nvPr>
            <p:ph type="title"/>
          </p:nvPr>
        </p:nvSpPr>
        <p:spPr>
          <a:xfrm>
            <a:off x="439900" y="535000"/>
            <a:ext cx="79842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a:t>Data Exploration: What We Discovered</a:t>
            </a:r>
            <a:endParaRPr/>
          </a:p>
        </p:txBody>
      </p:sp>
      <p:sp>
        <p:nvSpPr>
          <p:cNvPr id="1044" name="Google Shape;1044;p65"/>
          <p:cNvSpPr txBox="1"/>
          <p:nvPr>
            <p:ph idx="4294967295" type="body"/>
          </p:nvPr>
        </p:nvSpPr>
        <p:spPr>
          <a:xfrm>
            <a:off x="2106050" y="1518875"/>
            <a:ext cx="4864200" cy="991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t/>
            </a:r>
            <a:endParaRPr/>
          </a:p>
          <a:p>
            <a:pPr indent="-304800" lvl="0" marL="457200" rtl="0" algn="l">
              <a:lnSpc>
                <a:spcPct val="115000"/>
              </a:lnSpc>
              <a:spcBef>
                <a:spcPts val="0"/>
              </a:spcBef>
              <a:spcAft>
                <a:spcPts val="0"/>
              </a:spcAft>
              <a:buSzPts val="1200"/>
              <a:buChar char="●"/>
            </a:pPr>
            <a:r>
              <a:rPr lang="en-GB"/>
              <a:t>Extreme consumption: Up to 57,495 kWh detected</a:t>
            </a:r>
            <a:endParaRPr/>
          </a:p>
          <a:p>
            <a:pPr indent="0" lvl="0" marL="457200" rtl="0" algn="l">
              <a:lnSpc>
                <a:spcPct val="115000"/>
              </a:lnSpc>
              <a:spcBef>
                <a:spcPts val="0"/>
              </a:spcBef>
              <a:spcAft>
                <a:spcPts val="0"/>
              </a:spcAft>
              <a:buNone/>
            </a:pPr>
            <a:r>
              <a:t/>
            </a:r>
            <a:endParaRPr/>
          </a:p>
          <a:p>
            <a:pPr indent="-304800" lvl="0" marL="457200" rtl="0" algn="l">
              <a:lnSpc>
                <a:spcPct val="115000"/>
              </a:lnSpc>
              <a:spcBef>
                <a:spcPts val="0"/>
              </a:spcBef>
              <a:spcAft>
                <a:spcPts val="0"/>
              </a:spcAft>
              <a:buSzPts val="1200"/>
              <a:buChar char="●"/>
            </a:pPr>
            <a:r>
              <a:rPr lang="en-GB"/>
              <a:t>99th percentile: 6,313 kWh (cap threshold)</a:t>
            </a:r>
            <a:endParaRPr/>
          </a:p>
          <a:p>
            <a:pPr indent="0" lvl="0" marL="457200" rtl="0" algn="l">
              <a:lnSpc>
                <a:spcPct val="115000"/>
              </a:lnSpc>
              <a:spcBef>
                <a:spcPts val="0"/>
              </a:spcBef>
              <a:spcAft>
                <a:spcPts val="0"/>
              </a:spcAft>
              <a:buNone/>
            </a:pPr>
            <a:r>
              <a:t/>
            </a:r>
            <a:endParaRPr/>
          </a:p>
        </p:txBody>
      </p:sp>
      <p:sp>
        <p:nvSpPr>
          <p:cNvPr id="1045" name="Google Shape;1045;p65"/>
          <p:cNvSpPr txBox="1"/>
          <p:nvPr>
            <p:ph type="title"/>
          </p:nvPr>
        </p:nvSpPr>
        <p:spPr>
          <a:xfrm>
            <a:off x="686138" y="1220225"/>
            <a:ext cx="7704000" cy="9915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sz="2500"/>
              <a:t>4. Outlier Detection</a:t>
            </a:r>
            <a:endParaRPr sz="2500"/>
          </a:p>
        </p:txBody>
      </p:sp>
      <p:pic>
        <p:nvPicPr>
          <p:cNvPr id="1046" name="Google Shape;1046;p65" title="Screenshot 2025-11-06 at 8.46.10 PM.png"/>
          <p:cNvPicPr preferRelativeResize="0"/>
          <p:nvPr/>
        </p:nvPicPr>
        <p:blipFill>
          <a:blip r:embed="rId3">
            <a:alphaModFix/>
          </a:blip>
          <a:stretch>
            <a:fillRect/>
          </a:stretch>
        </p:blipFill>
        <p:spPr>
          <a:xfrm>
            <a:off x="1362025" y="2571750"/>
            <a:ext cx="6496712" cy="2502876"/>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0" name="Shape 1050"/>
        <p:cNvGrpSpPr/>
        <p:nvPr/>
      </p:nvGrpSpPr>
      <p:grpSpPr>
        <a:xfrm>
          <a:off x="0" y="0"/>
          <a:ext cx="0" cy="0"/>
          <a:chOff x="0" y="0"/>
          <a:chExt cx="0" cy="0"/>
        </a:xfrm>
      </p:grpSpPr>
      <p:sp>
        <p:nvSpPr>
          <p:cNvPr id="1051" name="Google Shape;1051;p66"/>
          <p:cNvSpPr/>
          <p:nvPr/>
        </p:nvSpPr>
        <p:spPr>
          <a:xfrm flipH="1">
            <a:off x="-9600" y="781000"/>
            <a:ext cx="3229200" cy="35910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66"/>
          <p:cNvSpPr/>
          <p:nvPr/>
        </p:nvSpPr>
        <p:spPr>
          <a:xfrm flipH="1">
            <a:off x="-9593" y="-12"/>
            <a:ext cx="3229200" cy="8418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3" name="Google Shape;1053;p66"/>
          <p:cNvGrpSpPr/>
          <p:nvPr/>
        </p:nvGrpSpPr>
        <p:grpSpPr>
          <a:xfrm flipH="1">
            <a:off x="-9592" y="4324341"/>
            <a:ext cx="3229222" cy="820210"/>
            <a:chOff x="5914788" y="4092325"/>
            <a:chExt cx="3229222" cy="1032360"/>
          </a:xfrm>
        </p:grpSpPr>
        <p:sp>
          <p:nvSpPr>
            <p:cNvPr id="1054" name="Google Shape;1054;p66"/>
            <p:cNvSpPr/>
            <p:nvPr/>
          </p:nvSpPr>
          <p:spPr>
            <a:xfrm>
              <a:off x="9046392" y="5030625"/>
              <a:ext cx="97591" cy="94060"/>
            </a:xfrm>
            <a:custGeom>
              <a:rect b="b" l="l" r="r" t="t"/>
              <a:pathLst>
                <a:path extrusionOk="0" h="1467" w="1522">
                  <a:moveTo>
                    <a:pt x="1522" y="1"/>
                  </a:moveTo>
                  <a:lnTo>
                    <a:pt x="1" y="1467"/>
                  </a:lnTo>
                  <a:lnTo>
                    <a:pt x="1522" y="1467"/>
                  </a:lnTo>
                  <a:lnTo>
                    <a:pt x="152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 name="Google Shape;1055;p66"/>
            <p:cNvSpPr/>
            <p:nvPr/>
          </p:nvSpPr>
          <p:spPr>
            <a:xfrm>
              <a:off x="8686560" y="4683876"/>
              <a:ext cx="457432" cy="440808"/>
            </a:xfrm>
            <a:custGeom>
              <a:rect b="b" l="l" r="r" t="t"/>
              <a:pathLst>
                <a:path extrusionOk="0" h="6875" w="7134">
                  <a:moveTo>
                    <a:pt x="7134" y="1"/>
                  </a:moveTo>
                  <a:lnTo>
                    <a:pt x="0" y="6875"/>
                  </a:lnTo>
                  <a:lnTo>
                    <a:pt x="3321" y="6875"/>
                  </a:lnTo>
                  <a:lnTo>
                    <a:pt x="7134" y="3201"/>
                  </a:lnTo>
                  <a:lnTo>
                    <a:pt x="713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 name="Google Shape;1056;p66"/>
            <p:cNvSpPr/>
            <p:nvPr/>
          </p:nvSpPr>
          <p:spPr>
            <a:xfrm>
              <a:off x="8899497" y="4889053"/>
              <a:ext cx="244490" cy="235632"/>
            </a:xfrm>
            <a:custGeom>
              <a:rect b="b" l="l" r="r" t="t"/>
              <a:pathLst>
                <a:path extrusionOk="0" h="3675" w="3813">
                  <a:moveTo>
                    <a:pt x="3813" y="1"/>
                  </a:moveTo>
                  <a:lnTo>
                    <a:pt x="0" y="3675"/>
                  </a:lnTo>
                  <a:lnTo>
                    <a:pt x="2292" y="3675"/>
                  </a:lnTo>
                  <a:lnTo>
                    <a:pt x="3813" y="2209"/>
                  </a:lnTo>
                  <a:lnTo>
                    <a:pt x="381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 name="Google Shape;1057;p66"/>
            <p:cNvSpPr/>
            <p:nvPr/>
          </p:nvSpPr>
          <p:spPr>
            <a:xfrm>
              <a:off x="7966831" y="4092325"/>
              <a:ext cx="1177179" cy="1032356"/>
            </a:xfrm>
            <a:custGeom>
              <a:rect b="b" l="l" r="r" t="t"/>
              <a:pathLst>
                <a:path extrusionOk="0" h="16101" w="18359">
                  <a:moveTo>
                    <a:pt x="16709" y="1"/>
                  </a:moveTo>
                  <a:lnTo>
                    <a:pt x="1" y="16101"/>
                  </a:lnTo>
                  <a:lnTo>
                    <a:pt x="3320" y="16101"/>
                  </a:lnTo>
                  <a:lnTo>
                    <a:pt x="18359" y="1610"/>
                  </a:lnTo>
                  <a:lnTo>
                    <a:pt x="183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p66"/>
            <p:cNvSpPr/>
            <p:nvPr/>
          </p:nvSpPr>
          <p:spPr>
            <a:xfrm>
              <a:off x="5914788" y="4092325"/>
              <a:ext cx="457432" cy="440808"/>
            </a:xfrm>
            <a:custGeom>
              <a:rect b="b" l="l" r="r" t="t"/>
              <a:pathLst>
                <a:path extrusionOk="0" h="6875" w="7134">
                  <a:moveTo>
                    <a:pt x="3814" y="1"/>
                  </a:moveTo>
                  <a:lnTo>
                    <a:pt x="0" y="3674"/>
                  </a:lnTo>
                  <a:lnTo>
                    <a:pt x="0" y="6874"/>
                  </a:lnTo>
                  <a:lnTo>
                    <a:pt x="713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p66"/>
            <p:cNvSpPr/>
            <p:nvPr/>
          </p:nvSpPr>
          <p:spPr>
            <a:xfrm>
              <a:off x="7606935" y="4092325"/>
              <a:ext cx="1284388" cy="1032356"/>
            </a:xfrm>
            <a:custGeom>
              <a:rect b="b" l="l" r="r" t="t"/>
              <a:pathLst>
                <a:path extrusionOk="0" h="16101" w="20031">
                  <a:moveTo>
                    <a:pt x="16710" y="1"/>
                  </a:moveTo>
                  <a:lnTo>
                    <a:pt x="0" y="16101"/>
                  </a:lnTo>
                  <a:lnTo>
                    <a:pt x="3321" y="16101"/>
                  </a:lnTo>
                  <a:lnTo>
                    <a:pt x="200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p66"/>
            <p:cNvSpPr/>
            <p:nvPr/>
          </p:nvSpPr>
          <p:spPr>
            <a:xfrm>
              <a:off x="5914788" y="4092325"/>
              <a:ext cx="97591" cy="94060"/>
            </a:xfrm>
            <a:custGeom>
              <a:rect b="b" l="l" r="r" t="t"/>
              <a:pathLst>
                <a:path extrusionOk="0" h="1467" w="1522">
                  <a:moveTo>
                    <a:pt x="0" y="1"/>
                  </a:moveTo>
                  <a:lnTo>
                    <a:pt x="0" y="1466"/>
                  </a:lnTo>
                  <a:lnTo>
                    <a:pt x="152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 name="Google Shape;1061;p66"/>
            <p:cNvSpPr/>
            <p:nvPr/>
          </p:nvSpPr>
          <p:spPr>
            <a:xfrm>
              <a:off x="8326728" y="4337127"/>
              <a:ext cx="817274" cy="787555"/>
            </a:xfrm>
            <a:custGeom>
              <a:rect b="b" l="l" r="r" t="t"/>
              <a:pathLst>
                <a:path extrusionOk="0" h="12283" w="12746">
                  <a:moveTo>
                    <a:pt x="12746" y="1"/>
                  </a:moveTo>
                  <a:lnTo>
                    <a:pt x="0" y="12283"/>
                  </a:lnTo>
                  <a:lnTo>
                    <a:pt x="3321" y="12283"/>
                  </a:lnTo>
                  <a:lnTo>
                    <a:pt x="12746" y="3201"/>
                  </a:lnTo>
                  <a:lnTo>
                    <a:pt x="1274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p66"/>
            <p:cNvSpPr/>
            <p:nvPr/>
          </p:nvSpPr>
          <p:spPr>
            <a:xfrm>
              <a:off x="6527310" y="4092325"/>
              <a:ext cx="1284452" cy="1032356"/>
            </a:xfrm>
            <a:custGeom>
              <a:rect b="b" l="l" r="r" t="t"/>
              <a:pathLst>
                <a:path extrusionOk="0" h="16101" w="20032">
                  <a:moveTo>
                    <a:pt x="16710" y="1"/>
                  </a:moveTo>
                  <a:lnTo>
                    <a:pt x="1" y="16101"/>
                  </a:lnTo>
                  <a:lnTo>
                    <a:pt x="3322" y="16101"/>
                  </a:lnTo>
                  <a:lnTo>
                    <a:pt x="200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p66"/>
            <p:cNvSpPr/>
            <p:nvPr/>
          </p:nvSpPr>
          <p:spPr>
            <a:xfrm>
              <a:off x="7247039" y="4092325"/>
              <a:ext cx="1284452" cy="1032356"/>
            </a:xfrm>
            <a:custGeom>
              <a:rect b="b" l="l" r="r" t="t"/>
              <a:pathLst>
                <a:path extrusionOk="0" h="16101" w="20032">
                  <a:moveTo>
                    <a:pt x="16710" y="1"/>
                  </a:moveTo>
                  <a:lnTo>
                    <a:pt x="1" y="16101"/>
                  </a:lnTo>
                  <a:lnTo>
                    <a:pt x="3322" y="16101"/>
                  </a:lnTo>
                  <a:lnTo>
                    <a:pt x="200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p66"/>
            <p:cNvSpPr/>
            <p:nvPr/>
          </p:nvSpPr>
          <p:spPr>
            <a:xfrm>
              <a:off x="6887207" y="4092325"/>
              <a:ext cx="1284388" cy="1032356"/>
            </a:xfrm>
            <a:custGeom>
              <a:rect b="b" l="l" r="r" t="t"/>
              <a:pathLst>
                <a:path extrusionOk="0" h="16101" w="20031">
                  <a:moveTo>
                    <a:pt x="16710" y="1"/>
                  </a:moveTo>
                  <a:lnTo>
                    <a:pt x="0" y="16101"/>
                  </a:lnTo>
                  <a:lnTo>
                    <a:pt x="3321" y="16101"/>
                  </a:lnTo>
                  <a:lnTo>
                    <a:pt x="200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66"/>
            <p:cNvSpPr/>
            <p:nvPr/>
          </p:nvSpPr>
          <p:spPr>
            <a:xfrm>
              <a:off x="6167478" y="4092325"/>
              <a:ext cx="1284388" cy="1032356"/>
            </a:xfrm>
            <a:custGeom>
              <a:rect b="b" l="l" r="r" t="t"/>
              <a:pathLst>
                <a:path extrusionOk="0" h="16101" w="20031">
                  <a:moveTo>
                    <a:pt x="16710" y="1"/>
                  </a:moveTo>
                  <a:lnTo>
                    <a:pt x="0" y="16101"/>
                  </a:lnTo>
                  <a:lnTo>
                    <a:pt x="3321" y="16101"/>
                  </a:lnTo>
                  <a:lnTo>
                    <a:pt x="200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p66"/>
            <p:cNvSpPr/>
            <p:nvPr/>
          </p:nvSpPr>
          <p:spPr>
            <a:xfrm>
              <a:off x="5914788" y="4092325"/>
              <a:ext cx="1177243" cy="1032356"/>
            </a:xfrm>
            <a:custGeom>
              <a:rect b="b" l="l" r="r" t="t"/>
              <a:pathLst>
                <a:path extrusionOk="0" h="16101" w="18360">
                  <a:moveTo>
                    <a:pt x="15039" y="1"/>
                  </a:moveTo>
                  <a:lnTo>
                    <a:pt x="0" y="14491"/>
                  </a:lnTo>
                  <a:lnTo>
                    <a:pt x="0" y="16101"/>
                  </a:lnTo>
                  <a:lnTo>
                    <a:pt x="1650" y="16101"/>
                  </a:lnTo>
                  <a:lnTo>
                    <a:pt x="183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p66"/>
            <p:cNvSpPr/>
            <p:nvPr/>
          </p:nvSpPr>
          <p:spPr>
            <a:xfrm>
              <a:off x="5914788" y="4092325"/>
              <a:ext cx="817274" cy="787555"/>
            </a:xfrm>
            <a:custGeom>
              <a:rect b="b" l="l" r="r" t="t"/>
              <a:pathLst>
                <a:path extrusionOk="0" h="12283" w="12746">
                  <a:moveTo>
                    <a:pt x="9426" y="1"/>
                  </a:moveTo>
                  <a:lnTo>
                    <a:pt x="0" y="9083"/>
                  </a:lnTo>
                  <a:lnTo>
                    <a:pt x="0" y="12282"/>
                  </a:lnTo>
                  <a:lnTo>
                    <a:pt x="1274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p66"/>
            <p:cNvSpPr/>
            <p:nvPr/>
          </p:nvSpPr>
          <p:spPr>
            <a:xfrm>
              <a:off x="5914788" y="4092325"/>
              <a:ext cx="244554" cy="235632"/>
            </a:xfrm>
            <a:custGeom>
              <a:rect b="b" l="l" r="r" t="t"/>
              <a:pathLst>
                <a:path extrusionOk="0" h="3675" w="3814">
                  <a:moveTo>
                    <a:pt x="1521" y="1"/>
                  </a:moveTo>
                  <a:lnTo>
                    <a:pt x="0" y="1466"/>
                  </a:lnTo>
                  <a:lnTo>
                    <a:pt x="0" y="3674"/>
                  </a:lnTo>
                  <a:lnTo>
                    <a:pt x="381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 name="Google Shape;1069;p66"/>
            <p:cNvSpPr/>
            <p:nvPr/>
          </p:nvSpPr>
          <p:spPr>
            <a:xfrm>
              <a:off x="5914788" y="4092325"/>
              <a:ext cx="604459" cy="582379"/>
            </a:xfrm>
            <a:custGeom>
              <a:rect b="b" l="l" r="r" t="t"/>
              <a:pathLst>
                <a:path extrusionOk="0" h="9083" w="9427">
                  <a:moveTo>
                    <a:pt x="7133" y="1"/>
                  </a:moveTo>
                  <a:lnTo>
                    <a:pt x="0" y="6874"/>
                  </a:lnTo>
                  <a:lnTo>
                    <a:pt x="0" y="9083"/>
                  </a:lnTo>
                  <a:lnTo>
                    <a:pt x="94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 name="Google Shape;1070;p66"/>
            <p:cNvSpPr/>
            <p:nvPr/>
          </p:nvSpPr>
          <p:spPr>
            <a:xfrm>
              <a:off x="5914788" y="4092325"/>
              <a:ext cx="964301" cy="929127"/>
            </a:xfrm>
            <a:custGeom>
              <a:rect b="b" l="l" r="r" t="t"/>
              <a:pathLst>
                <a:path extrusionOk="0" h="14491" w="15039">
                  <a:moveTo>
                    <a:pt x="12746" y="1"/>
                  </a:moveTo>
                  <a:lnTo>
                    <a:pt x="0" y="12282"/>
                  </a:lnTo>
                  <a:lnTo>
                    <a:pt x="0" y="14491"/>
                  </a:lnTo>
                  <a:lnTo>
                    <a:pt x="1503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p66"/>
            <p:cNvSpPr/>
            <p:nvPr/>
          </p:nvSpPr>
          <p:spPr>
            <a:xfrm>
              <a:off x="6020519"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p66"/>
            <p:cNvSpPr/>
            <p:nvPr/>
          </p:nvSpPr>
          <p:spPr>
            <a:xfrm>
              <a:off x="6380415" y="4092325"/>
              <a:ext cx="1218408" cy="1032356"/>
            </a:xfrm>
            <a:custGeom>
              <a:rect b="b" l="l" r="r" t="t"/>
              <a:pathLst>
                <a:path extrusionOk="0" h="16101" w="19002">
                  <a:moveTo>
                    <a:pt x="16710" y="1"/>
                  </a:moveTo>
                  <a:lnTo>
                    <a:pt x="0" y="16101"/>
                  </a:lnTo>
                  <a:lnTo>
                    <a:pt x="2292" y="16101"/>
                  </a:lnTo>
                  <a:lnTo>
                    <a:pt x="1900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 name="Google Shape;1073;p66"/>
            <p:cNvSpPr/>
            <p:nvPr/>
          </p:nvSpPr>
          <p:spPr>
            <a:xfrm>
              <a:off x="6740248"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 name="Google Shape;1074;p66"/>
            <p:cNvSpPr/>
            <p:nvPr/>
          </p:nvSpPr>
          <p:spPr>
            <a:xfrm>
              <a:off x="7100144" y="4092325"/>
              <a:ext cx="1218408" cy="1032356"/>
            </a:xfrm>
            <a:custGeom>
              <a:rect b="b" l="l" r="r" t="t"/>
              <a:pathLst>
                <a:path extrusionOk="0" h="16101" w="19002">
                  <a:moveTo>
                    <a:pt x="16710" y="1"/>
                  </a:moveTo>
                  <a:lnTo>
                    <a:pt x="0" y="16101"/>
                  </a:lnTo>
                  <a:lnTo>
                    <a:pt x="2292" y="16101"/>
                  </a:lnTo>
                  <a:lnTo>
                    <a:pt x="1900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p66"/>
            <p:cNvSpPr/>
            <p:nvPr/>
          </p:nvSpPr>
          <p:spPr>
            <a:xfrm>
              <a:off x="7459976"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66"/>
            <p:cNvSpPr/>
            <p:nvPr/>
          </p:nvSpPr>
          <p:spPr>
            <a:xfrm>
              <a:off x="7819808" y="4092325"/>
              <a:ext cx="1218472" cy="1032356"/>
            </a:xfrm>
            <a:custGeom>
              <a:rect b="b" l="l" r="r" t="t"/>
              <a:pathLst>
                <a:path extrusionOk="0" h="16101" w="19003">
                  <a:moveTo>
                    <a:pt x="16710" y="1"/>
                  </a:moveTo>
                  <a:lnTo>
                    <a:pt x="1" y="16101"/>
                  </a:lnTo>
                  <a:lnTo>
                    <a:pt x="2294"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 name="Google Shape;1077;p66"/>
            <p:cNvSpPr/>
            <p:nvPr/>
          </p:nvSpPr>
          <p:spPr>
            <a:xfrm>
              <a:off x="8179704" y="4195555"/>
              <a:ext cx="964301" cy="929127"/>
            </a:xfrm>
            <a:custGeom>
              <a:rect b="b" l="l" r="r" t="t"/>
              <a:pathLst>
                <a:path extrusionOk="0" h="14491" w="15039">
                  <a:moveTo>
                    <a:pt x="15039" y="0"/>
                  </a:moveTo>
                  <a:lnTo>
                    <a:pt x="0" y="14491"/>
                  </a:lnTo>
                  <a:lnTo>
                    <a:pt x="2293" y="14491"/>
                  </a:lnTo>
                  <a:lnTo>
                    <a:pt x="15039" y="2209"/>
                  </a:lnTo>
                  <a:lnTo>
                    <a:pt x="1503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 name="Google Shape;1078;p66"/>
            <p:cNvSpPr/>
            <p:nvPr/>
          </p:nvSpPr>
          <p:spPr>
            <a:xfrm>
              <a:off x="8539601" y="4542304"/>
              <a:ext cx="604395" cy="582379"/>
            </a:xfrm>
            <a:custGeom>
              <a:rect b="b" l="l" r="r" t="t"/>
              <a:pathLst>
                <a:path extrusionOk="0" h="9083" w="9426">
                  <a:moveTo>
                    <a:pt x="9426" y="1"/>
                  </a:moveTo>
                  <a:lnTo>
                    <a:pt x="1" y="9083"/>
                  </a:lnTo>
                  <a:lnTo>
                    <a:pt x="2292" y="9083"/>
                  </a:lnTo>
                  <a:lnTo>
                    <a:pt x="9426" y="2209"/>
                  </a:lnTo>
                  <a:lnTo>
                    <a:pt x="94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9" name="Google Shape;1079;p66"/>
          <p:cNvSpPr/>
          <p:nvPr/>
        </p:nvSpPr>
        <p:spPr>
          <a:xfrm>
            <a:off x="5162725" y="668406"/>
            <a:ext cx="1792800" cy="17928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p66"/>
          <p:cNvSpPr txBox="1"/>
          <p:nvPr>
            <p:ph type="title"/>
          </p:nvPr>
        </p:nvSpPr>
        <p:spPr>
          <a:xfrm flipH="1">
            <a:off x="4104475" y="2587625"/>
            <a:ext cx="3909300" cy="1426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600"/>
              <a:buNone/>
            </a:pPr>
            <a:r>
              <a:rPr lang="en-GB">
                <a:latin typeface="Raleway ExtraBold"/>
                <a:ea typeface="Raleway ExtraBold"/>
                <a:cs typeface="Raleway ExtraBold"/>
                <a:sym typeface="Raleway ExtraBold"/>
              </a:rPr>
              <a:t>Methodology</a:t>
            </a:r>
            <a:endParaRPr/>
          </a:p>
        </p:txBody>
      </p:sp>
      <p:sp>
        <p:nvSpPr>
          <p:cNvPr id="1081" name="Google Shape;1081;p66"/>
          <p:cNvSpPr txBox="1"/>
          <p:nvPr>
            <p:ph idx="2" type="title"/>
          </p:nvPr>
        </p:nvSpPr>
        <p:spPr>
          <a:xfrm flipH="1">
            <a:off x="5023675" y="1013256"/>
            <a:ext cx="2070900" cy="1103100"/>
          </a:xfrm>
          <a:prstGeom prst="rect">
            <a:avLst/>
          </a:prstGeom>
          <a:noFill/>
          <a:ln>
            <a:noFill/>
          </a:ln>
        </p:spPr>
        <p:txBody>
          <a:bodyPr anchorCtr="0" anchor="ctr" bIns="91425" lIns="91425" spcFirstLastPara="1" rIns="91425" wrap="square" tIns="0">
            <a:noAutofit/>
          </a:bodyPr>
          <a:lstStyle/>
          <a:p>
            <a:pPr indent="0" lvl="0" marL="0" rtl="0" algn="ctr">
              <a:lnSpc>
                <a:spcPct val="100000"/>
              </a:lnSpc>
              <a:spcBef>
                <a:spcPts val="0"/>
              </a:spcBef>
              <a:spcAft>
                <a:spcPts val="0"/>
              </a:spcAft>
              <a:buSzPts val="6000"/>
              <a:buNone/>
            </a:pPr>
            <a:r>
              <a:rPr lang="en-GB"/>
              <a:t>02</a:t>
            </a:r>
            <a:endParaRPr/>
          </a:p>
        </p:txBody>
      </p:sp>
      <p:sp>
        <p:nvSpPr>
          <p:cNvPr id="1082" name="Google Shape;1082;p66"/>
          <p:cNvSpPr txBox="1"/>
          <p:nvPr>
            <p:ph idx="1" type="subTitle"/>
          </p:nvPr>
        </p:nvSpPr>
        <p:spPr>
          <a:xfrm flipH="1">
            <a:off x="4104475" y="4044894"/>
            <a:ext cx="3909300" cy="43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400"/>
              <a:buFont typeface="Arial"/>
              <a:buNone/>
            </a:pPr>
            <a:r>
              <a:rPr lang="en-GB" sz="1200"/>
              <a:t>Data Prep, Modeling, Tuning, Evaluation</a:t>
            </a:r>
            <a:endParaRPr sz="1200"/>
          </a:p>
          <a:p>
            <a:pPr indent="0" lvl="0" marL="0" rtl="0" algn="ctr">
              <a:lnSpc>
                <a:spcPct val="100000"/>
              </a:lnSpc>
              <a:spcBef>
                <a:spcPts val="0"/>
              </a:spcBef>
              <a:spcAft>
                <a:spcPts val="0"/>
              </a:spcAft>
              <a:buSzPts val="1200"/>
              <a:buNone/>
            </a:pPr>
            <a:r>
              <a:t/>
            </a:r>
            <a:endParaRPr/>
          </a:p>
        </p:txBody>
      </p:sp>
      <p:grpSp>
        <p:nvGrpSpPr>
          <p:cNvPr id="1083" name="Google Shape;1083;p66"/>
          <p:cNvGrpSpPr/>
          <p:nvPr/>
        </p:nvGrpSpPr>
        <p:grpSpPr>
          <a:xfrm flipH="1" rot="10800000">
            <a:off x="736138" y="1133418"/>
            <a:ext cx="1737764" cy="3190933"/>
            <a:chOff x="-2015525" y="1190673"/>
            <a:chExt cx="1253526" cy="2302260"/>
          </a:xfrm>
        </p:grpSpPr>
        <p:sp>
          <p:nvSpPr>
            <p:cNvPr id="1084" name="Google Shape;1084;p66"/>
            <p:cNvSpPr/>
            <p:nvPr/>
          </p:nvSpPr>
          <p:spPr>
            <a:xfrm>
              <a:off x="-1465824" y="1190673"/>
              <a:ext cx="154224" cy="574880"/>
            </a:xfrm>
            <a:custGeom>
              <a:rect b="b" l="l" r="r" t="t"/>
              <a:pathLst>
                <a:path extrusionOk="0" h="10102" w="2790">
                  <a:moveTo>
                    <a:pt x="0" y="0"/>
                  </a:moveTo>
                  <a:lnTo>
                    <a:pt x="0" y="10102"/>
                  </a:lnTo>
                  <a:lnTo>
                    <a:pt x="2789" y="10102"/>
                  </a:lnTo>
                  <a:lnTo>
                    <a:pt x="278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66"/>
            <p:cNvSpPr/>
            <p:nvPr/>
          </p:nvSpPr>
          <p:spPr>
            <a:xfrm>
              <a:off x="-1611576" y="1438143"/>
              <a:ext cx="445682" cy="994066"/>
            </a:xfrm>
            <a:custGeom>
              <a:rect b="b" l="l" r="r" t="t"/>
              <a:pathLst>
                <a:path extrusionOk="0" h="17984" w="8063">
                  <a:moveTo>
                    <a:pt x="2721" y="0"/>
                  </a:moveTo>
                  <a:cubicBezTo>
                    <a:pt x="1220" y="0"/>
                    <a:pt x="0" y="1220"/>
                    <a:pt x="0" y="2721"/>
                  </a:cubicBezTo>
                  <a:lnTo>
                    <a:pt x="0" y="15263"/>
                  </a:lnTo>
                  <a:cubicBezTo>
                    <a:pt x="0" y="16764"/>
                    <a:pt x="1220" y="17983"/>
                    <a:pt x="2721" y="17983"/>
                  </a:cubicBezTo>
                  <a:lnTo>
                    <a:pt x="5342" y="17983"/>
                  </a:lnTo>
                  <a:cubicBezTo>
                    <a:pt x="6843" y="17983"/>
                    <a:pt x="8062" y="16764"/>
                    <a:pt x="8062" y="15263"/>
                  </a:cubicBezTo>
                  <a:lnTo>
                    <a:pt x="8062" y="2721"/>
                  </a:lnTo>
                  <a:cubicBezTo>
                    <a:pt x="8062" y="1220"/>
                    <a:pt x="6843" y="0"/>
                    <a:pt x="534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66"/>
            <p:cNvSpPr/>
            <p:nvPr/>
          </p:nvSpPr>
          <p:spPr>
            <a:xfrm>
              <a:off x="-1286504" y="2353439"/>
              <a:ext cx="241110" cy="1139494"/>
            </a:xfrm>
            <a:custGeom>
              <a:rect b="b" l="l" r="r" t="t"/>
              <a:pathLst>
                <a:path extrusionOk="0" h="20615" w="4362">
                  <a:moveTo>
                    <a:pt x="2181" y="0"/>
                  </a:moveTo>
                  <a:cubicBezTo>
                    <a:pt x="976" y="0"/>
                    <a:pt x="1" y="976"/>
                    <a:pt x="1" y="2181"/>
                  </a:cubicBezTo>
                  <a:lnTo>
                    <a:pt x="1" y="18434"/>
                  </a:lnTo>
                  <a:cubicBezTo>
                    <a:pt x="1" y="19638"/>
                    <a:pt x="976" y="20614"/>
                    <a:pt x="2181" y="20614"/>
                  </a:cubicBezTo>
                  <a:cubicBezTo>
                    <a:pt x="3385" y="20614"/>
                    <a:pt x="4362" y="19638"/>
                    <a:pt x="4362" y="18434"/>
                  </a:cubicBezTo>
                  <a:lnTo>
                    <a:pt x="4362" y="2181"/>
                  </a:lnTo>
                  <a:cubicBezTo>
                    <a:pt x="4362" y="976"/>
                    <a:pt x="3385"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66"/>
            <p:cNvSpPr/>
            <p:nvPr/>
          </p:nvSpPr>
          <p:spPr>
            <a:xfrm>
              <a:off x="-1732130" y="2353439"/>
              <a:ext cx="241165" cy="1139494"/>
            </a:xfrm>
            <a:custGeom>
              <a:rect b="b" l="l" r="r" t="t"/>
              <a:pathLst>
                <a:path extrusionOk="0" h="20615" w="4363">
                  <a:moveTo>
                    <a:pt x="2181" y="0"/>
                  </a:moveTo>
                  <a:cubicBezTo>
                    <a:pt x="978" y="0"/>
                    <a:pt x="1" y="976"/>
                    <a:pt x="1" y="2181"/>
                  </a:cubicBezTo>
                  <a:lnTo>
                    <a:pt x="1" y="18434"/>
                  </a:lnTo>
                  <a:cubicBezTo>
                    <a:pt x="1" y="19638"/>
                    <a:pt x="978" y="20614"/>
                    <a:pt x="2181" y="20614"/>
                  </a:cubicBezTo>
                  <a:cubicBezTo>
                    <a:pt x="3386" y="20614"/>
                    <a:pt x="4362" y="19638"/>
                    <a:pt x="4362" y="18434"/>
                  </a:cubicBezTo>
                  <a:lnTo>
                    <a:pt x="4362" y="2181"/>
                  </a:lnTo>
                  <a:cubicBezTo>
                    <a:pt x="4362" y="976"/>
                    <a:pt x="3386"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66"/>
            <p:cNvSpPr/>
            <p:nvPr/>
          </p:nvSpPr>
          <p:spPr>
            <a:xfrm>
              <a:off x="-2015525" y="1996972"/>
              <a:ext cx="1253526" cy="870360"/>
            </a:xfrm>
            <a:custGeom>
              <a:rect b="b" l="l" r="r" t="t"/>
              <a:pathLst>
                <a:path extrusionOk="0" h="15746" w="22678">
                  <a:moveTo>
                    <a:pt x="4332" y="1"/>
                  </a:moveTo>
                  <a:cubicBezTo>
                    <a:pt x="1940" y="1"/>
                    <a:pt x="1" y="1940"/>
                    <a:pt x="1" y="4332"/>
                  </a:cubicBezTo>
                  <a:lnTo>
                    <a:pt x="1" y="15745"/>
                  </a:lnTo>
                  <a:lnTo>
                    <a:pt x="22678" y="15745"/>
                  </a:lnTo>
                  <a:lnTo>
                    <a:pt x="22678" y="4332"/>
                  </a:lnTo>
                  <a:cubicBezTo>
                    <a:pt x="22678" y="1940"/>
                    <a:pt x="20739" y="1"/>
                    <a:pt x="18347" y="1"/>
                  </a:cubicBezTo>
                  <a:close/>
                </a:path>
              </a:pathLst>
            </a:custGeom>
            <a:solidFill>
              <a:schemeClr val="lt1"/>
            </a:solidFill>
            <a:ln cap="flat" cmpd="sng" w="13875">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66"/>
            <p:cNvSpPr/>
            <p:nvPr/>
          </p:nvSpPr>
          <p:spPr>
            <a:xfrm>
              <a:off x="-1515066" y="2225036"/>
              <a:ext cx="252607" cy="368518"/>
            </a:xfrm>
            <a:custGeom>
              <a:rect b="b" l="l" r="r" t="t"/>
              <a:pathLst>
                <a:path extrusionOk="0" h="6667" w="4570">
                  <a:moveTo>
                    <a:pt x="3250" y="0"/>
                  </a:moveTo>
                  <a:lnTo>
                    <a:pt x="1" y="3925"/>
                  </a:lnTo>
                  <a:lnTo>
                    <a:pt x="2099" y="3925"/>
                  </a:lnTo>
                  <a:lnTo>
                    <a:pt x="949" y="6666"/>
                  </a:lnTo>
                  <a:lnTo>
                    <a:pt x="3250" y="6666"/>
                  </a:lnTo>
                  <a:lnTo>
                    <a:pt x="4570" y="2869"/>
                  </a:lnTo>
                  <a:lnTo>
                    <a:pt x="2777" y="2869"/>
                  </a:lnTo>
                  <a:lnTo>
                    <a:pt x="32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0" name="Google Shape;1090;p66"/>
          <p:cNvGrpSpPr/>
          <p:nvPr/>
        </p:nvGrpSpPr>
        <p:grpSpPr>
          <a:xfrm flipH="1">
            <a:off x="171357" y="127312"/>
            <a:ext cx="2867298" cy="587084"/>
            <a:chOff x="207675" y="127349"/>
            <a:chExt cx="2867298" cy="587084"/>
          </a:xfrm>
        </p:grpSpPr>
        <p:grpSp>
          <p:nvGrpSpPr>
            <p:cNvPr id="1091" name="Google Shape;1091;p66"/>
            <p:cNvGrpSpPr/>
            <p:nvPr/>
          </p:nvGrpSpPr>
          <p:grpSpPr>
            <a:xfrm>
              <a:off x="207675" y="127349"/>
              <a:ext cx="1712411" cy="587084"/>
              <a:chOff x="1722125" y="3637225"/>
              <a:chExt cx="1075500" cy="368725"/>
            </a:xfrm>
          </p:grpSpPr>
          <p:sp>
            <p:nvSpPr>
              <p:cNvPr id="1092" name="Google Shape;1092;p66"/>
              <p:cNvSpPr/>
              <p:nvPr/>
            </p:nvSpPr>
            <p:spPr>
              <a:xfrm>
                <a:off x="1784150" y="3703450"/>
                <a:ext cx="53875" cy="302500"/>
              </a:xfrm>
              <a:custGeom>
                <a:rect b="b" l="l" r="r" t="t"/>
                <a:pathLst>
                  <a:path extrusionOk="0" h="12100" w="2155">
                    <a:moveTo>
                      <a:pt x="1" y="1"/>
                    </a:moveTo>
                    <a:lnTo>
                      <a:pt x="1" y="12099"/>
                    </a:lnTo>
                    <a:lnTo>
                      <a:pt x="2154" y="12099"/>
                    </a:lnTo>
                    <a:lnTo>
                      <a:pt x="215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66"/>
              <p:cNvSpPr/>
              <p:nvPr/>
            </p:nvSpPr>
            <p:spPr>
              <a:xfrm>
                <a:off x="1722125" y="3637225"/>
                <a:ext cx="177925" cy="106100"/>
              </a:xfrm>
              <a:custGeom>
                <a:rect b="b" l="l" r="r" t="t"/>
                <a:pathLst>
                  <a:path extrusionOk="0" h="4244" w="7117">
                    <a:moveTo>
                      <a:pt x="3558" y="1"/>
                    </a:moveTo>
                    <a:lnTo>
                      <a:pt x="0" y="4243"/>
                    </a:lnTo>
                    <a:lnTo>
                      <a:pt x="7117"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66"/>
              <p:cNvSpPr/>
              <p:nvPr/>
            </p:nvSpPr>
            <p:spPr>
              <a:xfrm>
                <a:off x="1964725" y="3637225"/>
                <a:ext cx="53875" cy="302500"/>
              </a:xfrm>
              <a:custGeom>
                <a:rect b="b" l="l" r="r" t="t"/>
                <a:pathLst>
                  <a:path extrusionOk="0" h="12100" w="2155">
                    <a:moveTo>
                      <a:pt x="1" y="1"/>
                    </a:moveTo>
                    <a:lnTo>
                      <a:pt x="1"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66"/>
              <p:cNvSpPr/>
              <p:nvPr/>
            </p:nvSpPr>
            <p:spPr>
              <a:xfrm>
                <a:off x="1902725" y="3899875"/>
                <a:ext cx="177925" cy="106075"/>
              </a:xfrm>
              <a:custGeom>
                <a:rect b="b" l="l" r="r" t="t"/>
                <a:pathLst>
                  <a:path extrusionOk="0" h="4243" w="7117">
                    <a:moveTo>
                      <a:pt x="1" y="0"/>
                    </a:moveTo>
                    <a:lnTo>
                      <a:pt x="3558" y="4242"/>
                    </a:lnTo>
                    <a:lnTo>
                      <a:pt x="71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66"/>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66"/>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66"/>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66"/>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66"/>
              <p:cNvSpPr/>
              <p:nvPr/>
            </p:nvSpPr>
            <p:spPr>
              <a:xfrm>
                <a:off x="25011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p66"/>
              <p:cNvSpPr/>
              <p:nvPr/>
            </p:nvSpPr>
            <p:spPr>
              <a:xfrm>
                <a:off x="2439125" y="3637225"/>
                <a:ext cx="177925" cy="106100"/>
              </a:xfrm>
              <a:custGeom>
                <a:rect b="b" l="l" r="r" t="t"/>
                <a:pathLst>
                  <a:path extrusionOk="0" h="4244" w="7117">
                    <a:moveTo>
                      <a:pt x="3558" y="1"/>
                    </a:moveTo>
                    <a:lnTo>
                      <a:pt x="1" y="4243"/>
                    </a:lnTo>
                    <a:lnTo>
                      <a:pt x="7116"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p66"/>
              <p:cNvSpPr/>
              <p:nvPr/>
            </p:nvSpPr>
            <p:spPr>
              <a:xfrm>
                <a:off x="2681725" y="3637225"/>
                <a:ext cx="53875" cy="302500"/>
              </a:xfrm>
              <a:custGeom>
                <a:rect b="b" l="l" r="r" t="t"/>
                <a:pathLst>
                  <a:path extrusionOk="0" h="12100" w="2155">
                    <a:moveTo>
                      <a:pt x="0" y="1"/>
                    </a:moveTo>
                    <a:lnTo>
                      <a:pt x="0" y="12099"/>
                    </a:lnTo>
                    <a:lnTo>
                      <a:pt x="2154" y="12099"/>
                    </a:lnTo>
                    <a:lnTo>
                      <a:pt x="2154"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p66"/>
              <p:cNvSpPr/>
              <p:nvPr/>
            </p:nvSpPr>
            <p:spPr>
              <a:xfrm>
                <a:off x="2619700" y="3899875"/>
                <a:ext cx="177925" cy="106075"/>
              </a:xfrm>
              <a:custGeom>
                <a:rect b="b" l="l" r="r" t="t"/>
                <a:pathLst>
                  <a:path extrusionOk="0" h="4243" w="7117">
                    <a:moveTo>
                      <a:pt x="1" y="0"/>
                    </a:moveTo>
                    <a:lnTo>
                      <a:pt x="3558" y="4242"/>
                    </a:lnTo>
                    <a:lnTo>
                      <a:pt x="7117"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 name="Google Shape;1104;p66"/>
            <p:cNvGrpSpPr/>
            <p:nvPr/>
          </p:nvGrpSpPr>
          <p:grpSpPr>
            <a:xfrm>
              <a:off x="1933325" y="127349"/>
              <a:ext cx="1141647" cy="587084"/>
              <a:chOff x="1722125" y="3637225"/>
              <a:chExt cx="717025" cy="368725"/>
            </a:xfrm>
          </p:grpSpPr>
          <p:sp>
            <p:nvSpPr>
              <p:cNvPr id="1105" name="Google Shape;1105;p66"/>
              <p:cNvSpPr/>
              <p:nvPr/>
            </p:nvSpPr>
            <p:spPr>
              <a:xfrm>
                <a:off x="1784150" y="3703450"/>
                <a:ext cx="53875" cy="302500"/>
              </a:xfrm>
              <a:custGeom>
                <a:rect b="b" l="l" r="r" t="t"/>
                <a:pathLst>
                  <a:path extrusionOk="0" h="12100" w="2155">
                    <a:moveTo>
                      <a:pt x="1" y="1"/>
                    </a:moveTo>
                    <a:lnTo>
                      <a:pt x="1" y="12099"/>
                    </a:lnTo>
                    <a:lnTo>
                      <a:pt x="2154" y="12099"/>
                    </a:lnTo>
                    <a:lnTo>
                      <a:pt x="215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66"/>
              <p:cNvSpPr/>
              <p:nvPr/>
            </p:nvSpPr>
            <p:spPr>
              <a:xfrm>
                <a:off x="1722125" y="3637225"/>
                <a:ext cx="177925" cy="106100"/>
              </a:xfrm>
              <a:custGeom>
                <a:rect b="b" l="l" r="r" t="t"/>
                <a:pathLst>
                  <a:path extrusionOk="0" h="4244" w="7117">
                    <a:moveTo>
                      <a:pt x="3558" y="1"/>
                    </a:moveTo>
                    <a:lnTo>
                      <a:pt x="0" y="4243"/>
                    </a:lnTo>
                    <a:lnTo>
                      <a:pt x="7117"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66"/>
              <p:cNvSpPr/>
              <p:nvPr/>
            </p:nvSpPr>
            <p:spPr>
              <a:xfrm>
                <a:off x="1964725" y="3637225"/>
                <a:ext cx="53875" cy="302500"/>
              </a:xfrm>
              <a:custGeom>
                <a:rect b="b" l="l" r="r" t="t"/>
                <a:pathLst>
                  <a:path extrusionOk="0" h="12100" w="2155">
                    <a:moveTo>
                      <a:pt x="1" y="1"/>
                    </a:moveTo>
                    <a:lnTo>
                      <a:pt x="1"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 name="Google Shape;1108;p66"/>
              <p:cNvSpPr/>
              <p:nvPr/>
            </p:nvSpPr>
            <p:spPr>
              <a:xfrm>
                <a:off x="1902725" y="3899875"/>
                <a:ext cx="177925" cy="106075"/>
              </a:xfrm>
              <a:custGeom>
                <a:rect b="b" l="l" r="r" t="t"/>
                <a:pathLst>
                  <a:path extrusionOk="0" h="4243" w="7117">
                    <a:moveTo>
                      <a:pt x="1" y="0"/>
                    </a:moveTo>
                    <a:lnTo>
                      <a:pt x="3558" y="4242"/>
                    </a:lnTo>
                    <a:lnTo>
                      <a:pt x="71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 name="Google Shape;1109;p66"/>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p66"/>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66"/>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66"/>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13" name="Google Shape;1113;p66"/>
          <p:cNvGrpSpPr/>
          <p:nvPr/>
        </p:nvGrpSpPr>
        <p:grpSpPr>
          <a:xfrm flipH="1" rot="10800000">
            <a:off x="3564672" y="-14238"/>
            <a:ext cx="753870" cy="1509636"/>
            <a:chOff x="5088650" y="245050"/>
            <a:chExt cx="1046025" cy="2094681"/>
          </a:xfrm>
        </p:grpSpPr>
        <p:sp>
          <p:nvSpPr>
            <p:cNvPr id="1114" name="Google Shape;1114;p66"/>
            <p:cNvSpPr/>
            <p:nvPr/>
          </p:nvSpPr>
          <p:spPr>
            <a:xfrm>
              <a:off x="5547342" y="1580832"/>
              <a:ext cx="128662" cy="758899"/>
            </a:xfrm>
            <a:custGeom>
              <a:rect b="b" l="l" r="r" t="t"/>
              <a:pathLst>
                <a:path extrusionOk="0" h="18637" w="5147">
                  <a:moveTo>
                    <a:pt x="0" y="0"/>
                  </a:moveTo>
                  <a:lnTo>
                    <a:pt x="0" y="18636"/>
                  </a:lnTo>
                  <a:lnTo>
                    <a:pt x="5147" y="18636"/>
                  </a:lnTo>
                  <a:lnTo>
                    <a:pt x="5147"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p66"/>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66"/>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66"/>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66"/>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p66"/>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 name="Shape 1123"/>
        <p:cNvGrpSpPr/>
        <p:nvPr/>
      </p:nvGrpSpPr>
      <p:grpSpPr>
        <a:xfrm>
          <a:off x="0" y="0"/>
          <a:ext cx="0" cy="0"/>
          <a:chOff x="0" y="0"/>
          <a:chExt cx="0" cy="0"/>
        </a:xfrm>
      </p:grpSpPr>
      <p:sp>
        <p:nvSpPr>
          <p:cNvPr id="1124" name="Google Shape;1124;p67"/>
          <p:cNvSpPr txBox="1"/>
          <p:nvPr>
            <p:ph type="title"/>
          </p:nvPr>
        </p:nvSpPr>
        <p:spPr>
          <a:xfrm>
            <a:off x="720000" y="53500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a:t>DATA PREPROCESSING PIPELINE </a:t>
            </a:r>
            <a:endParaRPr/>
          </a:p>
        </p:txBody>
      </p:sp>
      <p:sp>
        <p:nvSpPr>
          <p:cNvPr id="1125" name="Google Shape;1125;p67"/>
          <p:cNvSpPr/>
          <p:nvPr/>
        </p:nvSpPr>
        <p:spPr>
          <a:xfrm>
            <a:off x="715100" y="1957480"/>
            <a:ext cx="866100" cy="866100"/>
          </a:xfrm>
          <a:prstGeom prst="roundRect">
            <a:avLst>
              <a:gd fmla="val 31579" name="adj"/>
            </a:avLst>
          </a:prstGeom>
          <a:noFill/>
          <a:ln cap="flat" cmpd="sng" w="17725">
            <a:solidFill>
              <a:schemeClr val="dk1"/>
            </a:solidFill>
            <a:prstDash val="solid"/>
            <a:round/>
            <a:headEnd len="sm" w="sm" type="none"/>
            <a:tailEnd len="sm" w="sm" type="none"/>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000000"/>
              </a:solidFill>
              <a:latin typeface="Arial"/>
              <a:ea typeface="Arial"/>
              <a:cs typeface="Arial"/>
              <a:sym typeface="Arial"/>
            </a:endParaRPr>
          </a:p>
        </p:txBody>
      </p:sp>
      <p:sp>
        <p:nvSpPr>
          <p:cNvPr id="1126" name="Google Shape;1126;p67"/>
          <p:cNvSpPr/>
          <p:nvPr/>
        </p:nvSpPr>
        <p:spPr>
          <a:xfrm>
            <a:off x="7748300" y="1957475"/>
            <a:ext cx="866100" cy="866100"/>
          </a:xfrm>
          <a:prstGeom prst="roundRect">
            <a:avLst>
              <a:gd fmla="val 31579" name="adj"/>
            </a:avLst>
          </a:prstGeom>
          <a:noFill/>
          <a:ln cap="flat" cmpd="sng" w="17725">
            <a:solidFill>
              <a:schemeClr val="dk1"/>
            </a:solidFill>
            <a:prstDash val="solid"/>
            <a:round/>
            <a:headEnd len="sm" w="sm" type="none"/>
            <a:tailEnd len="sm" w="sm" type="none"/>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2"/>
              <a:buFont typeface="Arial"/>
              <a:buNone/>
            </a:pPr>
            <a:r>
              <a:t/>
            </a:r>
            <a:endParaRPr b="0" i="0" sz="1302" u="none" cap="none" strike="noStrike">
              <a:solidFill>
                <a:srgbClr val="000000"/>
              </a:solidFill>
              <a:latin typeface="Arial"/>
              <a:ea typeface="Arial"/>
              <a:cs typeface="Arial"/>
              <a:sym typeface="Arial"/>
            </a:endParaRPr>
          </a:p>
        </p:txBody>
      </p:sp>
      <p:grpSp>
        <p:nvGrpSpPr>
          <p:cNvPr id="1127" name="Google Shape;1127;p67"/>
          <p:cNvGrpSpPr/>
          <p:nvPr/>
        </p:nvGrpSpPr>
        <p:grpSpPr>
          <a:xfrm>
            <a:off x="7938902" y="2263293"/>
            <a:ext cx="484683" cy="254380"/>
            <a:chOff x="2084325" y="363300"/>
            <a:chExt cx="484150" cy="254100"/>
          </a:xfrm>
        </p:grpSpPr>
        <p:sp>
          <p:nvSpPr>
            <p:cNvPr id="1128" name="Google Shape;1128;p67"/>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2"/>
                <a:buFont typeface="Arial"/>
                <a:buNone/>
              </a:pPr>
              <a:r>
                <a:t/>
              </a:r>
              <a:endParaRPr b="0" i="0" sz="1302" u="none" cap="none" strike="noStrike">
                <a:solidFill>
                  <a:srgbClr val="435D74"/>
                </a:solidFill>
                <a:latin typeface="Arial"/>
                <a:ea typeface="Arial"/>
                <a:cs typeface="Arial"/>
                <a:sym typeface="Arial"/>
              </a:endParaRPr>
            </a:p>
          </p:txBody>
        </p:sp>
        <p:sp>
          <p:nvSpPr>
            <p:cNvPr id="1129" name="Google Shape;1129;p67"/>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2"/>
                <a:buFont typeface="Arial"/>
                <a:buNone/>
              </a:pPr>
              <a:r>
                <a:t/>
              </a:r>
              <a:endParaRPr b="0" i="0" sz="1302" u="none" cap="none" strike="noStrike">
                <a:solidFill>
                  <a:srgbClr val="435D74"/>
                </a:solidFill>
                <a:latin typeface="Arial"/>
                <a:ea typeface="Arial"/>
                <a:cs typeface="Arial"/>
                <a:sym typeface="Arial"/>
              </a:endParaRPr>
            </a:p>
          </p:txBody>
        </p:sp>
      </p:grpSp>
      <p:grpSp>
        <p:nvGrpSpPr>
          <p:cNvPr id="1130" name="Google Shape;1130;p67"/>
          <p:cNvGrpSpPr/>
          <p:nvPr/>
        </p:nvGrpSpPr>
        <p:grpSpPr>
          <a:xfrm>
            <a:off x="942282" y="2186759"/>
            <a:ext cx="411475" cy="407452"/>
            <a:chOff x="5049725" y="1435050"/>
            <a:chExt cx="486550" cy="481850"/>
          </a:xfrm>
        </p:grpSpPr>
        <p:sp>
          <p:nvSpPr>
            <p:cNvPr id="1131" name="Google Shape;1131;p67"/>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435D74"/>
                </a:solidFill>
                <a:latin typeface="Arial"/>
                <a:ea typeface="Arial"/>
                <a:cs typeface="Arial"/>
                <a:sym typeface="Arial"/>
              </a:endParaRPr>
            </a:p>
          </p:txBody>
        </p:sp>
        <p:sp>
          <p:nvSpPr>
            <p:cNvPr id="1132" name="Google Shape;1132;p67"/>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435D74"/>
                </a:solidFill>
                <a:latin typeface="Arial"/>
                <a:ea typeface="Arial"/>
                <a:cs typeface="Arial"/>
                <a:sym typeface="Arial"/>
              </a:endParaRPr>
            </a:p>
          </p:txBody>
        </p:sp>
        <p:sp>
          <p:nvSpPr>
            <p:cNvPr id="1133" name="Google Shape;1133;p67"/>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435D74"/>
                </a:solidFill>
                <a:latin typeface="Arial"/>
                <a:ea typeface="Arial"/>
                <a:cs typeface="Arial"/>
                <a:sym typeface="Arial"/>
              </a:endParaRPr>
            </a:p>
          </p:txBody>
        </p:sp>
        <p:sp>
          <p:nvSpPr>
            <p:cNvPr id="1134" name="Google Shape;1134;p67"/>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435D74"/>
                </a:solidFill>
                <a:latin typeface="Arial"/>
                <a:ea typeface="Arial"/>
                <a:cs typeface="Arial"/>
                <a:sym typeface="Arial"/>
              </a:endParaRPr>
            </a:p>
          </p:txBody>
        </p:sp>
      </p:grpSp>
      <p:sp>
        <p:nvSpPr>
          <p:cNvPr id="1135" name="Google Shape;1135;p67"/>
          <p:cNvSpPr txBox="1"/>
          <p:nvPr>
            <p:ph idx="1" type="subTitle"/>
          </p:nvPr>
        </p:nvSpPr>
        <p:spPr>
          <a:xfrm>
            <a:off x="1781131" y="1827250"/>
            <a:ext cx="2595900" cy="511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GB" sz="1900"/>
              <a:t>OUTLIER HANDLING</a:t>
            </a:r>
            <a:endParaRPr sz="1900"/>
          </a:p>
          <a:p>
            <a:pPr indent="0" lvl="0" marL="0" rtl="0" algn="l">
              <a:lnSpc>
                <a:spcPct val="100000"/>
              </a:lnSpc>
              <a:spcBef>
                <a:spcPts val="0"/>
              </a:spcBef>
              <a:spcAft>
                <a:spcPts val="0"/>
              </a:spcAft>
              <a:buSzPts val="2400"/>
              <a:buNone/>
            </a:pPr>
            <a:r>
              <a:rPr lang="en-GB" sz="1900"/>
              <a:t>WINSORIZATION</a:t>
            </a:r>
            <a:endParaRPr sz="1900"/>
          </a:p>
        </p:txBody>
      </p:sp>
      <p:sp>
        <p:nvSpPr>
          <p:cNvPr id="1136" name="Google Shape;1136;p67"/>
          <p:cNvSpPr txBox="1"/>
          <p:nvPr>
            <p:ph idx="2" type="subTitle"/>
          </p:nvPr>
        </p:nvSpPr>
        <p:spPr>
          <a:xfrm>
            <a:off x="1781156" y="2239325"/>
            <a:ext cx="2595900" cy="573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GB" sz="1100"/>
              <a:t>- </a:t>
            </a:r>
            <a:r>
              <a:rPr lang="en-GB" sz="1100"/>
              <a:t>Capped extreme values at 99th percentile (6,313 kWh)</a:t>
            </a:r>
            <a:endParaRPr sz="1100"/>
          </a:p>
          <a:p>
            <a:pPr indent="0" lvl="0" marL="0" rtl="0" algn="l">
              <a:lnSpc>
                <a:spcPct val="115000"/>
              </a:lnSpc>
              <a:spcBef>
                <a:spcPts val="0"/>
              </a:spcBef>
              <a:spcAft>
                <a:spcPts val="0"/>
              </a:spcAft>
              <a:buNone/>
            </a:pPr>
            <a:r>
              <a:rPr lang="en-GB" sz="1100"/>
              <a:t>- Preserves high consumption signal without noise</a:t>
            </a:r>
            <a:endParaRPr sz="1100"/>
          </a:p>
          <a:p>
            <a:pPr indent="0" lvl="0" marL="0" rtl="0" algn="l">
              <a:lnSpc>
                <a:spcPct val="115000"/>
              </a:lnSpc>
              <a:spcBef>
                <a:spcPts val="0"/>
              </a:spcBef>
              <a:spcAft>
                <a:spcPts val="0"/>
              </a:spcAft>
              <a:buNone/>
            </a:pPr>
            <a:r>
              <a:rPr lang="en-GB" sz="1100"/>
              <a:t>- Applied before feature engineering</a:t>
            </a:r>
            <a:endParaRPr sz="1100"/>
          </a:p>
          <a:p>
            <a:pPr indent="0" lvl="0" marL="0" rtl="0" algn="l">
              <a:lnSpc>
                <a:spcPct val="100000"/>
              </a:lnSpc>
              <a:spcBef>
                <a:spcPts val="0"/>
              </a:spcBef>
              <a:spcAft>
                <a:spcPts val="1600"/>
              </a:spcAft>
              <a:buSzPts val="1200"/>
              <a:buNone/>
            </a:pPr>
            <a:r>
              <a:t/>
            </a:r>
            <a:endParaRPr sz="1100"/>
          </a:p>
        </p:txBody>
      </p:sp>
      <p:sp>
        <p:nvSpPr>
          <p:cNvPr id="1137" name="Google Shape;1137;p67"/>
          <p:cNvSpPr txBox="1"/>
          <p:nvPr>
            <p:ph idx="3" type="subTitle"/>
          </p:nvPr>
        </p:nvSpPr>
        <p:spPr>
          <a:xfrm>
            <a:off x="4762476" y="1827250"/>
            <a:ext cx="2828100" cy="5115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2400"/>
              <a:buNone/>
            </a:pPr>
            <a:r>
              <a:rPr lang="en-GB" sz="1900"/>
              <a:t>DATA QUALITY CHECKS</a:t>
            </a:r>
            <a:endParaRPr sz="1900"/>
          </a:p>
        </p:txBody>
      </p:sp>
      <p:sp>
        <p:nvSpPr>
          <p:cNvPr id="1138" name="Google Shape;1138;p67"/>
          <p:cNvSpPr txBox="1"/>
          <p:nvPr>
            <p:ph idx="4" type="subTitle"/>
          </p:nvPr>
        </p:nvSpPr>
        <p:spPr>
          <a:xfrm>
            <a:off x="4762476" y="2239325"/>
            <a:ext cx="2828100" cy="5733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GB" sz="1100"/>
              <a:t>✓ Missing values: 0</a:t>
            </a:r>
            <a:endParaRPr sz="1100"/>
          </a:p>
          <a:p>
            <a:pPr indent="0" lvl="0" marL="0" rtl="0" algn="r">
              <a:lnSpc>
                <a:spcPct val="115000"/>
              </a:lnSpc>
              <a:spcBef>
                <a:spcPts val="0"/>
              </a:spcBef>
              <a:spcAft>
                <a:spcPts val="0"/>
              </a:spcAft>
              <a:buNone/>
            </a:pPr>
            <a:r>
              <a:rPr lang="en-GB" sz="1100"/>
              <a:t>✓ Infinite values: 0</a:t>
            </a:r>
            <a:endParaRPr sz="1100"/>
          </a:p>
          <a:p>
            <a:pPr indent="0" lvl="0" marL="0" rtl="0" algn="r">
              <a:lnSpc>
                <a:spcPct val="115000"/>
              </a:lnSpc>
              <a:spcBef>
                <a:spcPts val="0"/>
              </a:spcBef>
              <a:spcAft>
                <a:spcPts val="0"/>
              </a:spcAft>
              <a:buNone/>
            </a:pPr>
            <a:r>
              <a:rPr lang="en-GB" sz="1100"/>
              <a:t>✓ Duplicate records: Removed</a:t>
            </a:r>
            <a:endParaRPr sz="1100"/>
          </a:p>
          <a:p>
            <a:pPr indent="0" lvl="0" marL="0" rtl="0" algn="r">
              <a:lnSpc>
                <a:spcPct val="115000"/>
              </a:lnSpc>
              <a:spcBef>
                <a:spcPts val="0"/>
              </a:spcBef>
              <a:spcAft>
                <a:spcPts val="0"/>
              </a:spcAft>
              <a:buNone/>
            </a:pPr>
            <a:r>
              <a:rPr lang="en-GB" sz="1100"/>
              <a:t>Clean dataset ready for modeling</a:t>
            </a:r>
            <a:endParaRPr sz="1100"/>
          </a:p>
          <a:p>
            <a:pPr indent="0" lvl="0" marL="0" rtl="0" algn="r">
              <a:lnSpc>
                <a:spcPct val="100000"/>
              </a:lnSpc>
              <a:spcBef>
                <a:spcPts val="0"/>
              </a:spcBef>
              <a:spcAft>
                <a:spcPts val="0"/>
              </a:spcAft>
              <a:buSzPts val="1200"/>
              <a:buNone/>
            </a:pPr>
            <a:r>
              <a:t/>
            </a:r>
            <a:endParaRPr sz="1100"/>
          </a:p>
          <a:p>
            <a:pPr indent="0" lvl="0" marL="0" rtl="0" algn="r">
              <a:lnSpc>
                <a:spcPct val="100000"/>
              </a:lnSpc>
              <a:spcBef>
                <a:spcPts val="0"/>
              </a:spcBef>
              <a:spcAft>
                <a:spcPts val="0"/>
              </a:spcAft>
              <a:buSzPts val="1200"/>
              <a:buNone/>
            </a:pPr>
            <a:r>
              <a:t/>
            </a:r>
            <a:endParaRPr sz="1100"/>
          </a:p>
        </p:txBody>
      </p:sp>
      <p:sp>
        <p:nvSpPr>
          <p:cNvPr id="1139" name="Google Shape;1139;p67"/>
          <p:cNvSpPr txBox="1"/>
          <p:nvPr>
            <p:ph idx="5" type="subTitle"/>
          </p:nvPr>
        </p:nvSpPr>
        <p:spPr>
          <a:xfrm>
            <a:off x="1781131" y="3298775"/>
            <a:ext cx="2595900" cy="511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GB" sz="1900"/>
              <a:t>FEATURE SCALING</a:t>
            </a:r>
            <a:endParaRPr sz="1900"/>
          </a:p>
        </p:txBody>
      </p:sp>
      <p:sp>
        <p:nvSpPr>
          <p:cNvPr id="1140" name="Google Shape;1140;p67"/>
          <p:cNvSpPr txBox="1"/>
          <p:nvPr>
            <p:ph idx="6" type="subTitle"/>
          </p:nvPr>
        </p:nvSpPr>
        <p:spPr>
          <a:xfrm>
            <a:off x="1781156" y="3710850"/>
            <a:ext cx="2595900" cy="573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GB" sz="1100">
                <a:solidFill>
                  <a:srgbClr val="000000"/>
                </a:solidFill>
                <a:latin typeface="Arial"/>
                <a:ea typeface="Arial"/>
                <a:cs typeface="Arial"/>
                <a:sym typeface="Arial"/>
              </a:rPr>
              <a:t>- </a:t>
            </a:r>
            <a:r>
              <a:rPr lang="en-GB" sz="1100">
                <a:solidFill>
                  <a:srgbClr val="000000"/>
                </a:solidFill>
                <a:latin typeface="Arial"/>
                <a:ea typeface="Arial"/>
                <a:cs typeface="Arial"/>
                <a:sym typeface="Arial"/>
              </a:rPr>
              <a:t>Method: </a:t>
            </a:r>
            <a:r>
              <a:rPr b="1" lang="en-GB" sz="1100">
                <a:solidFill>
                  <a:srgbClr val="000000"/>
                </a:solidFill>
                <a:latin typeface="Arial"/>
                <a:ea typeface="Arial"/>
                <a:cs typeface="Arial"/>
                <a:sym typeface="Arial"/>
              </a:rPr>
              <a:t>RobustScaler</a:t>
            </a:r>
            <a:endParaRPr b="1" sz="1100">
              <a:solidFill>
                <a:srgbClr val="000000"/>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000000"/>
                </a:solidFill>
                <a:latin typeface="Arial"/>
                <a:ea typeface="Arial"/>
                <a:cs typeface="Arial"/>
                <a:sym typeface="Arial"/>
              </a:rPr>
              <a:t>- Why: Resistant to outliers (uses median &amp; IQR</a:t>
            </a:r>
            <a:endParaRPr sz="1100">
              <a:solidFill>
                <a:srgbClr val="000000"/>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000000"/>
                </a:solidFill>
                <a:latin typeface="Arial"/>
                <a:ea typeface="Arial"/>
                <a:cs typeface="Arial"/>
                <a:sym typeface="Arial"/>
              </a:rPr>
              <a:t>- Alternative StandardScaler not suitable (mean/std sensitive to outliers)</a:t>
            </a:r>
            <a:endParaRPr sz="1100">
              <a:solidFill>
                <a:srgbClr val="000000"/>
              </a:solidFill>
              <a:latin typeface="Arial"/>
              <a:ea typeface="Arial"/>
              <a:cs typeface="Arial"/>
              <a:sym typeface="Arial"/>
            </a:endParaRPr>
          </a:p>
          <a:p>
            <a:pPr indent="0" lvl="0" marL="0" rtl="0" algn="l">
              <a:lnSpc>
                <a:spcPct val="100000"/>
              </a:lnSpc>
              <a:spcBef>
                <a:spcPts val="0"/>
              </a:spcBef>
              <a:spcAft>
                <a:spcPts val="0"/>
              </a:spcAft>
              <a:buSzPts val="1200"/>
              <a:buNone/>
            </a:pPr>
            <a:r>
              <a:t/>
            </a:r>
            <a:endParaRPr/>
          </a:p>
        </p:txBody>
      </p:sp>
      <p:sp>
        <p:nvSpPr>
          <p:cNvPr id="1141" name="Google Shape;1141;p67"/>
          <p:cNvSpPr txBox="1"/>
          <p:nvPr>
            <p:ph idx="7" type="subTitle"/>
          </p:nvPr>
        </p:nvSpPr>
        <p:spPr>
          <a:xfrm>
            <a:off x="4762476" y="3298775"/>
            <a:ext cx="2828100" cy="5115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2400"/>
              <a:buNone/>
            </a:pPr>
            <a:r>
              <a:rPr lang="en-GB" sz="1900"/>
              <a:t>TRAIN-TEST SPLIT</a:t>
            </a:r>
            <a:endParaRPr sz="1900"/>
          </a:p>
        </p:txBody>
      </p:sp>
      <p:sp>
        <p:nvSpPr>
          <p:cNvPr id="1142" name="Google Shape;1142;p67"/>
          <p:cNvSpPr txBox="1"/>
          <p:nvPr>
            <p:ph idx="8" type="subTitle"/>
          </p:nvPr>
        </p:nvSpPr>
        <p:spPr>
          <a:xfrm>
            <a:off x="4762482" y="3710850"/>
            <a:ext cx="2828100" cy="5733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GB" sz="1100">
                <a:solidFill>
                  <a:srgbClr val="000000"/>
                </a:solidFill>
                <a:latin typeface="Arial"/>
                <a:ea typeface="Arial"/>
                <a:cs typeface="Arial"/>
                <a:sym typeface="Arial"/>
              </a:rPr>
              <a:t>Ratio: 80% train (9,392) / 20% test (2,349)</a:t>
            </a:r>
            <a:endParaRPr sz="1100">
              <a:solidFill>
                <a:srgbClr val="000000"/>
              </a:solidFill>
              <a:latin typeface="Arial"/>
              <a:ea typeface="Arial"/>
              <a:cs typeface="Arial"/>
              <a:sym typeface="Arial"/>
            </a:endParaRPr>
          </a:p>
          <a:p>
            <a:pPr indent="0" lvl="0" marL="0" rtl="0" algn="r">
              <a:lnSpc>
                <a:spcPct val="115000"/>
              </a:lnSpc>
              <a:spcBef>
                <a:spcPts val="0"/>
              </a:spcBef>
              <a:spcAft>
                <a:spcPts val="0"/>
              </a:spcAft>
              <a:buNone/>
            </a:pPr>
            <a:r>
              <a:rPr b="1" lang="en-GB" sz="1100">
                <a:solidFill>
                  <a:srgbClr val="000000"/>
                </a:solidFill>
                <a:latin typeface="Arial"/>
                <a:ea typeface="Arial"/>
                <a:cs typeface="Arial"/>
                <a:sym typeface="Arial"/>
              </a:rPr>
              <a:t>Stratified by target AND category</a:t>
            </a:r>
            <a:endParaRPr b="1" sz="1100">
              <a:solidFill>
                <a:srgbClr val="000000"/>
              </a:solidFill>
              <a:latin typeface="Arial"/>
              <a:ea typeface="Arial"/>
              <a:cs typeface="Arial"/>
              <a:sym typeface="Arial"/>
            </a:endParaRPr>
          </a:p>
          <a:p>
            <a:pPr indent="0" lvl="0" marL="0" rtl="0" algn="r">
              <a:lnSpc>
                <a:spcPct val="115000"/>
              </a:lnSpc>
              <a:spcBef>
                <a:spcPts val="0"/>
              </a:spcBef>
              <a:spcAft>
                <a:spcPts val="0"/>
              </a:spcAft>
              <a:buNone/>
            </a:pPr>
            <a:r>
              <a:rPr lang="en-GB" sz="1100">
                <a:solidFill>
                  <a:srgbClr val="000000"/>
                </a:solidFill>
                <a:latin typeface="Arial"/>
                <a:ea typeface="Arial"/>
                <a:cs typeface="Arial"/>
                <a:sym typeface="Arial"/>
              </a:rPr>
              <a:t>Maintains 4.39% fraud rate in both sets</a:t>
            </a:r>
            <a:endParaRPr sz="1100">
              <a:solidFill>
                <a:srgbClr val="000000"/>
              </a:solidFill>
              <a:latin typeface="Arial"/>
              <a:ea typeface="Arial"/>
              <a:cs typeface="Arial"/>
              <a:sym typeface="Arial"/>
            </a:endParaRPr>
          </a:p>
          <a:p>
            <a:pPr indent="0" lvl="0" marL="0" rtl="0" algn="r">
              <a:lnSpc>
                <a:spcPct val="115000"/>
              </a:lnSpc>
              <a:spcBef>
                <a:spcPts val="0"/>
              </a:spcBef>
              <a:spcAft>
                <a:spcPts val="0"/>
              </a:spcAft>
              <a:buNone/>
            </a:pPr>
            <a:r>
              <a:rPr lang="en-GB" sz="1100">
                <a:solidFill>
                  <a:srgbClr val="000000"/>
                </a:solidFill>
                <a:latin typeface="Arial"/>
                <a:ea typeface="Arial"/>
                <a:cs typeface="Arial"/>
                <a:sym typeface="Arial"/>
              </a:rPr>
              <a:t>Critical: Preserves rare Category 51 distribution</a:t>
            </a:r>
            <a:endParaRPr sz="1100">
              <a:solidFill>
                <a:srgbClr val="000000"/>
              </a:solidFill>
              <a:latin typeface="Arial"/>
              <a:ea typeface="Arial"/>
              <a:cs typeface="Arial"/>
              <a:sym typeface="Arial"/>
            </a:endParaRPr>
          </a:p>
          <a:p>
            <a:pPr indent="0" lvl="0" marL="0" rtl="0" algn="r">
              <a:lnSpc>
                <a:spcPct val="100000"/>
              </a:lnSpc>
              <a:spcBef>
                <a:spcPts val="0"/>
              </a:spcBef>
              <a:spcAft>
                <a:spcPts val="0"/>
              </a:spcAft>
              <a:buSzPts val="1200"/>
              <a:buNone/>
            </a:pPr>
            <a:r>
              <a:t/>
            </a:r>
            <a:endParaRPr/>
          </a:p>
        </p:txBody>
      </p:sp>
      <p:sp>
        <p:nvSpPr>
          <p:cNvPr id="1143" name="Google Shape;1143;p67"/>
          <p:cNvSpPr/>
          <p:nvPr/>
        </p:nvSpPr>
        <p:spPr>
          <a:xfrm>
            <a:off x="715100" y="3647403"/>
            <a:ext cx="866100" cy="866100"/>
          </a:xfrm>
          <a:prstGeom prst="roundRect">
            <a:avLst>
              <a:gd fmla="val 31579" name="adj"/>
            </a:avLst>
          </a:prstGeom>
          <a:noFill/>
          <a:ln cap="flat" cmpd="sng" w="17725">
            <a:solidFill>
              <a:schemeClr val="dk1"/>
            </a:solidFill>
            <a:prstDash val="solid"/>
            <a:round/>
            <a:headEnd len="sm" w="sm" type="none"/>
            <a:tailEnd len="sm" w="sm" type="none"/>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000000"/>
              </a:solidFill>
              <a:latin typeface="Arial"/>
              <a:ea typeface="Arial"/>
              <a:cs typeface="Arial"/>
              <a:sym typeface="Arial"/>
            </a:endParaRPr>
          </a:p>
        </p:txBody>
      </p:sp>
      <p:sp>
        <p:nvSpPr>
          <p:cNvPr id="1144" name="Google Shape;1144;p67"/>
          <p:cNvSpPr/>
          <p:nvPr/>
        </p:nvSpPr>
        <p:spPr>
          <a:xfrm>
            <a:off x="7748300" y="3658097"/>
            <a:ext cx="866100" cy="866100"/>
          </a:xfrm>
          <a:prstGeom prst="roundRect">
            <a:avLst>
              <a:gd fmla="val 31579" name="adj"/>
            </a:avLst>
          </a:prstGeom>
          <a:noFill/>
          <a:ln cap="flat" cmpd="sng" w="17725">
            <a:solidFill>
              <a:schemeClr val="dk1"/>
            </a:solidFill>
            <a:prstDash val="solid"/>
            <a:round/>
            <a:headEnd len="sm" w="sm" type="none"/>
            <a:tailEnd len="sm" w="sm" type="none"/>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2"/>
              <a:buFont typeface="Arial"/>
              <a:buNone/>
            </a:pPr>
            <a:r>
              <a:t/>
            </a:r>
            <a:endParaRPr b="0" i="0" sz="1302" u="none" cap="none" strike="noStrike">
              <a:solidFill>
                <a:srgbClr val="000000"/>
              </a:solidFill>
              <a:latin typeface="Arial"/>
              <a:ea typeface="Arial"/>
              <a:cs typeface="Arial"/>
              <a:sym typeface="Arial"/>
            </a:endParaRPr>
          </a:p>
        </p:txBody>
      </p:sp>
      <p:grpSp>
        <p:nvGrpSpPr>
          <p:cNvPr id="1145" name="Google Shape;1145;p67"/>
          <p:cNvGrpSpPr/>
          <p:nvPr/>
        </p:nvGrpSpPr>
        <p:grpSpPr>
          <a:xfrm>
            <a:off x="7975643" y="3887721"/>
            <a:ext cx="411459" cy="407095"/>
            <a:chOff x="946175" y="3619500"/>
            <a:chExt cx="296975" cy="293825"/>
          </a:xfrm>
        </p:grpSpPr>
        <p:sp>
          <p:nvSpPr>
            <p:cNvPr id="1146" name="Google Shape;1146;p67"/>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2"/>
                <a:buFont typeface="Arial"/>
                <a:buNone/>
              </a:pPr>
              <a:r>
                <a:t/>
              </a:r>
              <a:endParaRPr b="0" i="0" sz="1302" u="none" cap="none" strike="noStrike">
                <a:solidFill>
                  <a:srgbClr val="000000"/>
                </a:solidFill>
                <a:latin typeface="Arial"/>
                <a:ea typeface="Arial"/>
                <a:cs typeface="Arial"/>
                <a:sym typeface="Arial"/>
              </a:endParaRPr>
            </a:p>
          </p:txBody>
        </p:sp>
        <p:sp>
          <p:nvSpPr>
            <p:cNvPr id="1147" name="Google Shape;1147;p67"/>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2"/>
                <a:buFont typeface="Arial"/>
                <a:buNone/>
              </a:pPr>
              <a:r>
                <a:t/>
              </a:r>
              <a:endParaRPr b="0" i="0" sz="1302" u="none" cap="none" strike="noStrike">
                <a:solidFill>
                  <a:srgbClr val="000000"/>
                </a:solidFill>
                <a:latin typeface="Arial"/>
                <a:ea typeface="Arial"/>
                <a:cs typeface="Arial"/>
                <a:sym typeface="Arial"/>
              </a:endParaRPr>
            </a:p>
          </p:txBody>
        </p:sp>
        <p:sp>
          <p:nvSpPr>
            <p:cNvPr id="1148" name="Google Shape;1148;p67"/>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2"/>
                <a:buFont typeface="Arial"/>
                <a:buNone/>
              </a:pPr>
              <a:r>
                <a:t/>
              </a:r>
              <a:endParaRPr b="0" i="0" sz="1302" u="none" cap="none" strike="noStrike">
                <a:solidFill>
                  <a:srgbClr val="000000"/>
                </a:solidFill>
                <a:latin typeface="Arial"/>
                <a:ea typeface="Arial"/>
                <a:cs typeface="Arial"/>
                <a:sym typeface="Arial"/>
              </a:endParaRPr>
            </a:p>
          </p:txBody>
        </p:sp>
        <p:sp>
          <p:nvSpPr>
            <p:cNvPr id="1149" name="Google Shape;1149;p67"/>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2"/>
                <a:buFont typeface="Arial"/>
                <a:buNone/>
              </a:pPr>
              <a:r>
                <a:t/>
              </a:r>
              <a:endParaRPr b="0" i="0" sz="1302" u="none" cap="none" strike="noStrike">
                <a:solidFill>
                  <a:srgbClr val="000000"/>
                </a:solidFill>
                <a:latin typeface="Arial"/>
                <a:ea typeface="Arial"/>
                <a:cs typeface="Arial"/>
                <a:sym typeface="Arial"/>
              </a:endParaRPr>
            </a:p>
          </p:txBody>
        </p:sp>
        <p:sp>
          <p:nvSpPr>
            <p:cNvPr id="1150" name="Google Shape;1150;p67"/>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2"/>
                <a:buFont typeface="Arial"/>
                <a:buNone/>
              </a:pPr>
              <a:r>
                <a:t/>
              </a:r>
              <a:endParaRPr b="0" i="0" sz="1302" u="none" cap="none" strike="noStrike">
                <a:solidFill>
                  <a:srgbClr val="000000"/>
                </a:solidFill>
                <a:latin typeface="Arial"/>
                <a:ea typeface="Arial"/>
                <a:cs typeface="Arial"/>
                <a:sym typeface="Arial"/>
              </a:endParaRPr>
            </a:p>
          </p:txBody>
        </p:sp>
        <p:sp>
          <p:nvSpPr>
            <p:cNvPr id="1151" name="Google Shape;1151;p67"/>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2"/>
                <a:buFont typeface="Arial"/>
                <a:buNone/>
              </a:pPr>
              <a:r>
                <a:t/>
              </a:r>
              <a:endParaRPr b="0" i="0" sz="1302" u="none" cap="none" strike="noStrike">
                <a:solidFill>
                  <a:srgbClr val="000000"/>
                </a:solidFill>
                <a:latin typeface="Arial"/>
                <a:ea typeface="Arial"/>
                <a:cs typeface="Arial"/>
                <a:sym typeface="Arial"/>
              </a:endParaRPr>
            </a:p>
          </p:txBody>
        </p:sp>
      </p:grpSp>
      <p:grpSp>
        <p:nvGrpSpPr>
          <p:cNvPr id="1152" name="Google Shape;1152;p67"/>
          <p:cNvGrpSpPr/>
          <p:nvPr/>
        </p:nvGrpSpPr>
        <p:grpSpPr>
          <a:xfrm>
            <a:off x="940929" y="3874894"/>
            <a:ext cx="411487" cy="411357"/>
            <a:chOff x="-60255350" y="3733825"/>
            <a:chExt cx="316650" cy="316550"/>
          </a:xfrm>
        </p:grpSpPr>
        <p:sp>
          <p:nvSpPr>
            <p:cNvPr id="1153" name="Google Shape;1153;p67"/>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000000"/>
                </a:solidFill>
                <a:latin typeface="Arial"/>
                <a:ea typeface="Arial"/>
                <a:cs typeface="Arial"/>
                <a:sym typeface="Arial"/>
              </a:endParaRPr>
            </a:p>
          </p:txBody>
        </p:sp>
        <p:sp>
          <p:nvSpPr>
            <p:cNvPr id="1154" name="Google Shape;1154;p67"/>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000000"/>
                </a:solidFill>
                <a:latin typeface="Arial"/>
                <a:ea typeface="Arial"/>
                <a:cs typeface="Arial"/>
                <a:sym typeface="Arial"/>
              </a:endParaRPr>
            </a:p>
          </p:txBody>
        </p:sp>
        <p:sp>
          <p:nvSpPr>
            <p:cNvPr id="1155" name="Google Shape;1155;p67"/>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000000"/>
                </a:solidFill>
                <a:latin typeface="Arial"/>
                <a:ea typeface="Arial"/>
                <a:cs typeface="Arial"/>
                <a:sym typeface="Arial"/>
              </a:endParaRPr>
            </a:p>
          </p:txBody>
        </p:sp>
        <p:sp>
          <p:nvSpPr>
            <p:cNvPr id="1156" name="Google Shape;1156;p67"/>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000000"/>
                </a:solidFill>
                <a:latin typeface="Arial"/>
                <a:ea typeface="Arial"/>
                <a:cs typeface="Arial"/>
                <a:sym typeface="Arial"/>
              </a:endParaRPr>
            </a:p>
          </p:txBody>
        </p:sp>
        <p:sp>
          <p:nvSpPr>
            <p:cNvPr id="1157" name="Google Shape;1157;p67"/>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000000"/>
                </a:solidFill>
                <a:latin typeface="Arial"/>
                <a:ea typeface="Arial"/>
                <a:cs typeface="Arial"/>
                <a:sym typeface="Arial"/>
              </a:endParaRPr>
            </a:p>
          </p:txBody>
        </p:sp>
        <p:sp>
          <p:nvSpPr>
            <p:cNvPr id="1158" name="Google Shape;1158;p67"/>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000000"/>
                </a:solidFill>
                <a:latin typeface="Arial"/>
                <a:ea typeface="Arial"/>
                <a:cs typeface="Arial"/>
                <a:sym typeface="Arial"/>
              </a:endParaRPr>
            </a:p>
          </p:txBody>
        </p:sp>
        <p:sp>
          <p:nvSpPr>
            <p:cNvPr id="1159" name="Google Shape;1159;p67"/>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1"/>
            </a:solidFill>
            <a:ln>
              <a:noFill/>
            </a:ln>
          </p:spPr>
          <p:txBody>
            <a:bodyPr anchorCtr="0" anchor="ctr" bIns="85050" lIns="85050" spcFirstLastPara="1" rIns="85050" wrap="square" tIns="85050">
              <a:noAutofit/>
            </a:bodyPr>
            <a:lstStyle/>
            <a:p>
              <a:pPr indent="0" lvl="0" marL="0" marR="0" rtl="0" algn="l">
                <a:lnSpc>
                  <a:spcPct val="100000"/>
                </a:lnSpc>
                <a:spcBef>
                  <a:spcPts val="0"/>
                </a:spcBef>
                <a:spcAft>
                  <a:spcPts val="0"/>
                </a:spcAft>
                <a:buClr>
                  <a:srgbClr val="000000"/>
                </a:buClr>
                <a:buSzPts val="1303"/>
                <a:buFont typeface="Arial"/>
                <a:buNone/>
              </a:pPr>
              <a:r>
                <a:t/>
              </a:r>
              <a:endParaRPr b="0" i="0" sz="1302" u="none" cap="none" strike="noStrike">
                <a:solidFill>
                  <a:srgbClr val="000000"/>
                </a:solidFill>
                <a:latin typeface="Arial"/>
                <a:ea typeface="Arial"/>
                <a:cs typeface="Arial"/>
                <a:sym typeface="Aria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3" name="Shape 1163"/>
        <p:cNvGrpSpPr/>
        <p:nvPr/>
      </p:nvGrpSpPr>
      <p:grpSpPr>
        <a:xfrm>
          <a:off x="0" y="0"/>
          <a:ext cx="0" cy="0"/>
          <a:chOff x="0" y="0"/>
          <a:chExt cx="0" cy="0"/>
        </a:xfrm>
      </p:grpSpPr>
      <p:sp>
        <p:nvSpPr>
          <p:cNvPr id="1164" name="Google Shape;1164;p68"/>
          <p:cNvSpPr txBox="1"/>
          <p:nvPr>
            <p:ph type="title"/>
          </p:nvPr>
        </p:nvSpPr>
        <p:spPr>
          <a:xfrm>
            <a:off x="720000" y="23890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a:t>Feature Engineering</a:t>
            </a:r>
            <a:endParaRPr/>
          </a:p>
          <a:p>
            <a:pPr indent="0" lvl="0" marL="0" rtl="0" algn="ctr">
              <a:lnSpc>
                <a:spcPct val="100000"/>
              </a:lnSpc>
              <a:spcBef>
                <a:spcPts val="0"/>
              </a:spcBef>
              <a:spcAft>
                <a:spcPts val="0"/>
              </a:spcAft>
              <a:buSzPts val="3200"/>
              <a:buNone/>
            </a:pPr>
            <a:r>
              <a:rPr lang="en-GB"/>
              <a:t>From 17 to 110 Features</a:t>
            </a:r>
            <a:endParaRPr/>
          </a:p>
        </p:txBody>
      </p:sp>
      <p:sp>
        <p:nvSpPr>
          <p:cNvPr id="1165" name="Google Shape;1165;p68"/>
          <p:cNvSpPr/>
          <p:nvPr/>
        </p:nvSpPr>
        <p:spPr>
          <a:xfrm>
            <a:off x="720000" y="1295400"/>
            <a:ext cx="2430900" cy="460200"/>
          </a:xfrm>
          <a:prstGeom prst="roundRect">
            <a:avLst>
              <a:gd fmla="val 29150" name="adj"/>
            </a:avLst>
          </a:prstGeom>
          <a:solidFill>
            <a:schemeClr val="dk2"/>
          </a:solidFill>
          <a:ln cap="flat" cmpd="sng" w="15300">
            <a:solidFill>
              <a:schemeClr val="dk2"/>
            </a:solidFill>
            <a:prstDash val="solid"/>
            <a:round/>
            <a:headEnd len="sm" w="sm" type="none"/>
            <a:tailEnd len="sm" w="sm" type="none"/>
          </a:ln>
        </p:spPr>
        <p:txBody>
          <a:bodyPr anchorCtr="0" anchor="ctr" bIns="73375" lIns="73375" spcFirstLastPara="1" rIns="73375" wrap="square" tIns="73375">
            <a:noAutofit/>
          </a:bodyPr>
          <a:lstStyle/>
          <a:p>
            <a:pPr indent="0" lvl="0" marL="0" marR="0" rtl="0" algn="ctr">
              <a:lnSpc>
                <a:spcPct val="100000"/>
              </a:lnSpc>
              <a:spcBef>
                <a:spcPts val="0"/>
              </a:spcBef>
              <a:spcAft>
                <a:spcPts val="0"/>
              </a:spcAft>
              <a:buClr>
                <a:srgbClr val="000000"/>
              </a:buClr>
              <a:buSzPts val="1926"/>
              <a:buFont typeface="Arial"/>
              <a:buNone/>
            </a:pPr>
            <a:r>
              <a:rPr lang="en-GB" sz="1237">
                <a:solidFill>
                  <a:schemeClr val="dk1"/>
                </a:solidFill>
                <a:latin typeface="Raleway SemiBold"/>
                <a:ea typeface="Raleway SemiBold"/>
                <a:cs typeface="Raleway SemiBold"/>
                <a:sym typeface="Raleway SemiBold"/>
              </a:rPr>
              <a:t>Statistical Aggregates</a:t>
            </a:r>
            <a:endParaRPr b="0" i="0" sz="1237" u="none" cap="none" strike="noStrike">
              <a:solidFill>
                <a:schemeClr val="dk1"/>
              </a:solidFill>
              <a:latin typeface="Raleway SemiBold"/>
              <a:ea typeface="Raleway SemiBold"/>
              <a:cs typeface="Raleway SemiBold"/>
              <a:sym typeface="Raleway SemiBold"/>
            </a:endParaRPr>
          </a:p>
        </p:txBody>
      </p:sp>
      <p:sp>
        <p:nvSpPr>
          <p:cNvPr id="1166" name="Google Shape;1166;p68"/>
          <p:cNvSpPr/>
          <p:nvPr/>
        </p:nvSpPr>
        <p:spPr>
          <a:xfrm>
            <a:off x="3601291" y="1295400"/>
            <a:ext cx="2046300" cy="460200"/>
          </a:xfrm>
          <a:prstGeom prst="roundRect">
            <a:avLst>
              <a:gd fmla="val 29150" name="adj"/>
            </a:avLst>
          </a:prstGeom>
          <a:noFill/>
          <a:ln cap="flat" cmpd="sng" w="15300">
            <a:solidFill>
              <a:schemeClr val="dk1"/>
            </a:solidFill>
            <a:prstDash val="solid"/>
            <a:round/>
            <a:headEnd len="sm" w="sm" type="none"/>
            <a:tailEnd len="sm" w="sm" type="none"/>
          </a:ln>
        </p:spPr>
        <p:txBody>
          <a:bodyPr anchorCtr="0" anchor="ctr" bIns="73375" lIns="73375" spcFirstLastPara="1" rIns="73375" wrap="square" tIns="73375">
            <a:noAutofit/>
          </a:bodyPr>
          <a:lstStyle/>
          <a:p>
            <a:pPr indent="0" lvl="0" marL="0" marR="0" rtl="0" algn="ctr">
              <a:lnSpc>
                <a:spcPct val="100000"/>
              </a:lnSpc>
              <a:spcBef>
                <a:spcPts val="0"/>
              </a:spcBef>
              <a:spcAft>
                <a:spcPts val="0"/>
              </a:spcAft>
              <a:buClr>
                <a:srgbClr val="000000"/>
              </a:buClr>
              <a:buSzPts val="963"/>
              <a:buFont typeface="Arial"/>
              <a:buNone/>
            </a:pPr>
            <a:r>
              <a:rPr lang="en-GB" sz="963">
                <a:solidFill>
                  <a:schemeClr val="dk1"/>
                </a:solidFill>
                <a:latin typeface="Open Sans"/>
                <a:ea typeface="Open Sans"/>
                <a:cs typeface="Open Sans"/>
                <a:sym typeface="Open Sans"/>
              </a:rPr>
              <a:t>40 features</a:t>
            </a:r>
            <a:endParaRPr b="0" i="0" sz="963" u="none" cap="none" strike="noStrike">
              <a:solidFill>
                <a:schemeClr val="dk1"/>
              </a:solidFill>
              <a:latin typeface="Open Sans"/>
              <a:ea typeface="Open Sans"/>
              <a:cs typeface="Open Sans"/>
              <a:sym typeface="Open Sans"/>
            </a:endParaRPr>
          </a:p>
        </p:txBody>
      </p:sp>
      <p:cxnSp>
        <p:nvCxnSpPr>
          <p:cNvPr id="1167" name="Google Shape;1167;p68"/>
          <p:cNvCxnSpPr>
            <a:stCxn id="1165" idx="3"/>
            <a:endCxn id="1166" idx="1"/>
          </p:cNvCxnSpPr>
          <p:nvPr/>
        </p:nvCxnSpPr>
        <p:spPr>
          <a:xfrm>
            <a:off x="3150900" y="1525500"/>
            <a:ext cx="450300" cy="0"/>
          </a:xfrm>
          <a:prstGeom prst="straightConnector1">
            <a:avLst/>
          </a:prstGeom>
          <a:noFill/>
          <a:ln cap="flat" cmpd="sng" w="15300">
            <a:solidFill>
              <a:schemeClr val="dk1"/>
            </a:solidFill>
            <a:prstDash val="solid"/>
            <a:round/>
            <a:headEnd len="sm" w="sm" type="none"/>
            <a:tailEnd len="sm" w="sm" type="none"/>
          </a:ln>
        </p:spPr>
      </p:cxnSp>
      <p:sp>
        <p:nvSpPr>
          <p:cNvPr id="1168" name="Google Shape;1168;p68"/>
          <p:cNvSpPr/>
          <p:nvPr/>
        </p:nvSpPr>
        <p:spPr>
          <a:xfrm>
            <a:off x="1243922" y="1845112"/>
            <a:ext cx="2430900" cy="460200"/>
          </a:xfrm>
          <a:prstGeom prst="roundRect">
            <a:avLst>
              <a:gd fmla="val 29150" name="adj"/>
            </a:avLst>
          </a:prstGeom>
          <a:solidFill>
            <a:schemeClr val="lt2"/>
          </a:solidFill>
          <a:ln cap="flat" cmpd="sng" w="15300">
            <a:solidFill>
              <a:schemeClr val="lt2"/>
            </a:solidFill>
            <a:prstDash val="solid"/>
            <a:round/>
            <a:headEnd len="sm" w="sm" type="none"/>
            <a:tailEnd len="sm" w="sm" type="none"/>
          </a:ln>
        </p:spPr>
        <p:txBody>
          <a:bodyPr anchorCtr="0" anchor="ctr" bIns="73375" lIns="73375" spcFirstLastPara="1" rIns="73375" wrap="square" tIns="73375">
            <a:noAutofit/>
          </a:bodyPr>
          <a:lstStyle/>
          <a:p>
            <a:pPr indent="0" lvl="0" marL="0" marR="0" rtl="0" algn="ctr">
              <a:lnSpc>
                <a:spcPct val="100000"/>
              </a:lnSpc>
              <a:spcBef>
                <a:spcPts val="0"/>
              </a:spcBef>
              <a:spcAft>
                <a:spcPts val="0"/>
              </a:spcAft>
              <a:buClr>
                <a:srgbClr val="000000"/>
              </a:buClr>
              <a:buSzPts val="1926"/>
              <a:buFont typeface="Arial"/>
              <a:buNone/>
            </a:pPr>
            <a:r>
              <a:rPr lang="en-GB" sz="1205">
                <a:solidFill>
                  <a:schemeClr val="dk1"/>
                </a:solidFill>
                <a:latin typeface="Raleway SemiBold"/>
                <a:ea typeface="Raleway SemiBold"/>
                <a:cs typeface="Raleway SemiBold"/>
                <a:sym typeface="Raleway SemiBold"/>
              </a:rPr>
              <a:t>Consumption Patterns</a:t>
            </a:r>
            <a:endParaRPr b="0" i="0" sz="1205" u="none" cap="none" strike="noStrike">
              <a:solidFill>
                <a:schemeClr val="dk1"/>
              </a:solidFill>
              <a:latin typeface="Raleway SemiBold"/>
              <a:ea typeface="Raleway SemiBold"/>
              <a:cs typeface="Raleway SemiBold"/>
              <a:sym typeface="Raleway SemiBold"/>
            </a:endParaRPr>
          </a:p>
        </p:txBody>
      </p:sp>
      <p:sp>
        <p:nvSpPr>
          <p:cNvPr id="1169" name="Google Shape;1169;p68"/>
          <p:cNvSpPr/>
          <p:nvPr/>
        </p:nvSpPr>
        <p:spPr>
          <a:xfrm>
            <a:off x="4125214" y="1845112"/>
            <a:ext cx="2046300" cy="460200"/>
          </a:xfrm>
          <a:prstGeom prst="roundRect">
            <a:avLst>
              <a:gd fmla="val 29150" name="adj"/>
            </a:avLst>
          </a:prstGeom>
          <a:noFill/>
          <a:ln cap="flat" cmpd="sng" w="15300">
            <a:solidFill>
              <a:schemeClr val="dk1"/>
            </a:solidFill>
            <a:prstDash val="solid"/>
            <a:round/>
            <a:headEnd len="sm" w="sm" type="none"/>
            <a:tailEnd len="sm" w="sm" type="none"/>
          </a:ln>
        </p:spPr>
        <p:txBody>
          <a:bodyPr anchorCtr="0" anchor="ctr" bIns="73375" lIns="73375" spcFirstLastPara="1" rIns="73375" wrap="square" tIns="73375">
            <a:noAutofit/>
          </a:bodyPr>
          <a:lstStyle/>
          <a:p>
            <a:pPr indent="0" lvl="0" marL="0" marR="0" rtl="0" algn="ctr">
              <a:lnSpc>
                <a:spcPct val="100000"/>
              </a:lnSpc>
              <a:spcBef>
                <a:spcPts val="0"/>
              </a:spcBef>
              <a:spcAft>
                <a:spcPts val="0"/>
              </a:spcAft>
              <a:buClr>
                <a:srgbClr val="000000"/>
              </a:buClr>
              <a:buSzPts val="963"/>
              <a:buFont typeface="Arial"/>
              <a:buNone/>
            </a:pPr>
            <a:r>
              <a:rPr lang="en-GB" sz="963">
                <a:solidFill>
                  <a:schemeClr val="dk1"/>
                </a:solidFill>
                <a:latin typeface="Open Sans"/>
                <a:ea typeface="Open Sans"/>
                <a:cs typeface="Open Sans"/>
                <a:sym typeface="Open Sans"/>
              </a:rPr>
              <a:t>15 features</a:t>
            </a:r>
            <a:endParaRPr b="0" i="0" sz="963" u="none" cap="none" strike="noStrike">
              <a:solidFill>
                <a:schemeClr val="dk1"/>
              </a:solidFill>
              <a:latin typeface="Open Sans"/>
              <a:ea typeface="Open Sans"/>
              <a:cs typeface="Open Sans"/>
              <a:sym typeface="Open Sans"/>
            </a:endParaRPr>
          </a:p>
        </p:txBody>
      </p:sp>
      <p:cxnSp>
        <p:nvCxnSpPr>
          <p:cNvPr id="1170" name="Google Shape;1170;p68"/>
          <p:cNvCxnSpPr>
            <a:stCxn id="1168" idx="3"/>
            <a:endCxn id="1169" idx="1"/>
          </p:cNvCxnSpPr>
          <p:nvPr/>
        </p:nvCxnSpPr>
        <p:spPr>
          <a:xfrm>
            <a:off x="3674822" y="2075212"/>
            <a:ext cx="450300" cy="0"/>
          </a:xfrm>
          <a:prstGeom prst="straightConnector1">
            <a:avLst/>
          </a:prstGeom>
          <a:noFill/>
          <a:ln cap="flat" cmpd="sng" w="15300">
            <a:solidFill>
              <a:schemeClr val="dk1"/>
            </a:solidFill>
            <a:prstDash val="solid"/>
            <a:round/>
            <a:headEnd len="sm" w="sm" type="none"/>
            <a:tailEnd len="sm" w="sm" type="none"/>
          </a:ln>
        </p:spPr>
      </p:cxnSp>
      <p:sp>
        <p:nvSpPr>
          <p:cNvPr id="1171" name="Google Shape;1171;p68"/>
          <p:cNvSpPr/>
          <p:nvPr/>
        </p:nvSpPr>
        <p:spPr>
          <a:xfrm>
            <a:off x="1605426" y="2394823"/>
            <a:ext cx="2593500" cy="460200"/>
          </a:xfrm>
          <a:prstGeom prst="roundRect">
            <a:avLst>
              <a:gd fmla="val 29150" name="adj"/>
            </a:avLst>
          </a:prstGeom>
          <a:solidFill>
            <a:schemeClr val="accent2"/>
          </a:solidFill>
          <a:ln cap="flat" cmpd="sng" w="15300">
            <a:solidFill>
              <a:schemeClr val="accent2"/>
            </a:solidFill>
            <a:prstDash val="solid"/>
            <a:round/>
            <a:headEnd len="sm" w="sm" type="none"/>
            <a:tailEnd len="sm" w="sm" type="none"/>
          </a:ln>
        </p:spPr>
        <p:txBody>
          <a:bodyPr anchorCtr="0" anchor="ctr" bIns="73375" lIns="73375" spcFirstLastPara="1" rIns="73375" wrap="square" tIns="73375">
            <a:noAutofit/>
          </a:bodyPr>
          <a:lstStyle/>
          <a:p>
            <a:pPr indent="0" lvl="0" marL="0" marR="0" rtl="0" algn="ctr">
              <a:lnSpc>
                <a:spcPct val="100000"/>
              </a:lnSpc>
              <a:spcBef>
                <a:spcPts val="0"/>
              </a:spcBef>
              <a:spcAft>
                <a:spcPts val="0"/>
              </a:spcAft>
              <a:buClr>
                <a:srgbClr val="000000"/>
              </a:buClr>
              <a:buSzPts val="1926"/>
              <a:buFont typeface="Arial"/>
              <a:buNone/>
            </a:pPr>
            <a:r>
              <a:rPr lang="en-GB" sz="1205">
                <a:solidFill>
                  <a:schemeClr val="dk1"/>
                </a:solidFill>
                <a:latin typeface="Raleway SemiBold"/>
                <a:ea typeface="Raleway SemiBold"/>
                <a:cs typeface="Raleway SemiBold"/>
                <a:sym typeface="Raleway SemiBold"/>
              </a:rPr>
              <a:t>Consumption Level Features</a:t>
            </a:r>
            <a:endParaRPr b="0" i="0" sz="1205" u="none" cap="none" strike="noStrike">
              <a:solidFill>
                <a:schemeClr val="dk1"/>
              </a:solidFill>
              <a:latin typeface="Raleway SemiBold"/>
              <a:ea typeface="Raleway SemiBold"/>
              <a:cs typeface="Raleway SemiBold"/>
              <a:sym typeface="Raleway SemiBold"/>
            </a:endParaRPr>
          </a:p>
        </p:txBody>
      </p:sp>
      <p:sp>
        <p:nvSpPr>
          <p:cNvPr id="1172" name="Google Shape;1172;p68"/>
          <p:cNvSpPr/>
          <p:nvPr/>
        </p:nvSpPr>
        <p:spPr>
          <a:xfrm>
            <a:off x="4649137" y="2394823"/>
            <a:ext cx="2046300" cy="460200"/>
          </a:xfrm>
          <a:prstGeom prst="roundRect">
            <a:avLst>
              <a:gd fmla="val 29150" name="adj"/>
            </a:avLst>
          </a:prstGeom>
          <a:noFill/>
          <a:ln cap="flat" cmpd="sng" w="15300">
            <a:solidFill>
              <a:schemeClr val="dk1"/>
            </a:solidFill>
            <a:prstDash val="solid"/>
            <a:round/>
            <a:headEnd len="sm" w="sm" type="none"/>
            <a:tailEnd len="sm" w="sm" type="none"/>
          </a:ln>
        </p:spPr>
        <p:txBody>
          <a:bodyPr anchorCtr="0" anchor="ctr" bIns="73375" lIns="73375" spcFirstLastPara="1" rIns="73375" wrap="square" tIns="73375">
            <a:noAutofit/>
          </a:bodyPr>
          <a:lstStyle/>
          <a:p>
            <a:pPr indent="0" lvl="0" marL="0" marR="0" rtl="0" algn="ctr">
              <a:lnSpc>
                <a:spcPct val="100000"/>
              </a:lnSpc>
              <a:spcBef>
                <a:spcPts val="0"/>
              </a:spcBef>
              <a:spcAft>
                <a:spcPts val="0"/>
              </a:spcAft>
              <a:buClr>
                <a:srgbClr val="000000"/>
              </a:buClr>
              <a:buSzPts val="963"/>
              <a:buFont typeface="Arial"/>
              <a:buNone/>
            </a:pPr>
            <a:r>
              <a:rPr lang="en-GB" sz="963">
                <a:solidFill>
                  <a:schemeClr val="dk1"/>
                </a:solidFill>
                <a:latin typeface="Open Sans"/>
                <a:ea typeface="Open Sans"/>
                <a:cs typeface="Open Sans"/>
                <a:sym typeface="Open Sans"/>
              </a:rPr>
              <a:t>25 </a:t>
            </a:r>
            <a:r>
              <a:rPr lang="en-GB" sz="963">
                <a:solidFill>
                  <a:schemeClr val="dk1"/>
                </a:solidFill>
                <a:latin typeface="Open Sans"/>
                <a:ea typeface="Open Sans"/>
                <a:cs typeface="Open Sans"/>
                <a:sym typeface="Open Sans"/>
              </a:rPr>
              <a:t>features</a:t>
            </a:r>
            <a:endParaRPr b="0" i="0" sz="963" u="none" cap="none" strike="noStrike">
              <a:solidFill>
                <a:schemeClr val="dk1"/>
              </a:solidFill>
              <a:latin typeface="Open Sans"/>
              <a:ea typeface="Open Sans"/>
              <a:cs typeface="Open Sans"/>
              <a:sym typeface="Open Sans"/>
            </a:endParaRPr>
          </a:p>
        </p:txBody>
      </p:sp>
      <p:cxnSp>
        <p:nvCxnSpPr>
          <p:cNvPr id="1173" name="Google Shape;1173;p68"/>
          <p:cNvCxnSpPr>
            <a:stCxn id="1171" idx="3"/>
            <a:endCxn id="1172" idx="1"/>
          </p:cNvCxnSpPr>
          <p:nvPr/>
        </p:nvCxnSpPr>
        <p:spPr>
          <a:xfrm>
            <a:off x="4198926" y="2624923"/>
            <a:ext cx="450300" cy="0"/>
          </a:xfrm>
          <a:prstGeom prst="straightConnector1">
            <a:avLst/>
          </a:prstGeom>
          <a:noFill/>
          <a:ln cap="flat" cmpd="sng" w="15300">
            <a:solidFill>
              <a:schemeClr val="dk1"/>
            </a:solidFill>
            <a:prstDash val="solid"/>
            <a:round/>
            <a:headEnd len="sm" w="sm" type="none"/>
            <a:tailEnd len="sm" w="sm" type="none"/>
          </a:ln>
        </p:spPr>
      </p:cxnSp>
      <p:sp>
        <p:nvSpPr>
          <p:cNvPr id="1174" name="Google Shape;1174;p68"/>
          <p:cNvSpPr/>
          <p:nvPr/>
        </p:nvSpPr>
        <p:spPr>
          <a:xfrm>
            <a:off x="2291768" y="2944535"/>
            <a:ext cx="2430900" cy="460200"/>
          </a:xfrm>
          <a:prstGeom prst="roundRect">
            <a:avLst>
              <a:gd fmla="val 29150" name="adj"/>
            </a:avLst>
          </a:prstGeom>
          <a:solidFill>
            <a:schemeClr val="accent1"/>
          </a:solidFill>
          <a:ln cap="flat" cmpd="sng" w="15300">
            <a:solidFill>
              <a:schemeClr val="accent1"/>
            </a:solidFill>
            <a:prstDash val="solid"/>
            <a:round/>
            <a:headEnd len="sm" w="sm" type="none"/>
            <a:tailEnd len="sm" w="sm" type="none"/>
          </a:ln>
        </p:spPr>
        <p:txBody>
          <a:bodyPr anchorCtr="0" anchor="ctr" bIns="73375" lIns="73375" spcFirstLastPara="1" rIns="73375" wrap="square" tIns="73375">
            <a:noAutofit/>
          </a:bodyPr>
          <a:lstStyle/>
          <a:p>
            <a:pPr indent="0" lvl="0" marL="0" marR="0" rtl="0" algn="ctr">
              <a:lnSpc>
                <a:spcPct val="100000"/>
              </a:lnSpc>
              <a:spcBef>
                <a:spcPts val="0"/>
              </a:spcBef>
              <a:spcAft>
                <a:spcPts val="0"/>
              </a:spcAft>
              <a:buClr>
                <a:srgbClr val="000000"/>
              </a:buClr>
              <a:buSzPts val="1926"/>
              <a:buFont typeface="Arial"/>
              <a:buNone/>
            </a:pPr>
            <a:r>
              <a:rPr lang="en-GB" sz="1205">
                <a:solidFill>
                  <a:schemeClr val="dk1"/>
                </a:solidFill>
                <a:latin typeface="Raleway SemiBold"/>
                <a:ea typeface="Raleway SemiBold"/>
                <a:cs typeface="Raleway SemiBold"/>
                <a:sym typeface="Raleway SemiBold"/>
              </a:rPr>
              <a:t>Billing Patterns</a:t>
            </a:r>
            <a:endParaRPr b="0" i="0" sz="1205" u="none" cap="none" strike="noStrike">
              <a:solidFill>
                <a:schemeClr val="dk1"/>
              </a:solidFill>
              <a:latin typeface="Raleway SemiBold"/>
              <a:ea typeface="Raleway SemiBold"/>
              <a:cs typeface="Raleway SemiBold"/>
              <a:sym typeface="Raleway SemiBold"/>
            </a:endParaRPr>
          </a:p>
        </p:txBody>
      </p:sp>
      <p:sp>
        <p:nvSpPr>
          <p:cNvPr id="1175" name="Google Shape;1175;p68"/>
          <p:cNvSpPr/>
          <p:nvPr/>
        </p:nvSpPr>
        <p:spPr>
          <a:xfrm>
            <a:off x="5173060" y="2944535"/>
            <a:ext cx="2046300" cy="460200"/>
          </a:xfrm>
          <a:prstGeom prst="roundRect">
            <a:avLst>
              <a:gd fmla="val 29150" name="adj"/>
            </a:avLst>
          </a:prstGeom>
          <a:noFill/>
          <a:ln cap="flat" cmpd="sng" w="15300">
            <a:solidFill>
              <a:schemeClr val="dk1"/>
            </a:solidFill>
            <a:prstDash val="solid"/>
            <a:round/>
            <a:headEnd len="sm" w="sm" type="none"/>
            <a:tailEnd len="sm" w="sm" type="none"/>
          </a:ln>
        </p:spPr>
        <p:txBody>
          <a:bodyPr anchorCtr="0" anchor="ctr" bIns="73375" lIns="73375" spcFirstLastPara="1" rIns="73375" wrap="square" tIns="73375">
            <a:noAutofit/>
          </a:bodyPr>
          <a:lstStyle/>
          <a:p>
            <a:pPr indent="0" lvl="0" marL="0" rtl="0" algn="ctr">
              <a:spcBef>
                <a:spcPts val="0"/>
              </a:spcBef>
              <a:spcAft>
                <a:spcPts val="0"/>
              </a:spcAft>
              <a:buClr>
                <a:srgbClr val="000000"/>
              </a:buClr>
              <a:buSzPts val="963"/>
              <a:buFont typeface="Arial"/>
              <a:buNone/>
            </a:pPr>
            <a:r>
              <a:rPr lang="en-GB" sz="963">
                <a:solidFill>
                  <a:schemeClr val="dk1"/>
                </a:solidFill>
                <a:latin typeface="Open Sans"/>
                <a:ea typeface="Open Sans"/>
                <a:cs typeface="Open Sans"/>
                <a:sym typeface="Open Sans"/>
              </a:rPr>
              <a:t>12</a:t>
            </a:r>
            <a:r>
              <a:rPr lang="en-GB" sz="963">
                <a:solidFill>
                  <a:schemeClr val="dk1"/>
                </a:solidFill>
                <a:latin typeface="Open Sans"/>
                <a:ea typeface="Open Sans"/>
                <a:cs typeface="Open Sans"/>
                <a:sym typeface="Open Sans"/>
              </a:rPr>
              <a:t> features</a:t>
            </a:r>
            <a:endParaRPr sz="963">
              <a:solidFill>
                <a:schemeClr val="dk1"/>
              </a:solidFill>
              <a:latin typeface="Open Sans"/>
              <a:ea typeface="Open Sans"/>
              <a:cs typeface="Open Sans"/>
              <a:sym typeface="Open Sans"/>
            </a:endParaRPr>
          </a:p>
        </p:txBody>
      </p:sp>
      <p:cxnSp>
        <p:nvCxnSpPr>
          <p:cNvPr id="1176" name="Google Shape;1176;p68"/>
          <p:cNvCxnSpPr>
            <a:stCxn id="1174" idx="3"/>
            <a:endCxn id="1175" idx="1"/>
          </p:cNvCxnSpPr>
          <p:nvPr/>
        </p:nvCxnSpPr>
        <p:spPr>
          <a:xfrm>
            <a:off x="4722668" y="3174635"/>
            <a:ext cx="450300" cy="0"/>
          </a:xfrm>
          <a:prstGeom prst="straightConnector1">
            <a:avLst/>
          </a:prstGeom>
          <a:noFill/>
          <a:ln cap="flat" cmpd="sng" w="15300">
            <a:solidFill>
              <a:schemeClr val="dk1"/>
            </a:solidFill>
            <a:prstDash val="solid"/>
            <a:round/>
            <a:headEnd len="sm" w="sm" type="none"/>
            <a:tailEnd len="sm" w="sm" type="none"/>
          </a:ln>
        </p:spPr>
      </p:cxnSp>
      <p:sp>
        <p:nvSpPr>
          <p:cNvPr id="1177" name="Google Shape;1177;p68"/>
          <p:cNvSpPr/>
          <p:nvPr/>
        </p:nvSpPr>
        <p:spPr>
          <a:xfrm>
            <a:off x="2815691" y="3494247"/>
            <a:ext cx="2430900" cy="460200"/>
          </a:xfrm>
          <a:prstGeom prst="roundRect">
            <a:avLst>
              <a:gd fmla="val 29150" name="adj"/>
            </a:avLst>
          </a:prstGeom>
          <a:solidFill>
            <a:schemeClr val="dk2"/>
          </a:solidFill>
          <a:ln cap="flat" cmpd="sng" w="15300">
            <a:solidFill>
              <a:schemeClr val="dk2"/>
            </a:solidFill>
            <a:prstDash val="solid"/>
            <a:round/>
            <a:headEnd len="sm" w="sm" type="none"/>
            <a:tailEnd len="sm" w="sm" type="none"/>
          </a:ln>
        </p:spPr>
        <p:txBody>
          <a:bodyPr anchorCtr="0" anchor="ctr" bIns="73375" lIns="73375" spcFirstLastPara="1" rIns="73375" wrap="square" tIns="73375">
            <a:noAutofit/>
          </a:bodyPr>
          <a:lstStyle/>
          <a:p>
            <a:pPr indent="0" lvl="0" marL="0" marR="0" rtl="0" algn="ctr">
              <a:lnSpc>
                <a:spcPct val="100000"/>
              </a:lnSpc>
              <a:spcBef>
                <a:spcPts val="0"/>
              </a:spcBef>
              <a:spcAft>
                <a:spcPts val="0"/>
              </a:spcAft>
              <a:buClr>
                <a:srgbClr val="000000"/>
              </a:buClr>
              <a:buSzPts val="1926"/>
              <a:buFont typeface="Arial"/>
              <a:buNone/>
            </a:pPr>
            <a:r>
              <a:rPr lang="en-GB" sz="1205">
                <a:solidFill>
                  <a:schemeClr val="dk1"/>
                </a:solidFill>
                <a:latin typeface="Raleway SemiBold"/>
                <a:ea typeface="Raleway SemiBold"/>
                <a:cs typeface="Raleway SemiBold"/>
                <a:sym typeface="Raleway SemiBold"/>
              </a:rPr>
              <a:t>Temporal Features </a:t>
            </a:r>
            <a:endParaRPr b="0" i="0" sz="1205" u="none" cap="none" strike="noStrike">
              <a:solidFill>
                <a:schemeClr val="dk1"/>
              </a:solidFill>
              <a:latin typeface="Raleway SemiBold"/>
              <a:ea typeface="Raleway SemiBold"/>
              <a:cs typeface="Raleway SemiBold"/>
              <a:sym typeface="Raleway SemiBold"/>
            </a:endParaRPr>
          </a:p>
        </p:txBody>
      </p:sp>
      <p:sp>
        <p:nvSpPr>
          <p:cNvPr id="1178" name="Google Shape;1178;p68"/>
          <p:cNvSpPr/>
          <p:nvPr/>
        </p:nvSpPr>
        <p:spPr>
          <a:xfrm>
            <a:off x="5696982" y="3494247"/>
            <a:ext cx="2046300" cy="460200"/>
          </a:xfrm>
          <a:prstGeom prst="roundRect">
            <a:avLst>
              <a:gd fmla="val 29150" name="adj"/>
            </a:avLst>
          </a:prstGeom>
          <a:noFill/>
          <a:ln cap="flat" cmpd="sng" w="15300">
            <a:solidFill>
              <a:schemeClr val="dk1"/>
            </a:solidFill>
            <a:prstDash val="solid"/>
            <a:round/>
            <a:headEnd len="sm" w="sm" type="none"/>
            <a:tailEnd len="sm" w="sm" type="none"/>
          </a:ln>
        </p:spPr>
        <p:txBody>
          <a:bodyPr anchorCtr="0" anchor="ctr" bIns="73375" lIns="73375" spcFirstLastPara="1" rIns="73375" wrap="square" tIns="73375">
            <a:noAutofit/>
          </a:bodyPr>
          <a:lstStyle/>
          <a:p>
            <a:pPr indent="0" lvl="0" marL="0" rtl="0" algn="ctr">
              <a:spcBef>
                <a:spcPts val="0"/>
              </a:spcBef>
              <a:spcAft>
                <a:spcPts val="0"/>
              </a:spcAft>
              <a:buClr>
                <a:srgbClr val="000000"/>
              </a:buClr>
              <a:buSzPts val="963"/>
              <a:buFont typeface="Arial"/>
              <a:buNone/>
            </a:pPr>
            <a:r>
              <a:rPr lang="en-GB" sz="963">
                <a:solidFill>
                  <a:schemeClr val="dk1"/>
                </a:solidFill>
                <a:latin typeface="Open Sans"/>
                <a:ea typeface="Open Sans"/>
                <a:cs typeface="Open Sans"/>
                <a:sym typeface="Open Sans"/>
              </a:rPr>
              <a:t>15 features</a:t>
            </a:r>
            <a:endParaRPr sz="963">
              <a:solidFill>
                <a:schemeClr val="dk1"/>
              </a:solidFill>
              <a:latin typeface="Open Sans"/>
              <a:ea typeface="Open Sans"/>
              <a:cs typeface="Open Sans"/>
              <a:sym typeface="Open Sans"/>
            </a:endParaRPr>
          </a:p>
        </p:txBody>
      </p:sp>
      <p:cxnSp>
        <p:nvCxnSpPr>
          <p:cNvPr id="1179" name="Google Shape;1179;p68"/>
          <p:cNvCxnSpPr>
            <a:stCxn id="1177" idx="3"/>
            <a:endCxn id="1178" idx="1"/>
          </p:cNvCxnSpPr>
          <p:nvPr/>
        </p:nvCxnSpPr>
        <p:spPr>
          <a:xfrm>
            <a:off x="5246591" y="3724347"/>
            <a:ext cx="450300" cy="0"/>
          </a:xfrm>
          <a:prstGeom prst="straightConnector1">
            <a:avLst/>
          </a:prstGeom>
          <a:noFill/>
          <a:ln cap="flat" cmpd="sng" w="15300">
            <a:solidFill>
              <a:schemeClr val="dk1"/>
            </a:solidFill>
            <a:prstDash val="solid"/>
            <a:round/>
            <a:headEnd len="sm" w="sm" type="none"/>
            <a:tailEnd len="sm" w="sm" type="none"/>
          </a:ln>
        </p:spPr>
      </p:cxnSp>
      <p:sp>
        <p:nvSpPr>
          <p:cNvPr id="1180" name="Google Shape;1180;p68"/>
          <p:cNvSpPr/>
          <p:nvPr/>
        </p:nvSpPr>
        <p:spPr>
          <a:xfrm>
            <a:off x="3371468" y="4043952"/>
            <a:ext cx="2430900" cy="460200"/>
          </a:xfrm>
          <a:prstGeom prst="roundRect">
            <a:avLst>
              <a:gd fmla="val 29150" name="adj"/>
            </a:avLst>
          </a:prstGeom>
          <a:solidFill>
            <a:schemeClr val="lt2"/>
          </a:solidFill>
          <a:ln cap="flat" cmpd="sng" w="15300">
            <a:solidFill>
              <a:schemeClr val="lt2"/>
            </a:solidFill>
            <a:prstDash val="solid"/>
            <a:round/>
            <a:headEnd len="sm" w="sm" type="none"/>
            <a:tailEnd len="sm" w="sm" type="none"/>
          </a:ln>
        </p:spPr>
        <p:txBody>
          <a:bodyPr anchorCtr="0" anchor="ctr" bIns="73375" lIns="73375" spcFirstLastPara="1" rIns="73375" wrap="square" tIns="73375">
            <a:noAutofit/>
          </a:bodyPr>
          <a:lstStyle/>
          <a:p>
            <a:pPr indent="0" lvl="0" marL="0" marR="0" rtl="0" algn="ctr">
              <a:lnSpc>
                <a:spcPct val="100000"/>
              </a:lnSpc>
              <a:spcBef>
                <a:spcPts val="0"/>
              </a:spcBef>
              <a:spcAft>
                <a:spcPts val="0"/>
              </a:spcAft>
              <a:buClr>
                <a:srgbClr val="000000"/>
              </a:buClr>
              <a:buSzPts val="1926"/>
              <a:buFont typeface="Arial"/>
              <a:buNone/>
            </a:pPr>
            <a:r>
              <a:rPr lang="en-GB" sz="1205">
                <a:solidFill>
                  <a:schemeClr val="dk1"/>
                </a:solidFill>
                <a:latin typeface="Raleway SemiBold"/>
                <a:ea typeface="Raleway SemiBold"/>
                <a:cs typeface="Raleway SemiBold"/>
                <a:sym typeface="Raleway SemiBold"/>
              </a:rPr>
              <a:t>Categorical Encoding</a:t>
            </a:r>
            <a:endParaRPr b="0" i="0" sz="1205" u="none" cap="none" strike="noStrike">
              <a:solidFill>
                <a:schemeClr val="dk1"/>
              </a:solidFill>
              <a:latin typeface="Raleway SemiBold"/>
              <a:ea typeface="Raleway SemiBold"/>
              <a:cs typeface="Raleway SemiBold"/>
              <a:sym typeface="Raleway SemiBold"/>
            </a:endParaRPr>
          </a:p>
        </p:txBody>
      </p:sp>
      <p:sp>
        <p:nvSpPr>
          <p:cNvPr id="1181" name="Google Shape;1181;p68"/>
          <p:cNvSpPr/>
          <p:nvPr/>
        </p:nvSpPr>
        <p:spPr>
          <a:xfrm>
            <a:off x="6252759" y="4043952"/>
            <a:ext cx="2046300" cy="460200"/>
          </a:xfrm>
          <a:prstGeom prst="roundRect">
            <a:avLst>
              <a:gd fmla="val 29150" name="adj"/>
            </a:avLst>
          </a:prstGeom>
          <a:noFill/>
          <a:ln cap="flat" cmpd="sng" w="15300">
            <a:solidFill>
              <a:schemeClr val="dk1"/>
            </a:solidFill>
            <a:prstDash val="solid"/>
            <a:round/>
            <a:headEnd len="sm" w="sm" type="none"/>
            <a:tailEnd len="sm" w="sm" type="none"/>
          </a:ln>
        </p:spPr>
        <p:txBody>
          <a:bodyPr anchorCtr="0" anchor="ctr" bIns="73375" lIns="73375" spcFirstLastPara="1" rIns="73375" wrap="square" tIns="73375">
            <a:noAutofit/>
          </a:bodyPr>
          <a:lstStyle/>
          <a:p>
            <a:pPr indent="0" lvl="0" marL="0" rtl="0" algn="ctr">
              <a:spcBef>
                <a:spcPts val="0"/>
              </a:spcBef>
              <a:spcAft>
                <a:spcPts val="0"/>
              </a:spcAft>
              <a:buClr>
                <a:srgbClr val="000000"/>
              </a:buClr>
              <a:buSzPts val="963"/>
              <a:buFont typeface="Arial"/>
              <a:buNone/>
            </a:pPr>
            <a:r>
              <a:rPr lang="en-GB" sz="963">
                <a:solidFill>
                  <a:schemeClr val="dk1"/>
                </a:solidFill>
                <a:latin typeface="Open Sans"/>
                <a:ea typeface="Open Sans"/>
                <a:cs typeface="Open Sans"/>
                <a:sym typeface="Open Sans"/>
              </a:rPr>
              <a:t>3</a:t>
            </a:r>
            <a:r>
              <a:rPr lang="en-GB" sz="963">
                <a:solidFill>
                  <a:schemeClr val="dk1"/>
                </a:solidFill>
                <a:latin typeface="Open Sans"/>
                <a:ea typeface="Open Sans"/>
                <a:cs typeface="Open Sans"/>
                <a:sym typeface="Open Sans"/>
              </a:rPr>
              <a:t> features</a:t>
            </a:r>
            <a:endParaRPr sz="963">
              <a:solidFill>
                <a:schemeClr val="dk1"/>
              </a:solidFill>
              <a:latin typeface="Open Sans"/>
              <a:ea typeface="Open Sans"/>
              <a:cs typeface="Open Sans"/>
              <a:sym typeface="Open Sans"/>
            </a:endParaRPr>
          </a:p>
        </p:txBody>
      </p:sp>
      <p:cxnSp>
        <p:nvCxnSpPr>
          <p:cNvPr id="1182" name="Google Shape;1182;p68"/>
          <p:cNvCxnSpPr>
            <a:stCxn id="1180" idx="3"/>
            <a:endCxn id="1181" idx="1"/>
          </p:cNvCxnSpPr>
          <p:nvPr/>
        </p:nvCxnSpPr>
        <p:spPr>
          <a:xfrm>
            <a:off x="5802368" y="4274052"/>
            <a:ext cx="450300" cy="0"/>
          </a:xfrm>
          <a:prstGeom prst="straightConnector1">
            <a:avLst/>
          </a:prstGeom>
          <a:noFill/>
          <a:ln cap="flat" cmpd="sng" w="16100">
            <a:solidFill>
              <a:schemeClr val="dk1"/>
            </a:solidFill>
            <a:prstDash val="solid"/>
            <a:round/>
            <a:headEnd len="sm" w="sm" type="none"/>
            <a:tailEnd len="sm" w="sm" type="none"/>
          </a:ln>
        </p:spPr>
      </p:cxnSp>
      <p:sp>
        <p:nvSpPr>
          <p:cNvPr id="1183" name="Google Shape;1183;p68"/>
          <p:cNvSpPr/>
          <p:nvPr/>
        </p:nvSpPr>
        <p:spPr>
          <a:xfrm>
            <a:off x="1683500" y="4632750"/>
            <a:ext cx="4954800" cy="439800"/>
          </a:xfrm>
          <a:prstGeom prst="roundRect">
            <a:avLst>
              <a:gd fmla="val 21668"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90000"/>
              </a:lnSpc>
              <a:spcBef>
                <a:spcPts val="0"/>
              </a:spcBef>
              <a:spcAft>
                <a:spcPts val="0"/>
              </a:spcAft>
              <a:buClr>
                <a:srgbClr val="000000"/>
              </a:buClr>
              <a:buSzPts val="1800"/>
              <a:buFont typeface="Arial"/>
              <a:buNone/>
            </a:pPr>
            <a:r>
              <a:rPr b="1" lang="en-GB" sz="1100"/>
              <a:t>Result: 110 Rich Features</a:t>
            </a:r>
            <a:r>
              <a:rPr lang="en-GB" sz="1100"/>
              <a:t> capturing diverse behavioral patterns</a:t>
            </a:r>
            <a:endParaRPr b="0" i="0" sz="1800" u="none" cap="none" strike="noStrike">
              <a:solidFill>
                <a:srgbClr val="000000"/>
              </a:solidFill>
              <a:latin typeface="Arial"/>
              <a:ea typeface="Arial"/>
              <a:cs typeface="Arial"/>
              <a:sym typeface="Aria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7" name="Shape 1187"/>
        <p:cNvGrpSpPr/>
        <p:nvPr/>
      </p:nvGrpSpPr>
      <p:grpSpPr>
        <a:xfrm>
          <a:off x="0" y="0"/>
          <a:ext cx="0" cy="0"/>
          <a:chOff x="0" y="0"/>
          <a:chExt cx="0" cy="0"/>
        </a:xfrm>
      </p:grpSpPr>
      <p:sp>
        <p:nvSpPr>
          <p:cNvPr id="1188" name="Google Shape;1188;p69"/>
          <p:cNvSpPr txBox="1"/>
          <p:nvPr>
            <p:ph type="title"/>
          </p:nvPr>
        </p:nvSpPr>
        <p:spPr>
          <a:xfrm>
            <a:off x="439900" y="535000"/>
            <a:ext cx="79842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lang="en-GB"/>
              <a:t>Challenges We Overcame</a:t>
            </a:r>
            <a:endParaRPr/>
          </a:p>
        </p:txBody>
      </p:sp>
      <p:graphicFrame>
        <p:nvGraphicFramePr>
          <p:cNvPr id="1189" name="Google Shape;1189;p69"/>
          <p:cNvGraphicFramePr/>
          <p:nvPr/>
        </p:nvGraphicFramePr>
        <p:xfrm>
          <a:off x="752925" y="1323750"/>
          <a:ext cx="3000000" cy="3000000"/>
        </p:xfrm>
        <a:graphic>
          <a:graphicData uri="http://schemas.openxmlformats.org/drawingml/2006/table">
            <a:tbl>
              <a:tblPr>
                <a:noFill/>
                <a:tableStyleId>{CF7EBC90-D39A-4EA8-BDBE-FA5BE8EE289A}</a:tableStyleId>
              </a:tblPr>
              <a:tblGrid>
                <a:gridCol w="3958675"/>
                <a:gridCol w="3679475"/>
              </a:tblGrid>
              <a:tr h="623250">
                <a:tc>
                  <a:txBody>
                    <a:bodyPr/>
                    <a:lstStyle/>
                    <a:p>
                      <a:pPr indent="0" lvl="0" marL="0" marR="0" rtl="0" algn="ctr">
                        <a:lnSpc>
                          <a:spcPct val="100000"/>
                        </a:lnSpc>
                        <a:spcBef>
                          <a:spcPts val="0"/>
                        </a:spcBef>
                        <a:spcAft>
                          <a:spcPts val="0"/>
                        </a:spcAft>
                        <a:buClr>
                          <a:srgbClr val="000000"/>
                        </a:buClr>
                        <a:buSzPts val="1800"/>
                        <a:buFont typeface="Arial"/>
                        <a:buNone/>
                      </a:pPr>
                      <a:r>
                        <a:rPr lang="en-GB" sz="1800">
                          <a:solidFill>
                            <a:schemeClr val="dk1"/>
                          </a:solidFill>
                          <a:latin typeface="Raleway SemiBold"/>
                          <a:ea typeface="Raleway SemiBold"/>
                          <a:cs typeface="Raleway SemiBold"/>
                          <a:sym typeface="Raleway SemiBold"/>
                        </a:rPr>
                        <a:t>Challenge</a:t>
                      </a:r>
                      <a:endParaRPr sz="1800"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Clr>
                          <a:srgbClr val="000000"/>
                        </a:buClr>
                        <a:buSzPts val="1800"/>
                        <a:buFont typeface="Arial"/>
                        <a:buNone/>
                      </a:pPr>
                      <a:r>
                        <a:rPr lang="en-GB" sz="1800"/>
                        <a:t>Our Solution</a:t>
                      </a:r>
                      <a:endParaRPr sz="1800"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r h="515375">
                <a:tc>
                  <a:txBody>
                    <a:bodyPr/>
                    <a:lstStyle/>
                    <a:p>
                      <a:pPr indent="0" lvl="0" marL="0" marR="0" rtl="0" algn="ctr">
                        <a:lnSpc>
                          <a:spcPct val="100000"/>
                        </a:lnSpc>
                        <a:spcBef>
                          <a:spcPts val="0"/>
                        </a:spcBef>
                        <a:spcAft>
                          <a:spcPts val="0"/>
                        </a:spcAft>
                        <a:buClr>
                          <a:srgbClr val="000000"/>
                        </a:buClr>
                        <a:buSzPts val="1400"/>
                        <a:buFont typeface="Arial"/>
                        <a:buNone/>
                      </a:pPr>
                      <a:r>
                        <a:rPr lang="en-GB">
                          <a:solidFill>
                            <a:schemeClr val="dk1"/>
                          </a:solidFill>
                          <a:latin typeface="Raleway SemiBold"/>
                          <a:ea typeface="Raleway SemiBold"/>
                          <a:cs typeface="Raleway SemiBold"/>
                          <a:sym typeface="Raleway SemiBold"/>
                        </a:rPr>
                        <a:t>Severe class imbalance (22:1)</a:t>
                      </a:r>
                      <a:endParaRPr sz="1400"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rPr lang="en-GB" sz="1200">
                          <a:solidFill>
                            <a:schemeClr val="dk1"/>
                          </a:solidFill>
                          <a:latin typeface="Open Sans"/>
                          <a:ea typeface="Open Sans"/>
                          <a:cs typeface="Open Sans"/>
                          <a:sym typeface="Open Sans"/>
                        </a:rPr>
                        <a:t>Class weighting + threshold tuning + ROC-AUC metric</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1"/>
                      </a:solidFill>
                      <a:prstDash val="solid"/>
                      <a:round/>
                      <a:headEnd len="sm" w="sm" type="none"/>
                      <a:tailEnd len="sm" w="sm" type="none"/>
                    </a:lnB>
                  </a:tcPr>
                </a:tc>
              </a:tr>
              <a:tr h="515375">
                <a:tc>
                  <a:txBody>
                    <a:bodyPr/>
                    <a:lstStyle/>
                    <a:p>
                      <a:pPr indent="0" lvl="0" marL="0" marR="0" rtl="0" algn="ctr">
                        <a:lnSpc>
                          <a:spcPct val="100000"/>
                        </a:lnSpc>
                        <a:spcBef>
                          <a:spcPts val="0"/>
                        </a:spcBef>
                        <a:spcAft>
                          <a:spcPts val="0"/>
                        </a:spcAft>
                        <a:buClr>
                          <a:srgbClr val="000000"/>
                        </a:buClr>
                        <a:buSzPts val="1400"/>
                        <a:buFont typeface="Arial"/>
                        <a:buNone/>
                      </a:pPr>
                      <a:r>
                        <a:rPr lang="en-GB">
                          <a:latin typeface="Raleway SemiBold"/>
                          <a:ea typeface="Raleway SemiBold"/>
                          <a:cs typeface="Raleway SemiBold"/>
                          <a:sym typeface="Raleway SemiBold"/>
                        </a:rPr>
                        <a:t>Weak feature correlations (&lt;0.11)</a:t>
                      </a:r>
                      <a:endParaRPr sz="1700"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rPr lang="en-GB" sz="1200">
                          <a:solidFill>
                            <a:schemeClr val="dk1"/>
                          </a:solidFill>
                          <a:latin typeface="Open Sans"/>
                          <a:ea typeface="Open Sans"/>
                          <a:cs typeface="Open Sans"/>
                          <a:sym typeface="Open Sans"/>
                        </a:rPr>
                        <a:t>Engineer 110 features to combine weak signals</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15375">
                <a:tc>
                  <a:txBody>
                    <a:bodyPr/>
                    <a:lstStyle/>
                    <a:p>
                      <a:pPr indent="0" lvl="0" marL="0" marR="0" rtl="0" algn="ctr">
                        <a:lnSpc>
                          <a:spcPct val="100000"/>
                        </a:lnSpc>
                        <a:spcBef>
                          <a:spcPts val="0"/>
                        </a:spcBef>
                        <a:spcAft>
                          <a:spcPts val="0"/>
                        </a:spcAft>
                        <a:buClr>
                          <a:srgbClr val="000000"/>
                        </a:buClr>
                        <a:buSzPts val="1400"/>
                        <a:buFont typeface="Arial"/>
                        <a:buNone/>
                      </a:pPr>
                      <a:r>
                        <a:rPr lang="en-GB">
                          <a:solidFill>
                            <a:schemeClr val="dk1"/>
                          </a:solidFill>
                          <a:latin typeface="Raleway SemiBold"/>
                          <a:ea typeface="Raleway SemiBold"/>
                          <a:cs typeface="Raleway SemiBold"/>
                          <a:sym typeface="Raleway SemiBold"/>
                        </a:rPr>
                        <a:t>Variable invoices per customer (5-30)</a:t>
                      </a:r>
                      <a:endParaRPr sz="1400" u="none" cap="none" strike="noStrike">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rPr lang="en-GB" sz="1200">
                          <a:solidFill>
                            <a:schemeClr val="dk1"/>
                          </a:solidFill>
                          <a:latin typeface="Open Sans"/>
                          <a:ea typeface="Open Sans"/>
                          <a:cs typeface="Open Sans"/>
                          <a:sym typeface="Open Sans"/>
                        </a:rPr>
                        <a:t>Statistical aggregation + pattern features</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15375">
                <a:tc>
                  <a:txBody>
                    <a:bodyPr/>
                    <a:lstStyle/>
                    <a:p>
                      <a:pPr indent="0" lvl="0" marL="0" marR="0" rtl="0" algn="ctr">
                        <a:lnSpc>
                          <a:spcPct val="100000"/>
                        </a:lnSpc>
                        <a:spcBef>
                          <a:spcPts val="0"/>
                        </a:spcBef>
                        <a:spcAft>
                          <a:spcPts val="0"/>
                        </a:spcAft>
                        <a:buNone/>
                      </a:pPr>
                      <a:r>
                        <a:rPr lang="en-GB">
                          <a:solidFill>
                            <a:schemeClr val="dk1"/>
                          </a:solidFill>
                          <a:latin typeface="Raleway SemiBold"/>
                          <a:ea typeface="Raleway SemiBold"/>
                          <a:cs typeface="Raleway SemiBold"/>
                          <a:sym typeface="Raleway SemiBold"/>
                        </a:rPr>
                        <a:t>Extreme outliers (57,495 kWh)</a:t>
                      </a:r>
                      <a:endParaRPr>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None/>
                      </a:pPr>
                      <a:r>
                        <a:rPr lang="en-GB" sz="1200">
                          <a:solidFill>
                            <a:schemeClr val="dk1"/>
                          </a:solidFill>
                          <a:latin typeface="Open Sans"/>
                          <a:ea typeface="Open Sans"/>
                          <a:cs typeface="Open Sans"/>
                          <a:sym typeface="Open Sans"/>
                        </a:rPr>
                        <a:t>Winsorization at 99th percentile</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15375">
                <a:tc>
                  <a:txBody>
                    <a:bodyPr/>
                    <a:lstStyle/>
                    <a:p>
                      <a:pPr indent="0" lvl="0" marL="0" marR="0" rtl="0" algn="ctr">
                        <a:lnSpc>
                          <a:spcPct val="100000"/>
                        </a:lnSpc>
                        <a:spcBef>
                          <a:spcPts val="0"/>
                        </a:spcBef>
                        <a:spcAft>
                          <a:spcPts val="0"/>
                        </a:spcAft>
                        <a:buNone/>
                      </a:pPr>
                      <a:r>
                        <a:rPr lang="en-GB">
                          <a:solidFill>
                            <a:schemeClr val="dk1"/>
                          </a:solidFill>
                          <a:latin typeface="Raleway SemiBold"/>
                          <a:ea typeface="Raleway SemiBold"/>
                          <a:cs typeface="Raleway SemiBold"/>
                          <a:sym typeface="Raleway SemiBold"/>
                        </a:rPr>
                        <a:t>Rare high-risk categories (Category 51: 1%)</a:t>
                      </a:r>
                      <a:endParaRPr>
                        <a:solidFill>
                          <a:schemeClr val="dk1"/>
                        </a:solidFill>
                        <a:latin typeface="Raleway SemiBold"/>
                        <a:ea typeface="Raleway SemiBold"/>
                        <a:cs typeface="Raleway SemiBold"/>
                        <a:sym typeface="Raleway SemiBol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None/>
                      </a:pPr>
                      <a:r>
                        <a:rPr lang="en-GB" sz="1200">
                          <a:solidFill>
                            <a:schemeClr val="dk1"/>
                          </a:solidFill>
                          <a:latin typeface="Open Sans"/>
                          <a:ea typeface="Open Sans"/>
                          <a:cs typeface="Open Sans"/>
                          <a:sym typeface="Open Sans"/>
                        </a:rPr>
                        <a:t>Stratified split + binary encoding</a:t>
                      </a:r>
                      <a:endParaRPr sz="1200" u="none" cap="none" strike="noStrike">
                        <a:solidFill>
                          <a:schemeClr val="dk1"/>
                        </a:solidFill>
                        <a:latin typeface="Open Sans"/>
                        <a:ea typeface="Open Sans"/>
                        <a:cs typeface="Open Sans"/>
                        <a:sym typeface="Open Sa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3" name="Shape 1193"/>
        <p:cNvGrpSpPr/>
        <p:nvPr/>
      </p:nvGrpSpPr>
      <p:grpSpPr>
        <a:xfrm>
          <a:off x="0" y="0"/>
          <a:ext cx="0" cy="0"/>
          <a:chOff x="0" y="0"/>
          <a:chExt cx="0" cy="0"/>
        </a:xfrm>
      </p:grpSpPr>
      <p:sp>
        <p:nvSpPr>
          <p:cNvPr id="1194" name="Google Shape;1194;p70"/>
          <p:cNvSpPr txBox="1"/>
          <p:nvPr>
            <p:ph type="title"/>
          </p:nvPr>
        </p:nvSpPr>
        <p:spPr>
          <a:xfrm>
            <a:off x="720000" y="53500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b="1" lang="en-GB">
                <a:latin typeface="Open Sans"/>
                <a:ea typeface="Open Sans"/>
                <a:cs typeface="Open Sans"/>
                <a:sym typeface="Open Sans"/>
              </a:rPr>
              <a:t>MODELING </a:t>
            </a:r>
            <a:endParaRPr b="1">
              <a:latin typeface="Open Sans"/>
              <a:ea typeface="Open Sans"/>
              <a:cs typeface="Open Sans"/>
              <a:sym typeface="Open Sans"/>
            </a:endParaRPr>
          </a:p>
        </p:txBody>
      </p:sp>
      <p:sp>
        <p:nvSpPr>
          <p:cNvPr id="1195" name="Google Shape;1195;p70"/>
          <p:cNvSpPr txBox="1"/>
          <p:nvPr/>
        </p:nvSpPr>
        <p:spPr>
          <a:xfrm>
            <a:off x="1078150" y="1378700"/>
            <a:ext cx="7255800" cy="22587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1200"/>
              </a:spcBef>
              <a:spcAft>
                <a:spcPts val="0"/>
              </a:spcAft>
              <a:buNone/>
            </a:pPr>
            <a:r>
              <a:rPr b="1" lang="en-GB" sz="1700">
                <a:latin typeface="Open Sans"/>
                <a:ea typeface="Open Sans"/>
                <a:cs typeface="Open Sans"/>
                <a:sym typeface="Open Sans"/>
              </a:rPr>
              <a:t>Goal:</a:t>
            </a:r>
            <a:br>
              <a:rPr lang="en-GB" sz="1700">
                <a:latin typeface="Open Sans"/>
                <a:ea typeface="Open Sans"/>
                <a:cs typeface="Open Sans"/>
                <a:sym typeface="Open Sans"/>
              </a:rPr>
            </a:br>
            <a:r>
              <a:rPr lang="en-GB" sz="1700">
                <a:latin typeface="Open Sans"/>
                <a:ea typeface="Open Sans"/>
                <a:cs typeface="Open Sans"/>
                <a:sym typeface="Open Sans"/>
              </a:rPr>
              <a:t>To develop machine learning models that </a:t>
            </a:r>
            <a:r>
              <a:rPr b="1" lang="en-GB" sz="1700">
                <a:latin typeface="Open Sans"/>
                <a:ea typeface="Open Sans"/>
                <a:cs typeface="Open Sans"/>
                <a:sym typeface="Open Sans"/>
              </a:rPr>
              <a:t>accurately detect fraudulent customers while managing class imbalance.</a:t>
            </a:r>
            <a:endParaRPr b="1" sz="1700">
              <a:latin typeface="Open Sans"/>
              <a:ea typeface="Open Sans"/>
              <a:cs typeface="Open Sans"/>
              <a:sym typeface="Open Sans"/>
            </a:endParaRPr>
          </a:p>
          <a:p>
            <a:pPr indent="0" lvl="0" marL="0" rtl="0" algn="l">
              <a:lnSpc>
                <a:spcPct val="115000"/>
              </a:lnSpc>
              <a:spcBef>
                <a:spcPts val="1200"/>
              </a:spcBef>
              <a:spcAft>
                <a:spcPts val="0"/>
              </a:spcAft>
              <a:buNone/>
            </a:pPr>
            <a:r>
              <a:rPr b="1" lang="en-GB" sz="1700">
                <a:latin typeface="Open Sans"/>
                <a:ea typeface="Open Sans"/>
                <a:cs typeface="Open Sans"/>
                <a:sym typeface="Open Sans"/>
              </a:rPr>
              <a:t>Key Focus:</a:t>
            </a:r>
            <a:endParaRPr b="1" sz="1700">
              <a:latin typeface="Open Sans"/>
              <a:ea typeface="Open Sans"/>
              <a:cs typeface="Open Sans"/>
              <a:sym typeface="Open Sans"/>
            </a:endParaRPr>
          </a:p>
          <a:p>
            <a:pPr indent="-336550" lvl="0" marL="457200" rtl="0" algn="l">
              <a:lnSpc>
                <a:spcPct val="115000"/>
              </a:lnSpc>
              <a:spcBef>
                <a:spcPts val="1200"/>
              </a:spcBef>
              <a:spcAft>
                <a:spcPts val="0"/>
              </a:spcAft>
              <a:buSzPts val="1700"/>
              <a:buChar char="●"/>
            </a:pPr>
            <a:r>
              <a:rPr lang="en-GB" sz="1700">
                <a:latin typeface="Open Sans"/>
                <a:ea typeface="Open Sans"/>
                <a:cs typeface="Open Sans"/>
                <a:sym typeface="Open Sans"/>
              </a:rPr>
              <a:t>Define the problem as binary classification</a:t>
            </a:r>
            <a:endParaRPr sz="1700">
              <a:latin typeface="Open Sans"/>
              <a:ea typeface="Open Sans"/>
              <a:cs typeface="Open Sans"/>
              <a:sym typeface="Open Sans"/>
            </a:endParaRPr>
          </a:p>
          <a:p>
            <a:pPr indent="-336550" lvl="0" marL="457200" rtl="0" algn="l">
              <a:lnSpc>
                <a:spcPct val="115000"/>
              </a:lnSpc>
              <a:spcBef>
                <a:spcPts val="0"/>
              </a:spcBef>
              <a:spcAft>
                <a:spcPts val="0"/>
              </a:spcAft>
              <a:buSzPts val="1700"/>
              <a:buChar char="●"/>
            </a:pPr>
            <a:r>
              <a:rPr lang="en-GB" sz="1700">
                <a:latin typeface="Open Sans"/>
                <a:ea typeface="Open Sans"/>
                <a:cs typeface="Open Sans"/>
                <a:sym typeface="Open Sans"/>
              </a:rPr>
              <a:t>Establish baseline and advanced models</a:t>
            </a:r>
            <a:endParaRPr sz="1700">
              <a:latin typeface="Open Sans"/>
              <a:ea typeface="Open Sans"/>
              <a:cs typeface="Open Sans"/>
              <a:sym typeface="Open Sans"/>
            </a:endParaRPr>
          </a:p>
        </p:txBody>
      </p:sp>
      <p:grpSp>
        <p:nvGrpSpPr>
          <p:cNvPr id="1196" name="Google Shape;1196;p70"/>
          <p:cNvGrpSpPr/>
          <p:nvPr/>
        </p:nvGrpSpPr>
        <p:grpSpPr>
          <a:xfrm rot="5400000">
            <a:off x="791195" y="3752238"/>
            <a:ext cx="753870" cy="1742887"/>
            <a:chOff x="5088650" y="245050"/>
            <a:chExt cx="1046025" cy="2418325"/>
          </a:xfrm>
        </p:grpSpPr>
        <p:sp>
          <p:nvSpPr>
            <p:cNvPr id="1197" name="Google Shape;1197;p70"/>
            <p:cNvSpPr/>
            <p:nvPr/>
          </p:nvSpPr>
          <p:spPr>
            <a:xfrm>
              <a:off x="5547343" y="1580798"/>
              <a:ext cx="128662" cy="1082577"/>
            </a:xfrm>
            <a:custGeom>
              <a:rect b="b" l="l" r="r" t="t"/>
              <a:pathLst>
                <a:path extrusionOk="0" h="18637" w="5147">
                  <a:moveTo>
                    <a:pt x="0" y="0"/>
                  </a:moveTo>
                  <a:lnTo>
                    <a:pt x="0" y="18636"/>
                  </a:lnTo>
                  <a:lnTo>
                    <a:pt x="5147" y="18636"/>
                  </a:lnTo>
                  <a:lnTo>
                    <a:pt x="5147"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70"/>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70"/>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70"/>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70"/>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 name="Google Shape;1202;p70"/>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3" name="Google Shape;1203;p70"/>
          <p:cNvGrpSpPr/>
          <p:nvPr/>
        </p:nvGrpSpPr>
        <p:grpSpPr>
          <a:xfrm rot="10800000">
            <a:off x="8118733" y="21049"/>
            <a:ext cx="753870" cy="1509636"/>
            <a:chOff x="5088650" y="245050"/>
            <a:chExt cx="1046025" cy="2094681"/>
          </a:xfrm>
        </p:grpSpPr>
        <p:sp>
          <p:nvSpPr>
            <p:cNvPr id="1204" name="Google Shape;1204;p70"/>
            <p:cNvSpPr/>
            <p:nvPr/>
          </p:nvSpPr>
          <p:spPr>
            <a:xfrm>
              <a:off x="5547342" y="1580832"/>
              <a:ext cx="128662" cy="758899"/>
            </a:xfrm>
            <a:custGeom>
              <a:rect b="b" l="l" r="r" t="t"/>
              <a:pathLst>
                <a:path extrusionOk="0" h="18637" w="5147">
                  <a:moveTo>
                    <a:pt x="0" y="0"/>
                  </a:moveTo>
                  <a:lnTo>
                    <a:pt x="0" y="18636"/>
                  </a:lnTo>
                  <a:lnTo>
                    <a:pt x="5147" y="18636"/>
                  </a:lnTo>
                  <a:lnTo>
                    <a:pt x="514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 name="Google Shape;1205;p70"/>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70"/>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70"/>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70"/>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70"/>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 name="Shape 1213"/>
        <p:cNvGrpSpPr/>
        <p:nvPr/>
      </p:nvGrpSpPr>
      <p:grpSpPr>
        <a:xfrm>
          <a:off x="0" y="0"/>
          <a:ext cx="0" cy="0"/>
          <a:chOff x="0" y="0"/>
          <a:chExt cx="0" cy="0"/>
        </a:xfrm>
      </p:grpSpPr>
      <p:sp>
        <p:nvSpPr>
          <p:cNvPr id="1214" name="Google Shape;1214;p71"/>
          <p:cNvSpPr txBox="1"/>
          <p:nvPr>
            <p:ph type="title"/>
          </p:nvPr>
        </p:nvSpPr>
        <p:spPr>
          <a:xfrm>
            <a:off x="651200" y="770325"/>
            <a:ext cx="7704000" cy="573300"/>
          </a:xfrm>
          <a:prstGeom prst="rect">
            <a:avLst/>
          </a:prstGeom>
        </p:spPr>
        <p:txBody>
          <a:bodyPr anchorCtr="0" anchor="t" bIns="91425" lIns="91425" spcFirstLastPara="1" rIns="91425" wrap="square" tIns="91425">
            <a:noAutofit/>
          </a:bodyPr>
          <a:lstStyle/>
          <a:p>
            <a:pPr indent="0" lvl="0" marL="0" rtl="0" algn="l">
              <a:lnSpc>
                <a:spcPct val="115000"/>
              </a:lnSpc>
              <a:spcBef>
                <a:spcPts val="1800"/>
              </a:spcBef>
              <a:spcAft>
                <a:spcPts val="400"/>
              </a:spcAft>
              <a:buNone/>
            </a:pPr>
            <a:r>
              <a:rPr b="1" lang="en-GB" sz="2900">
                <a:solidFill>
                  <a:srgbClr val="000000"/>
                </a:solidFill>
                <a:latin typeface="Open Sans"/>
                <a:ea typeface="Open Sans"/>
                <a:cs typeface="Open Sans"/>
                <a:sym typeface="Open Sans"/>
              </a:rPr>
              <a:t>Stratified Data Split</a:t>
            </a:r>
            <a:endParaRPr b="1" sz="4400">
              <a:latin typeface="Open Sans"/>
              <a:ea typeface="Open Sans"/>
              <a:cs typeface="Open Sans"/>
              <a:sym typeface="Open Sans"/>
            </a:endParaRPr>
          </a:p>
        </p:txBody>
      </p:sp>
      <p:sp>
        <p:nvSpPr>
          <p:cNvPr id="1215" name="Google Shape;1215;p71"/>
          <p:cNvSpPr txBox="1"/>
          <p:nvPr/>
        </p:nvSpPr>
        <p:spPr>
          <a:xfrm>
            <a:off x="651200" y="1745450"/>
            <a:ext cx="8116800" cy="34593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1200"/>
              </a:spcBef>
              <a:spcAft>
                <a:spcPts val="0"/>
              </a:spcAft>
              <a:buNone/>
            </a:pPr>
            <a:r>
              <a:rPr lang="en-GB" sz="1600">
                <a:latin typeface="Open Sans"/>
                <a:ea typeface="Open Sans"/>
                <a:cs typeface="Open Sans"/>
                <a:sym typeface="Open Sans"/>
              </a:rPr>
              <a:t>Method:</a:t>
            </a:r>
            <a:endParaRPr sz="1600">
              <a:latin typeface="Open Sans"/>
              <a:ea typeface="Open Sans"/>
              <a:cs typeface="Open Sans"/>
              <a:sym typeface="Open Sans"/>
            </a:endParaRPr>
          </a:p>
          <a:p>
            <a:pPr indent="-330200" lvl="0" marL="457200" rtl="0" algn="l">
              <a:lnSpc>
                <a:spcPct val="115000"/>
              </a:lnSpc>
              <a:spcBef>
                <a:spcPts val="1200"/>
              </a:spcBef>
              <a:spcAft>
                <a:spcPts val="0"/>
              </a:spcAft>
              <a:buSzPts val="1600"/>
              <a:buChar char="●"/>
            </a:pPr>
            <a:r>
              <a:rPr lang="en-GB" sz="1600">
                <a:latin typeface="Open Sans"/>
                <a:ea typeface="Open Sans"/>
                <a:cs typeface="Open Sans"/>
                <a:sym typeface="Open Sans"/>
              </a:rPr>
              <a:t>Used </a:t>
            </a:r>
            <a:r>
              <a:rPr b="1" lang="en-GB" sz="1600">
                <a:latin typeface="Open Sans"/>
                <a:ea typeface="Open Sans"/>
                <a:cs typeface="Open Sans"/>
                <a:sym typeface="Open Sans"/>
              </a:rPr>
              <a:t>Perfect Stratified Train–Test Split</a:t>
            </a:r>
            <a:r>
              <a:rPr lang="en-GB" sz="1600">
                <a:latin typeface="Open Sans"/>
                <a:ea typeface="Open Sans"/>
                <a:cs typeface="Open Sans"/>
                <a:sym typeface="Open Sans"/>
              </a:rPr>
              <a:t> to keep the same fraud-to-non-fraud ratio across datasets.</a:t>
            </a:r>
            <a:endParaRPr sz="1600">
              <a:latin typeface="Open Sans"/>
              <a:ea typeface="Open Sans"/>
              <a:cs typeface="Open Sans"/>
              <a:sym typeface="Open Sans"/>
            </a:endParaRPr>
          </a:p>
          <a:p>
            <a:pPr indent="0" lvl="0" marL="0" rtl="0" algn="l">
              <a:lnSpc>
                <a:spcPct val="115000"/>
              </a:lnSpc>
              <a:spcBef>
                <a:spcPts val="1200"/>
              </a:spcBef>
              <a:spcAft>
                <a:spcPts val="0"/>
              </a:spcAft>
              <a:buNone/>
            </a:pPr>
            <a:r>
              <a:rPr lang="en-GB" sz="1600">
                <a:latin typeface="Open Sans"/>
                <a:ea typeface="Open Sans"/>
                <a:cs typeface="Open Sans"/>
                <a:sym typeface="Open Sans"/>
              </a:rPr>
              <a:t>Why It’s Important:</a:t>
            </a:r>
            <a:endParaRPr sz="1600">
              <a:latin typeface="Open Sans"/>
              <a:ea typeface="Open Sans"/>
              <a:cs typeface="Open Sans"/>
              <a:sym typeface="Open Sans"/>
            </a:endParaRPr>
          </a:p>
          <a:p>
            <a:pPr indent="-330200" lvl="0" marL="457200" rtl="0" algn="l">
              <a:lnSpc>
                <a:spcPct val="115000"/>
              </a:lnSpc>
              <a:spcBef>
                <a:spcPts val="1200"/>
              </a:spcBef>
              <a:spcAft>
                <a:spcPts val="0"/>
              </a:spcAft>
              <a:buSzPts val="1600"/>
              <a:buFont typeface="Open Sans"/>
              <a:buChar char="●"/>
            </a:pPr>
            <a:r>
              <a:rPr lang="en-GB" sz="1600">
                <a:latin typeface="Open Sans"/>
                <a:ea typeface="Open Sans"/>
                <a:cs typeface="Open Sans"/>
                <a:sym typeface="Open Sans"/>
              </a:rPr>
              <a:t>Prevents bias from uneven data distribution.</a:t>
            </a:r>
            <a:endParaRPr sz="1600">
              <a:latin typeface="Open Sans"/>
              <a:ea typeface="Open Sans"/>
              <a:cs typeface="Open Sans"/>
              <a:sym typeface="Open Sans"/>
            </a:endParaRPr>
          </a:p>
          <a:p>
            <a:pPr indent="-330200" lvl="0" marL="457200" rtl="0" algn="l">
              <a:lnSpc>
                <a:spcPct val="115000"/>
              </a:lnSpc>
              <a:spcBef>
                <a:spcPts val="0"/>
              </a:spcBef>
              <a:spcAft>
                <a:spcPts val="0"/>
              </a:spcAft>
              <a:buSzPts val="1600"/>
              <a:buFont typeface="Open Sans"/>
              <a:buChar char="●"/>
            </a:pPr>
            <a:r>
              <a:rPr lang="en-GB" sz="1600">
                <a:latin typeface="Open Sans"/>
                <a:ea typeface="Open Sans"/>
                <a:cs typeface="Open Sans"/>
                <a:sym typeface="Open Sans"/>
              </a:rPr>
              <a:t>Ensures consistent and reliable evaluation between training and testing phases.</a:t>
            </a:r>
            <a:endParaRPr sz="1600">
              <a:latin typeface="Open Sans"/>
              <a:ea typeface="Open Sans"/>
              <a:cs typeface="Open Sans"/>
              <a:sym typeface="Open Sans"/>
            </a:endParaRPr>
          </a:p>
          <a:p>
            <a:pPr indent="0" lvl="0" marL="0" rtl="0" algn="l">
              <a:lnSpc>
                <a:spcPct val="115000"/>
              </a:lnSpc>
              <a:spcBef>
                <a:spcPts val="1200"/>
              </a:spcBef>
              <a:spcAft>
                <a:spcPts val="0"/>
              </a:spcAft>
              <a:buNone/>
            </a:pPr>
            <a:r>
              <a:t/>
            </a:r>
            <a:endParaRPr sz="1300">
              <a:latin typeface="Open Sans"/>
              <a:ea typeface="Open Sans"/>
              <a:cs typeface="Open Sans"/>
              <a:sym typeface="Open Sans"/>
            </a:endParaRPr>
          </a:p>
          <a:p>
            <a:pPr indent="0" lvl="0" marL="0" rtl="0" algn="l">
              <a:lnSpc>
                <a:spcPct val="115000"/>
              </a:lnSpc>
              <a:spcBef>
                <a:spcPts val="1200"/>
              </a:spcBef>
              <a:spcAft>
                <a:spcPts val="1200"/>
              </a:spcAft>
              <a:buNone/>
            </a:pPr>
            <a:r>
              <a:t/>
            </a:r>
            <a:endParaRPr sz="1900">
              <a:latin typeface="Open Sans"/>
              <a:ea typeface="Open Sans"/>
              <a:cs typeface="Open Sans"/>
              <a:sym typeface="Open Sans"/>
            </a:endParaRPr>
          </a:p>
        </p:txBody>
      </p:sp>
      <p:pic>
        <p:nvPicPr>
          <p:cNvPr id="1216" name="Google Shape;1216;p71"/>
          <p:cNvPicPr preferRelativeResize="0"/>
          <p:nvPr/>
        </p:nvPicPr>
        <p:blipFill>
          <a:blip r:embed="rId3">
            <a:alphaModFix/>
          </a:blip>
          <a:stretch>
            <a:fillRect/>
          </a:stretch>
        </p:blipFill>
        <p:spPr>
          <a:xfrm>
            <a:off x="5540350" y="326285"/>
            <a:ext cx="2684774" cy="1788064"/>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0" name="Shape 1220"/>
        <p:cNvGrpSpPr/>
        <p:nvPr/>
      </p:nvGrpSpPr>
      <p:grpSpPr>
        <a:xfrm>
          <a:off x="0" y="0"/>
          <a:ext cx="0" cy="0"/>
          <a:chOff x="0" y="0"/>
          <a:chExt cx="0" cy="0"/>
        </a:xfrm>
      </p:grpSpPr>
      <p:sp>
        <p:nvSpPr>
          <p:cNvPr id="1221" name="Google Shape;1221;p72"/>
          <p:cNvSpPr txBox="1"/>
          <p:nvPr>
            <p:ph type="title"/>
          </p:nvPr>
        </p:nvSpPr>
        <p:spPr>
          <a:xfrm>
            <a:off x="720000" y="535000"/>
            <a:ext cx="7704000" cy="573300"/>
          </a:xfrm>
          <a:prstGeom prst="rect">
            <a:avLst/>
          </a:prstGeom>
        </p:spPr>
        <p:txBody>
          <a:bodyPr anchorCtr="0" anchor="t" bIns="91425" lIns="91425" spcFirstLastPara="1" rIns="91425" wrap="square" tIns="91425">
            <a:noAutofit/>
          </a:bodyPr>
          <a:lstStyle/>
          <a:p>
            <a:pPr indent="0" lvl="0" marL="0" rtl="0" algn="l">
              <a:lnSpc>
                <a:spcPct val="115000"/>
              </a:lnSpc>
              <a:spcBef>
                <a:spcPts val="1800"/>
              </a:spcBef>
              <a:spcAft>
                <a:spcPts val="400"/>
              </a:spcAft>
              <a:buNone/>
            </a:pPr>
            <a:r>
              <a:rPr b="1" lang="en-GB" sz="3000">
                <a:solidFill>
                  <a:srgbClr val="000000"/>
                </a:solidFill>
                <a:latin typeface="Open Sans"/>
                <a:ea typeface="Open Sans"/>
                <a:cs typeface="Open Sans"/>
                <a:sym typeface="Open Sans"/>
              </a:rPr>
              <a:t>Baseline Models</a:t>
            </a:r>
            <a:endParaRPr sz="3000">
              <a:latin typeface="Open Sans ExtraBold"/>
              <a:ea typeface="Open Sans ExtraBold"/>
              <a:cs typeface="Open Sans ExtraBold"/>
              <a:sym typeface="Open Sans ExtraBold"/>
            </a:endParaRPr>
          </a:p>
        </p:txBody>
      </p:sp>
      <p:sp>
        <p:nvSpPr>
          <p:cNvPr id="1222" name="Google Shape;1222;p72"/>
          <p:cNvSpPr txBox="1"/>
          <p:nvPr/>
        </p:nvSpPr>
        <p:spPr>
          <a:xfrm>
            <a:off x="720000" y="1561825"/>
            <a:ext cx="6575100" cy="31554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1200"/>
              </a:spcBef>
              <a:spcAft>
                <a:spcPts val="0"/>
              </a:spcAft>
              <a:buNone/>
            </a:pPr>
            <a:r>
              <a:rPr b="1" lang="en-GB" sz="1500">
                <a:latin typeface="Open Sans"/>
                <a:ea typeface="Open Sans"/>
                <a:cs typeface="Open Sans"/>
                <a:sym typeface="Open Sans"/>
              </a:rPr>
              <a:t>Models Tested:</a:t>
            </a:r>
            <a:endParaRPr b="1" sz="1500">
              <a:latin typeface="Open Sans"/>
              <a:ea typeface="Open Sans"/>
              <a:cs typeface="Open Sans"/>
              <a:sym typeface="Open Sans"/>
            </a:endParaRPr>
          </a:p>
          <a:p>
            <a:pPr indent="-323850" lvl="0" marL="457200" rtl="0" algn="l">
              <a:lnSpc>
                <a:spcPct val="115000"/>
              </a:lnSpc>
              <a:spcBef>
                <a:spcPts val="1200"/>
              </a:spcBef>
              <a:spcAft>
                <a:spcPts val="0"/>
              </a:spcAft>
              <a:buSzPts val="1500"/>
              <a:buChar char="●"/>
            </a:pPr>
            <a:r>
              <a:rPr b="1" lang="en-GB" sz="1500">
                <a:latin typeface="Open Sans"/>
                <a:ea typeface="Open Sans"/>
                <a:cs typeface="Open Sans"/>
                <a:sym typeface="Open Sans"/>
              </a:rPr>
              <a:t>Random Classifier </a:t>
            </a:r>
            <a:r>
              <a:rPr lang="en-GB" sz="1500">
                <a:latin typeface="Open Sans"/>
                <a:ea typeface="Open Sans"/>
                <a:cs typeface="Open Sans"/>
                <a:sym typeface="Open Sans"/>
              </a:rPr>
              <a:t> (for reference)</a:t>
            </a:r>
            <a:endParaRPr sz="1500">
              <a:latin typeface="Open Sans"/>
              <a:ea typeface="Open Sans"/>
              <a:cs typeface="Open Sans"/>
              <a:sym typeface="Open Sans"/>
            </a:endParaRPr>
          </a:p>
          <a:p>
            <a:pPr indent="-323850" lvl="0" marL="457200" rtl="0" algn="l">
              <a:lnSpc>
                <a:spcPct val="115000"/>
              </a:lnSpc>
              <a:spcBef>
                <a:spcPts val="0"/>
              </a:spcBef>
              <a:spcAft>
                <a:spcPts val="0"/>
              </a:spcAft>
              <a:buSzPts val="1500"/>
              <a:buChar char="●"/>
            </a:pPr>
            <a:r>
              <a:rPr b="1" lang="en-GB" sz="1500">
                <a:latin typeface="Open Sans"/>
                <a:ea typeface="Open Sans"/>
                <a:cs typeface="Open Sans"/>
                <a:sym typeface="Open Sans"/>
              </a:rPr>
              <a:t>Logistic Regression</a:t>
            </a:r>
            <a:r>
              <a:rPr lang="en-GB" sz="1500">
                <a:latin typeface="Open Sans"/>
                <a:ea typeface="Open Sans"/>
                <a:cs typeface="Open Sans"/>
                <a:sym typeface="Open Sans"/>
              </a:rPr>
              <a:t> (simple linear baseline)</a:t>
            </a:r>
            <a:endParaRPr sz="1500">
              <a:latin typeface="Open Sans"/>
              <a:ea typeface="Open Sans"/>
              <a:cs typeface="Open Sans"/>
              <a:sym typeface="Open Sans"/>
            </a:endParaRPr>
          </a:p>
          <a:p>
            <a:pPr indent="0" lvl="0" marL="0" rtl="0" algn="l">
              <a:lnSpc>
                <a:spcPct val="115000"/>
              </a:lnSpc>
              <a:spcBef>
                <a:spcPts val="1200"/>
              </a:spcBef>
              <a:spcAft>
                <a:spcPts val="0"/>
              </a:spcAft>
              <a:buNone/>
            </a:pPr>
            <a:r>
              <a:rPr b="1" lang="en-GB" sz="1500">
                <a:latin typeface="Open Sans"/>
                <a:ea typeface="Open Sans"/>
                <a:cs typeface="Open Sans"/>
                <a:sym typeface="Open Sans"/>
              </a:rPr>
              <a:t>Purpose:</a:t>
            </a:r>
            <a:endParaRPr b="1" sz="1500">
              <a:latin typeface="Open Sans"/>
              <a:ea typeface="Open Sans"/>
              <a:cs typeface="Open Sans"/>
              <a:sym typeface="Open Sans"/>
            </a:endParaRPr>
          </a:p>
          <a:p>
            <a:pPr indent="-323850" lvl="0" marL="457200" rtl="0" algn="l">
              <a:lnSpc>
                <a:spcPct val="115000"/>
              </a:lnSpc>
              <a:spcBef>
                <a:spcPts val="1200"/>
              </a:spcBef>
              <a:spcAft>
                <a:spcPts val="0"/>
              </a:spcAft>
              <a:buSzPts val="1500"/>
              <a:buFont typeface="Open Sans"/>
              <a:buChar char="●"/>
            </a:pPr>
            <a:r>
              <a:rPr lang="en-GB" sz="1500">
                <a:latin typeface="Open Sans"/>
                <a:ea typeface="Open Sans"/>
                <a:cs typeface="Open Sans"/>
                <a:sym typeface="Open Sans"/>
              </a:rPr>
              <a:t>Establish baseline metrics (AUC, Precision, Recall, F1).</a:t>
            </a:r>
            <a:endParaRPr sz="1500">
              <a:latin typeface="Open Sans"/>
              <a:ea typeface="Open Sans"/>
              <a:cs typeface="Open Sans"/>
              <a:sym typeface="Open Sans"/>
            </a:endParaRPr>
          </a:p>
          <a:p>
            <a:pPr indent="-323850" lvl="0" marL="457200" rtl="0" algn="l">
              <a:lnSpc>
                <a:spcPct val="115000"/>
              </a:lnSpc>
              <a:spcBef>
                <a:spcPts val="0"/>
              </a:spcBef>
              <a:spcAft>
                <a:spcPts val="0"/>
              </a:spcAft>
              <a:buSzPts val="1500"/>
              <a:buFont typeface="Open Sans"/>
              <a:buChar char="●"/>
            </a:pPr>
            <a:r>
              <a:rPr lang="en-GB" sz="1500">
                <a:latin typeface="Open Sans"/>
                <a:ea typeface="Open Sans"/>
                <a:cs typeface="Open Sans"/>
                <a:sym typeface="Open Sans"/>
              </a:rPr>
              <a:t>Measure improvement from more complex models later.</a:t>
            </a:r>
            <a:endParaRPr sz="1500">
              <a:latin typeface="Open Sans"/>
              <a:ea typeface="Open Sans"/>
              <a:cs typeface="Open Sans"/>
              <a:sym typeface="Open Sans"/>
            </a:endParaRPr>
          </a:p>
          <a:p>
            <a:pPr indent="0" lvl="0" marL="0" rtl="0" algn="l">
              <a:lnSpc>
                <a:spcPct val="115000"/>
              </a:lnSpc>
              <a:spcBef>
                <a:spcPts val="1200"/>
              </a:spcBef>
              <a:spcAft>
                <a:spcPts val="1200"/>
              </a:spcAft>
              <a:buNone/>
            </a:pPr>
            <a:r>
              <a:rPr b="1" lang="en-GB" sz="1500">
                <a:latin typeface="Open Sans"/>
                <a:ea typeface="Open Sans"/>
                <a:cs typeface="Open Sans"/>
                <a:sym typeface="Open Sans"/>
              </a:rPr>
              <a:t>Key Point:</a:t>
            </a:r>
            <a:br>
              <a:rPr b="1" lang="en-GB" sz="1500">
                <a:latin typeface="Open Sans"/>
                <a:ea typeface="Open Sans"/>
                <a:cs typeface="Open Sans"/>
                <a:sym typeface="Open Sans"/>
              </a:rPr>
            </a:br>
            <a:r>
              <a:rPr lang="en-GB" sz="1500">
                <a:latin typeface="Open Sans"/>
                <a:ea typeface="Open Sans"/>
                <a:cs typeface="Open Sans"/>
                <a:sym typeface="Open Sans"/>
              </a:rPr>
              <a:t>→ Baseline key metrics  scores helped set a realistic benchmark for model progress.</a:t>
            </a:r>
            <a:endParaRPr sz="1500">
              <a:latin typeface="Open Sans"/>
              <a:ea typeface="Open Sans"/>
              <a:cs typeface="Open Sans"/>
              <a:sym typeface="Open Sans"/>
            </a:endParaRPr>
          </a:p>
        </p:txBody>
      </p:sp>
      <p:pic>
        <p:nvPicPr>
          <p:cNvPr descr="an icon of a gas cylinder with a yellow label (provided by Tenor)" id="1223" name="Google Shape;1223;p72"/>
          <p:cNvPicPr preferRelativeResize="0"/>
          <p:nvPr/>
        </p:nvPicPr>
        <p:blipFill>
          <a:blip r:embed="rId3">
            <a:alphaModFix/>
          </a:blip>
          <a:stretch>
            <a:fillRect/>
          </a:stretch>
        </p:blipFill>
        <p:spPr>
          <a:xfrm>
            <a:off x="7259800" y="2911675"/>
            <a:ext cx="1792625" cy="2231826"/>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7" name="Shape 1227"/>
        <p:cNvGrpSpPr/>
        <p:nvPr/>
      </p:nvGrpSpPr>
      <p:grpSpPr>
        <a:xfrm>
          <a:off x="0" y="0"/>
          <a:ext cx="0" cy="0"/>
          <a:chOff x="0" y="0"/>
          <a:chExt cx="0" cy="0"/>
        </a:xfrm>
      </p:grpSpPr>
      <p:sp>
        <p:nvSpPr>
          <p:cNvPr id="1228" name="Google Shape;1228;p73"/>
          <p:cNvSpPr txBox="1"/>
          <p:nvPr>
            <p:ph type="title"/>
          </p:nvPr>
        </p:nvSpPr>
        <p:spPr>
          <a:xfrm>
            <a:off x="798450" y="307875"/>
            <a:ext cx="7704000" cy="573300"/>
          </a:xfrm>
          <a:prstGeom prst="rect">
            <a:avLst/>
          </a:prstGeom>
        </p:spPr>
        <p:txBody>
          <a:bodyPr anchorCtr="0" anchor="t" bIns="91425" lIns="91425" spcFirstLastPara="1" rIns="91425" wrap="square" tIns="91425">
            <a:noAutofit/>
          </a:bodyPr>
          <a:lstStyle/>
          <a:p>
            <a:pPr indent="0" lvl="0" marL="0" rtl="0" algn="l">
              <a:lnSpc>
                <a:spcPct val="115000"/>
              </a:lnSpc>
              <a:spcBef>
                <a:spcPts val="1800"/>
              </a:spcBef>
              <a:spcAft>
                <a:spcPts val="400"/>
              </a:spcAft>
              <a:buNone/>
            </a:pPr>
            <a:r>
              <a:rPr b="1" lang="en-GB" sz="3000">
                <a:solidFill>
                  <a:srgbClr val="000000"/>
                </a:solidFill>
                <a:latin typeface="Arial"/>
                <a:ea typeface="Arial"/>
                <a:cs typeface="Arial"/>
                <a:sym typeface="Arial"/>
              </a:rPr>
              <a:t>🌳 Tree-Based Models</a:t>
            </a:r>
            <a:endParaRPr sz="3000"/>
          </a:p>
        </p:txBody>
      </p:sp>
      <p:sp>
        <p:nvSpPr>
          <p:cNvPr id="1229" name="Google Shape;1229;p73"/>
          <p:cNvSpPr txBox="1"/>
          <p:nvPr/>
        </p:nvSpPr>
        <p:spPr>
          <a:xfrm>
            <a:off x="523700" y="1329425"/>
            <a:ext cx="7704000" cy="32463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1200"/>
              </a:spcBef>
              <a:spcAft>
                <a:spcPts val="0"/>
              </a:spcAft>
              <a:buNone/>
            </a:pPr>
            <a:r>
              <a:rPr b="1" lang="en-GB" sz="1600"/>
              <a:t>Models Used:</a:t>
            </a:r>
            <a:endParaRPr b="1" sz="1600"/>
          </a:p>
          <a:p>
            <a:pPr indent="-330200" lvl="0" marL="457200" rtl="0" algn="l">
              <a:lnSpc>
                <a:spcPct val="115000"/>
              </a:lnSpc>
              <a:spcBef>
                <a:spcPts val="1200"/>
              </a:spcBef>
              <a:spcAft>
                <a:spcPts val="0"/>
              </a:spcAft>
              <a:buSzPts val="1600"/>
              <a:buChar char="●"/>
            </a:pPr>
            <a:r>
              <a:rPr b="1" lang="en-GB" sz="1600"/>
              <a:t>Random Forest (RF)</a:t>
            </a:r>
            <a:r>
              <a:rPr lang="en-GB" sz="1600"/>
              <a:t> with class weighting</a:t>
            </a:r>
            <a:endParaRPr sz="1600"/>
          </a:p>
          <a:p>
            <a:pPr indent="-330200" lvl="0" marL="457200" rtl="0" algn="l">
              <a:lnSpc>
                <a:spcPct val="115000"/>
              </a:lnSpc>
              <a:spcBef>
                <a:spcPts val="0"/>
              </a:spcBef>
              <a:spcAft>
                <a:spcPts val="0"/>
              </a:spcAft>
              <a:buSzPts val="1600"/>
              <a:buChar char="●"/>
            </a:pPr>
            <a:r>
              <a:rPr b="1" lang="en-GB" sz="1600"/>
              <a:t>XGBoost</a:t>
            </a:r>
            <a:r>
              <a:rPr lang="en-GB" sz="1600"/>
              <a:t> with </a:t>
            </a:r>
            <a:r>
              <a:rPr lang="en-GB" sz="1600">
                <a:solidFill>
                  <a:srgbClr val="188038"/>
                </a:solidFill>
                <a:latin typeface="Roboto Mono"/>
                <a:ea typeface="Roboto Mono"/>
                <a:cs typeface="Roboto Mono"/>
                <a:sym typeface="Roboto Mono"/>
              </a:rPr>
              <a:t>scale_pos_weight</a:t>
            </a:r>
            <a:r>
              <a:rPr lang="en-GB" sz="1600"/>
              <a:t> to handle imbalance</a:t>
            </a:r>
            <a:endParaRPr sz="1600"/>
          </a:p>
          <a:p>
            <a:pPr indent="0" lvl="0" marL="0" rtl="0" algn="l">
              <a:lnSpc>
                <a:spcPct val="115000"/>
              </a:lnSpc>
              <a:spcBef>
                <a:spcPts val="1200"/>
              </a:spcBef>
              <a:spcAft>
                <a:spcPts val="0"/>
              </a:spcAft>
              <a:buNone/>
            </a:pPr>
            <a:r>
              <a:rPr b="1" lang="en-GB" sz="1600"/>
              <a:t>Why These Models:</a:t>
            </a:r>
            <a:endParaRPr b="1" sz="1600"/>
          </a:p>
          <a:p>
            <a:pPr indent="-330200" lvl="0" marL="457200" rtl="0" algn="l">
              <a:lnSpc>
                <a:spcPct val="115000"/>
              </a:lnSpc>
              <a:spcBef>
                <a:spcPts val="1200"/>
              </a:spcBef>
              <a:spcAft>
                <a:spcPts val="0"/>
              </a:spcAft>
              <a:buSzPts val="1600"/>
              <a:buChar char="●"/>
            </a:pPr>
            <a:r>
              <a:rPr lang="en-GB" sz="1600"/>
              <a:t>Handle non-linear relationships effectively.</a:t>
            </a:r>
            <a:endParaRPr sz="1600"/>
          </a:p>
          <a:p>
            <a:pPr indent="-330200" lvl="0" marL="457200" rtl="0" algn="l">
              <a:lnSpc>
                <a:spcPct val="115000"/>
              </a:lnSpc>
              <a:spcBef>
                <a:spcPts val="0"/>
              </a:spcBef>
              <a:spcAft>
                <a:spcPts val="0"/>
              </a:spcAft>
              <a:buSzPts val="1600"/>
              <a:buChar char="●"/>
            </a:pPr>
            <a:r>
              <a:rPr lang="en-GB" sz="1600"/>
              <a:t>Provide </a:t>
            </a:r>
            <a:r>
              <a:rPr b="1" lang="en-GB" sz="1600"/>
              <a:t>feature importance</a:t>
            </a:r>
            <a:r>
              <a:rPr lang="en-GB" sz="1600"/>
              <a:t> for interpretability.</a:t>
            </a:r>
            <a:endParaRPr sz="1600"/>
          </a:p>
          <a:p>
            <a:pPr indent="-330200" lvl="0" marL="457200" rtl="0" algn="l">
              <a:lnSpc>
                <a:spcPct val="115000"/>
              </a:lnSpc>
              <a:spcBef>
                <a:spcPts val="0"/>
              </a:spcBef>
              <a:spcAft>
                <a:spcPts val="0"/>
              </a:spcAft>
              <a:buSzPts val="1600"/>
              <a:buChar char="●"/>
            </a:pPr>
            <a:r>
              <a:rPr lang="en-GB" sz="1600"/>
              <a:t>Naturally resistant to overfitting with proper tuning.</a:t>
            </a:r>
            <a:endParaRPr sz="1600"/>
          </a:p>
          <a:p>
            <a:pPr indent="0" lvl="0" marL="0" rtl="0" algn="l">
              <a:lnSpc>
                <a:spcPct val="115000"/>
              </a:lnSpc>
              <a:spcBef>
                <a:spcPts val="1200"/>
              </a:spcBef>
              <a:spcAft>
                <a:spcPts val="1200"/>
              </a:spcAft>
              <a:buNone/>
            </a:pPr>
            <a:br>
              <a:rPr b="1" lang="en-GB"/>
            </a:br>
            <a:endParaRPr/>
          </a:p>
        </p:txBody>
      </p:sp>
      <p:grpSp>
        <p:nvGrpSpPr>
          <p:cNvPr id="1230" name="Google Shape;1230;p73"/>
          <p:cNvGrpSpPr/>
          <p:nvPr/>
        </p:nvGrpSpPr>
        <p:grpSpPr>
          <a:xfrm flipH="1" rot="10800000">
            <a:off x="7414781" y="12"/>
            <a:ext cx="753870" cy="1509636"/>
            <a:chOff x="5088650" y="245050"/>
            <a:chExt cx="1046025" cy="2094681"/>
          </a:xfrm>
        </p:grpSpPr>
        <p:sp>
          <p:nvSpPr>
            <p:cNvPr id="1231" name="Google Shape;1231;p73"/>
            <p:cNvSpPr/>
            <p:nvPr/>
          </p:nvSpPr>
          <p:spPr>
            <a:xfrm>
              <a:off x="5547342" y="1580832"/>
              <a:ext cx="128662" cy="758899"/>
            </a:xfrm>
            <a:custGeom>
              <a:rect b="b" l="l" r="r" t="t"/>
              <a:pathLst>
                <a:path extrusionOk="0" h="18637" w="5147">
                  <a:moveTo>
                    <a:pt x="0" y="0"/>
                  </a:moveTo>
                  <a:lnTo>
                    <a:pt x="0" y="18636"/>
                  </a:lnTo>
                  <a:lnTo>
                    <a:pt x="5147" y="18636"/>
                  </a:lnTo>
                  <a:lnTo>
                    <a:pt x="51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73"/>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73"/>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73"/>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73"/>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73"/>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0" name="Shape 1240"/>
        <p:cNvGrpSpPr/>
        <p:nvPr/>
      </p:nvGrpSpPr>
      <p:grpSpPr>
        <a:xfrm>
          <a:off x="0" y="0"/>
          <a:ext cx="0" cy="0"/>
          <a:chOff x="0" y="0"/>
          <a:chExt cx="0" cy="0"/>
        </a:xfrm>
      </p:grpSpPr>
      <p:sp>
        <p:nvSpPr>
          <p:cNvPr id="1241" name="Google Shape;1241;p74"/>
          <p:cNvSpPr txBox="1"/>
          <p:nvPr>
            <p:ph type="title"/>
          </p:nvPr>
        </p:nvSpPr>
        <p:spPr>
          <a:xfrm>
            <a:off x="1055775" y="183975"/>
            <a:ext cx="7704000" cy="573300"/>
          </a:xfrm>
          <a:prstGeom prst="rect">
            <a:avLst/>
          </a:prstGeom>
        </p:spPr>
        <p:txBody>
          <a:bodyPr anchorCtr="0" anchor="t" bIns="91425" lIns="91425" spcFirstLastPara="1" rIns="91425" wrap="square" tIns="91425">
            <a:noAutofit/>
          </a:bodyPr>
          <a:lstStyle/>
          <a:p>
            <a:pPr indent="0" lvl="0" marL="0" rtl="0" algn="l">
              <a:lnSpc>
                <a:spcPct val="115000"/>
              </a:lnSpc>
              <a:spcBef>
                <a:spcPts val="1800"/>
              </a:spcBef>
              <a:spcAft>
                <a:spcPts val="400"/>
              </a:spcAft>
              <a:buNone/>
            </a:pPr>
            <a:r>
              <a:rPr b="1" lang="en-GB" sz="3000">
                <a:solidFill>
                  <a:srgbClr val="000000"/>
                </a:solidFill>
                <a:latin typeface="Open Sans"/>
                <a:ea typeface="Open Sans"/>
                <a:cs typeface="Open Sans"/>
                <a:sym typeface="Open Sans"/>
              </a:rPr>
              <a:t> Advanced Models</a:t>
            </a:r>
            <a:endParaRPr b="1" sz="4500">
              <a:latin typeface="Open Sans"/>
              <a:ea typeface="Open Sans"/>
              <a:cs typeface="Open Sans"/>
              <a:sym typeface="Open Sans"/>
            </a:endParaRPr>
          </a:p>
        </p:txBody>
      </p:sp>
      <p:sp>
        <p:nvSpPr>
          <p:cNvPr id="1242" name="Google Shape;1242;p74"/>
          <p:cNvSpPr txBox="1"/>
          <p:nvPr/>
        </p:nvSpPr>
        <p:spPr>
          <a:xfrm>
            <a:off x="661350" y="1108300"/>
            <a:ext cx="7821300" cy="35325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1200"/>
              </a:spcBef>
              <a:spcAft>
                <a:spcPts val="0"/>
              </a:spcAft>
              <a:buNone/>
            </a:pPr>
            <a:r>
              <a:rPr b="1" lang="en-GB" sz="1500">
                <a:latin typeface="Open Sans"/>
                <a:ea typeface="Open Sans"/>
                <a:cs typeface="Open Sans"/>
                <a:sym typeface="Open Sans"/>
              </a:rPr>
              <a:t>Models Used:</a:t>
            </a:r>
            <a:endParaRPr b="1" sz="1500">
              <a:latin typeface="Open Sans"/>
              <a:ea typeface="Open Sans"/>
              <a:cs typeface="Open Sans"/>
              <a:sym typeface="Open Sans"/>
            </a:endParaRPr>
          </a:p>
          <a:p>
            <a:pPr indent="-323850" lvl="0" marL="457200" rtl="0" algn="l">
              <a:lnSpc>
                <a:spcPct val="115000"/>
              </a:lnSpc>
              <a:spcBef>
                <a:spcPts val="1200"/>
              </a:spcBef>
              <a:spcAft>
                <a:spcPts val="0"/>
              </a:spcAft>
              <a:buSzPts val="1500"/>
              <a:buChar char="●"/>
            </a:pPr>
            <a:r>
              <a:rPr lang="en-GB" sz="1500">
                <a:latin typeface="Open Sans"/>
                <a:ea typeface="Open Sans"/>
                <a:cs typeface="Open Sans"/>
                <a:sym typeface="Open Sans"/>
              </a:rPr>
              <a:t>LightGBM – optimized gradient boosting for faster training.</a:t>
            </a:r>
            <a:endParaRPr sz="1500">
              <a:latin typeface="Open Sans"/>
              <a:ea typeface="Open Sans"/>
              <a:cs typeface="Open Sans"/>
              <a:sym typeface="Open Sans"/>
            </a:endParaRPr>
          </a:p>
          <a:p>
            <a:pPr indent="-323850" lvl="0" marL="457200" rtl="0" algn="l">
              <a:lnSpc>
                <a:spcPct val="115000"/>
              </a:lnSpc>
              <a:spcBef>
                <a:spcPts val="0"/>
              </a:spcBef>
              <a:spcAft>
                <a:spcPts val="0"/>
              </a:spcAft>
              <a:buSzPts val="1500"/>
              <a:buChar char="●"/>
            </a:pPr>
            <a:r>
              <a:rPr lang="en-GB" sz="1500">
                <a:latin typeface="Open Sans"/>
                <a:ea typeface="Open Sans"/>
                <a:cs typeface="Open Sans"/>
                <a:sym typeface="Open Sans"/>
              </a:rPr>
              <a:t>High efficiency, handles large datasets quickly.</a:t>
            </a:r>
            <a:br>
              <a:rPr lang="en-GB" sz="1500">
                <a:latin typeface="Open Sans"/>
                <a:ea typeface="Open Sans"/>
                <a:cs typeface="Open Sans"/>
                <a:sym typeface="Open Sans"/>
              </a:rPr>
            </a:br>
            <a:endParaRPr sz="1500">
              <a:latin typeface="Open Sans"/>
              <a:ea typeface="Open Sans"/>
              <a:cs typeface="Open Sans"/>
              <a:sym typeface="Open Sans"/>
            </a:endParaRPr>
          </a:p>
          <a:p>
            <a:pPr indent="-323850" lvl="0" marL="457200" rtl="0" algn="l">
              <a:lnSpc>
                <a:spcPct val="115000"/>
              </a:lnSpc>
              <a:spcBef>
                <a:spcPts val="0"/>
              </a:spcBef>
              <a:spcAft>
                <a:spcPts val="0"/>
              </a:spcAft>
              <a:buSzPts val="1500"/>
              <a:buChar char="●"/>
            </a:pPr>
            <a:r>
              <a:rPr lang="en-GB" sz="1500">
                <a:latin typeface="Open Sans"/>
                <a:ea typeface="Open Sans"/>
                <a:cs typeface="Open Sans"/>
                <a:sym typeface="Open Sans"/>
              </a:rPr>
              <a:t>Isolation Forest – unsupervised anomaly detection to capture rare fraud patterns.</a:t>
            </a:r>
            <a:endParaRPr sz="1500">
              <a:latin typeface="Open Sans"/>
              <a:ea typeface="Open Sans"/>
              <a:cs typeface="Open Sans"/>
              <a:sym typeface="Open Sans"/>
            </a:endParaRPr>
          </a:p>
          <a:p>
            <a:pPr indent="-323850" lvl="0" marL="457200" rtl="0" algn="l">
              <a:lnSpc>
                <a:spcPct val="115000"/>
              </a:lnSpc>
              <a:spcBef>
                <a:spcPts val="0"/>
              </a:spcBef>
              <a:spcAft>
                <a:spcPts val="0"/>
              </a:spcAft>
              <a:buSzPts val="1500"/>
              <a:buChar char="●"/>
            </a:pPr>
            <a:r>
              <a:rPr lang="en-GB" sz="1500">
                <a:latin typeface="Open Sans"/>
                <a:ea typeface="Open Sans"/>
                <a:cs typeface="Open Sans"/>
                <a:sym typeface="Open Sans"/>
              </a:rPr>
              <a:t>It can d</a:t>
            </a:r>
            <a:r>
              <a:rPr lang="en-GB" sz="1500">
                <a:latin typeface="Open Sans"/>
                <a:ea typeface="Open Sans"/>
                <a:cs typeface="Open Sans"/>
                <a:sym typeface="Open Sans"/>
              </a:rPr>
              <a:t>etect anomalies without needing labeled data, complementing supervised models.</a:t>
            </a:r>
            <a:endParaRPr sz="1500">
              <a:latin typeface="Open Sans"/>
              <a:ea typeface="Open Sans"/>
              <a:cs typeface="Open Sans"/>
              <a:sym typeface="Open Sans"/>
            </a:endParaRPr>
          </a:p>
          <a:p>
            <a:pPr indent="0" lvl="0" marL="0" rtl="0" algn="l">
              <a:lnSpc>
                <a:spcPct val="115000"/>
              </a:lnSpc>
              <a:spcBef>
                <a:spcPts val="1200"/>
              </a:spcBef>
              <a:spcAft>
                <a:spcPts val="0"/>
              </a:spcAft>
              <a:buNone/>
            </a:pPr>
            <a:r>
              <a:rPr b="1" lang="en-GB" sz="1500">
                <a:latin typeface="Open Sans"/>
                <a:ea typeface="Open Sans"/>
                <a:cs typeface="Open Sans"/>
                <a:sym typeface="Open Sans"/>
              </a:rPr>
              <a:t>Combination Approach:</a:t>
            </a:r>
            <a:br>
              <a:rPr lang="en-GB" sz="1500">
                <a:latin typeface="Open Sans"/>
                <a:ea typeface="Open Sans"/>
                <a:cs typeface="Open Sans"/>
                <a:sym typeface="Open Sans"/>
              </a:rPr>
            </a:br>
            <a:r>
              <a:rPr lang="en-GB" sz="1500">
                <a:latin typeface="Open Sans"/>
                <a:ea typeface="Open Sans"/>
                <a:cs typeface="Open Sans"/>
                <a:sym typeface="Open Sans"/>
              </a:rPr>
              <a:t>→ Ensemble of LightGBM and Isolation Forest improved detection robustness.</a:t>
            </a:r>
            <a:endParaRPr sz="1500">
              <a:latin typeface="Open Sans"/>
              <a:ea typeface="Open Sans"/>
              <a:cs typeface="Open Sans"/>
              <a:sym typeface="Open Sans"/>
            </a:endParaRPr>
          </a:p>
          <a:p>
            <a:pPr indent="0" lvl="0" marL="0" rtl="0" algn="l">
              <a:lnSpc>
                <a:spcPct val="115000"/>
              </a:lnSpc>
              <a:spcBef>
                <a:spcPts val="1200"/>
              </a:spcBef>
              <a:spcAft>
                <a:spcPts val="1200"/>
              </a:spcAft>
              <a:buNone/>
            </a:pPr>
            <a:r>
              <a:t/>
            </a:r>
            <a:endParaRPr sz="1500">
              <a:latin typeface="Open Sans"/>
              <a:ea typeface="Open Sans"/>
              <a:cs typeface="Open Sans"/>
              <a:sym typeface="Open Sans"/>
            </a:endParaRPr>
          </a:p>
        </p:txBody>
      </p:sp>
      <p:pic>
        <p:nvPicPr>
          <p:cNvPr descr="an illustration of a light bulb with red rays around it (provided by Tenor)" id="1243" name="Google Shape;1243;p74"/>
          <p:cNvPicPr preferRelativeResize="0"/>
          <p:nvPr/>
        </p:nvPicPr>
        <p:blipFill>
          <a:blip r:embed="rId3">
            <a:alphaModFix/>
          </a:blip>
          <a:stretch>
            <a:fillRect/>
          </a:stretch>
        </p:blipFill>
        <p:spPr>
          <a:xfrm>
            <a:off x="6917050" y="-5"/>
            <a:ext cx="1929775" cy="1644975"/>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7" name="Shape 1247"/>
        <p:cNvGrpSpPr/>
        <p:nvPr/>
      </p:nvGrpSpPr>
      <p:grpSpPr>
        <a:xfrm>
          <a:off x="0" y="0"/>
          <a:ext cx="0" cy="0"/>
          <a:chOff x="0" y="0"/>
          <a:chExt cx="0" cy="0"/>
        </a:xfrm>
      </p:grpSpPr>
      <p:sp>
        <p:nvSpPr>
          <p:cNvPr id="1248" name="Google Shape;1248;p75"/>
          <p:cNvSpPr txBox="1"/>
          <p:nvPr>
            <p:ph type="title"/>
          </p:nvPr>
        </p:nvSpPr>
        <p:spPr>
          <a:xfrm>
            <a:off x="720000" y="535000"/>
            <a:ext cx="7704000" cy="573300"/>
          </a:xfrm>
          <a:prstGeom prst="rect">
            <a:avLst/>
          </a:prstGeom>
        </p:spPr>
        <p:txBody>
          <a:bodyPr anchorCtr="0" anchor="t" bIns="91425" lIns="91425" spcFirstLastPara="1" rIns="91425" wrap="square" tIns="91425">
            <a:noAutofit/>
          </a:bodyPr>
          <a:lstStyle/>
          <a:p>
            <a:pPr indent="0" lvl="0" marL="0" rtl="0" algn="l">
              <a:lnSpc>
                <a:spcPct val="115000"/>
              </a:lnSpc>
              <a:spcBef>
                <a:spcPts val="1800"/>
              </a:spcBef>
              <a:spcAft>
                <a:spcPts val="400"/>
              </a:spcAft>
              <a:buNone/>
            </a:pPr>
            <a:r>
              <a:rPr b="1" lang="en-GB" sz="2900">
                <a:solidFill>
                  <a:srgbClr val="000000"/>
                </a:solidFill>
                <a:latin typeface="Arial"/>
                <a:ea typeface="Arial"/>
                <a:cs typeface="Arial"/>
                <a:sym typeface="Arial"/>
              </a:rPr>
              <a:t>K-Fold Cross-Validation</a:t>
            </a:r>
            <a:endParaRPr sz="4400"/>
          </a:p>
        </p:txBody>
      </p:sp>
      <p:sp>
        <p:nvSpPr>
          <p:cNvPr id="1249" name="Google Shape;1249;p75"/>
          <p:cNvSpPr txBox="1"/>
          <p:nvPr/>
        </p:nvSpPr>
        <p:spPr>
          <a:xfrm>
            <a:off x="1051675" y="1528900"/>
            <a:ext cx="6654600" cy="24627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1200"/>
              </a:spcBef>
              <a:spcAft>
                <a:spcPts val="0"/>
              </a:spcAft>
              <a:buNone/>
            </a:pPr>
            <a:r>
              <a:rPr b="1" lang="en-GB" sz="1600"/>
              <a:t>M</a:t>
            </a:r>
            <a:r>
              <a:rPr b="1" lang="en-GB" sz="1600"/>
              <a:t>ethod:</a:t>
            </a:r>
            <a:endParaRPr b="1" sz="1600"/>
          </a:p>
          <a:p>
            <a:pPr indent="-330200" lvl="0" marL="457200" rtl="0" algn="l">
              <a:lnSpc>
                <a:spcPct val="115000"/>
              </a:lnSpc>
              <a:spcBef>
                <a:spcPts val="1200"/>
              </a:spcBef>
              <a:spcAft>
                <a:spcPts val="0"/>
              </a:spcAft>
              <a:buSzPts val="1600"/>
              <a:buChar char="●"/>
            </a:pPr>
            <a:r>
              <a:rPr lang="en-GB" sz="1600"/>
              <a:t>Used </a:t>
            </a:r>
            <a:r>
              <a:rPr b="1" lang="en-GB" sz="1600"/>
              <a:t>Stratified K-Fold (k=5)</a:t>
            </a:r>
            <a:r>
              <a:rPr lang="en-GB" sz="1600"/>
              <a:t> to maintain class ratio in every fold.</a:t>
            </a:r>
            <a:endParaRPr sz="1600"/>
          </a:p>
          <a:p>
            <a:pPr indent="0" lvl="0" marL="0" rtl="0" algn="l">
              <a:lnSpc>
                <a:spcPct val="115000"/>
              </a:lnSpc>
              <a:spcBef>
                <a:spcPts val="1200"/>
              </a:spcBef>
              <a:spcAft>
                <a:spcPts val="0"/>
              </a:spcAft>
              <a:buNone/>
            </a:pPr>
            <a:r>
              <a:rPr b="1" lang="en-GB" sz="1600"/>
              <a:t>Why It’s Important:</a:t>
            </a:r>
            <a:endParaRPr b="1" sz="1600"/>
          </a:p>
          <a:p>
            <a:pPr indent="-330200" lvl="0" marL="457200" rtl="0" algn="l">
              <a:lnSpc>
                <a:spcPct val="115000"/>
              </a:lnSpc>
              <a:spcBef>
                <a:spcPts val="1200"/>
              </a:spcBef>
              <a:spcAft>
                <a:spcPts val="0"/>
              </a:spcAft>
              <a:buSzPts val="1600"/>
              <a:buChar char="●"/>
            </a:pPr>
            <a:r>
              <a:rPr lang="en-GB" sz="1600"/>
              <a:t>Ensures reliability and consistency of results.</a:t>
            </a:r>
            <a:endParaRPr sz="1600"/>
          </a:p>
          <a:p>
            <a:pPr indent="-330200" lvl="0" marL="457200" rtl="0" algn="l">
              <a:lnSpc>
                <a:spcPct val="115000"/>
              </a:lnSpc>
              <a:spcBef>
                <a:spcPts val="0"/>
              </a:spcBef>
              <a:spcAft>
                <a:spcPts val="0"/>
              </a:spcAft>
              <a:buSzPts val="1600"/>
              <a:buChar char="●"/>
            </a:pPr>
            <a:r>
              <a:rPr lang="en-GB" sz="1600"/>
              <a:t>Reduces overfitting by testing models on multiple data subsets.</a:t>
            </a:r>
            <a:endParaRPr sz="1600"/>
          </a:p>
          <a:p>
            <a:pPr indent="0" lvl="0" marL="0" rtl="0" algn="l">
              <a:lnSpc>
                <a:spcPct val="115000"/>
              </a:lnSpc>
              <a:spcBef>
                <a:spcPts val="1200"/>
              </a:spcBef>
              <a:spcAft>
                <a:spcPts val="1200"/>
              </a:spcAft>
              <a:buNone/>
            </a:pPr>
            <a:r>
              <a:t/>
            </a:r>
            <a:endParaRPr sz="1600"/>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3" name="Shape 1253"/>
        <p:cNvGrpSpPr/>
        <p:nvPr/>
      </p:nvGrpSpPr>
      <p:grpSpPr>
        <a:xfrm>
          <a:off x="0" y="0"/>
          <a:ext cx="0" cy="0"/>
          <a:chOff x="0" y="0"/>
          <a:chExt cx="0" cy="0"/>
        </a:xfrm>
      </p:grpSpPr>
      <p:sp>
        <p:nvSpPr>
          <p:cNvPr id="1254" name="Google Shape;1254;p76"/>
          <p:cNvSpPr txBox="1"/>
          <p:nvPr>
            <p:ph type="title"/>
          </p:nvPr>
        </p:nvSpPr>
        <p:spPr>
          <a:xfrm>
            <a:off x="720000" y="535000"/>
            <a:ext cx="7704000" cy="573300"/>
          </a:xfrm>
          <a:prstGeom prst="rect">
            <a:avLst/>
          </a:prstGeom>
          <a:noFill/>
          <a:ln cap="flat" cmpd="sng" w="19050">
            <a:solidFill>
              <a:srgbClr val="000000"/>
            </a:solidFill>
            <a:prstDash val="solid"/>
            <a:round/>
            <a:headEnd len="sm" w="sm" type="none"/>
            <a:tailEnd len="sm" w="sm" type="none"/>
          </a:ln>
        </p:spPr>
        <p:txBody>
          <a:bodyPr anchorCtr="0" anchor="t" bIns="91425" lIns="91425" spcFirstLastPara="1" rIns="91425" wrap="square" tIns="0">
            <a:noAutofit/>
          </a:bodyPr>
          <a:lstStyle/>
          <a:p>
            <a:pPr indent="0" lvl="0" marL="457200" rtl="0" algn="l">
              <a:lnSpc>
                <a:spcPct val="100000"/>
              </a:lnSpc>
              <a:spcBef>
                <a:spcPts val="0"/>
              </a:spcBef>
              <a:spcAft>
                <a:spcPts val="0"/>
              </a:spcAft>
              <a:buNone/>
            </a:pPr>
            <a:r>
              <a:rPr b="1" lang="en-GB" sz="1600">
                <a:latin typeface="Open Sans"/>
                <a:ea typeface="Open Sans"/>
                <a:cs typeface="Open Sans"/>
                <a:sym typeface="Open Sans"/>
              </a:rPr>
              <a:t>                               </a:t>
            </a:r>
            <a:r>
              <a:rPr b="1" lang="en-GB" sz="2700">
                <a:latin typeface="Open Sans"/>
                <a:ea typeface="Open Sans"/>
                <a:cs typeface="Open Sans"/>
                <a:sym typeface="Open Sans"/>
              </a:rPr>
              <a:t>   Threshold Tuning</a:t>
            </a:r>
            <a:endParaRPr b="1" sz="2700">
              <a:latin typeface="Open Sans"/>
              <a:ea typeface="Open Sans"/>
              <a:cs typeface="Open Sans"/>
              <a:sym typeface="Open Sans"/>
            </a:endParaRPr>
          </a:p>
        </p:txBody>
      </p:sp>
      <p:pic>
        <p:nvPicPr>
          <p:cNvPr id="1255" name="Google Shape;1255;p76"/>
          <p:cNvPicPr preferRelativeResize="0"/>
          <p:nvPr/>
        </p:nvPicPr>
        <p:blipFill>
          <a:blip r:embed="rId3">
            <a:alphaModFix/>
          </a:blip>
          <a:stretch>
            <a:fillRect/>
          </a:stretch>
        </p:blipFill>
        <p:spPr>
          <a:xfrm>
            <a:off x="5849175" y="1545800"/>
            <a:ext cx="3244700" cy="2953700"/>
          </a:xfrm>
          <a:prstGeom prst="rect">
            <a:avLst/>
          </a:prstGeom>
          <a:noFill/>
          <a:ln>
            <a:noFill/>
          </a:ln>
        </p:spPr>
      </p:pic>
      <p:grpSp>
        <p:nvGrpSpPr>
          <p:cNvPr id="1256" name="Google Shape;1256;p76"/>
          <p:cNvGrpSpPr/>
          <p:nvPr/>
        </p:nvGrpSpPr>
        <p:grpSpPr>
          <a:xfrm>
            <a:off x="7696512" y="119494"/>
            <a:ext cx="727284" cy="1101430"/>
            <a:chOff x="4111850" y="1818525"/>
            <a:chExt cx="1035132" cy="1567648"/>
          </a:xfrm>
        </p:grpSpPr>
        <p:grpSp>
          <p:nvGrpSpPr>
            <p:cNvPr id="1257" name="Google Shape;1257;p76"/>
            <p:cNvGrpSpPr/>
            <p:nvPr/>
          </p:nvGrpSpPr>
          <p:grpSpPr>
            <a:xfrm>
              <a:off x="4111850" y="1818525"/>
              <a:ext cx="1035132" cy="1567648"/>
              <a:chOff x="4111850" y="1818525"/>
              <a:chExt cx="1035132" cy="1567648"/>
            </a:xfrm>
          </p:grpSpPr>
          <p:sp>
            <p:nvSpPr>
              <p:cNvPr id="1258" name="Google Shape;1258;p76"/>
              <p:cNvSpPr/>
              <p:nvPr/>
            </p:nvSpPr>
            <p:spPr>
              <a:xfrm>
                <a:off x="4405753" y="2881025"/>
                <a:ext cx="448368" cy="391562"/>
              </a:xfrm>
              <a:custGeom>
                <a:rect b="b" l="l" r="r" t="t"/>
                <a:pathLst>
                  <a:path extrusionOk="0" h="12497" w="14310">
                    <a:moveTo>
                      <a:pt x="1" y="0"/>
                    </a:moveTo>
                    <a:lnTo>
                      <a:pt x="1" y="12496"/>
                    </a:lnTo>
                    <a:lnTo>
                      <a:pt x="14310" y="12496"/>
                    </a:lnTo>
                    <a:lnTo>
                      <a:pt x="14310" y="0"/>
                    </a:lnTo>
                    <a:close/>
                  </a:path>
                </a:pathLst>
              </a:custGeom>
              <a:solidFill>
                <a:schemeClr val="accent1"/>
              </a:solidFill>
              <a:ln>
                <a:noFill/>
              </a:ln>
            </p:spPr>
            <p:txBody>
              <a:bodyPr anchorCtr="0" anchor="ctr" bIns="71725" lIns="71725" spcFirstLastPara="1" rIns="71725" wrap="square" tIns="71725">
                <a:noAutofit/>
              </a:bodyPr>
              <a:lstStyle/>
              <a:p>
                <a:pPr indent="0" lvl="0" marL="0" marR="0" rtl="0" algn="l">
                  <a:lnSpc>
                    <a:spcPct val="100000"/>
                  </a:lnSpc>
                  <a:spcBef>
                    <a:spcPts val="0"/>
                  </a:spcBef>
                  <a:spcAft>
                    <a:spcPts val="0"/>
                  </a:spcAft>
                  <a:buClr>
                    <a:srgbClr val="000000"/>
                  </a:buClr>
                  <a:buSzPts val="1098"/>
                  <a:buFont typeface="Arial"/>
                  <a:buNone/>
                </a:pPr>
                <a:r>
                  <a:t/>
                </a:r>
                <a:endParaRPr b="0" i="0" sz="1098" u="none" cap="none" strike="noStrike">
                  <a:solidFill>
                    <a:srgbClr val="000000"/>
                  </a:solidFill>
                  <a:latin typeface="Arial"/>
                  <a:ea typeface="Arial"/>
                  <a:cs typeface="Arial"/>
                  <a:sym typeface="Arial"/>
                </a:endParaRPr>
              </a:p>
            </p:txBody>
          </p:sp>
          <p:sp>
            <p:nvSpPr>
              <p:cNvPr id="1259" name="Google Shape;1259;p76"/>
              <p:cNvSpPr/>
              <p:nvPr/>
            </p:nvSpPr>
            <p:spPr>
              <a:xfrm>
                <a:off x="4405753" y="3272593"/>
                <a:ext cx="448368" cy="113580"/>
              </a:xfrm>
              <a:custGeom>
                <a:rect b="b" l="l" r="r" t="t"/>
                <a:pathLst>
                  <a:path extrusionOk="0" h="3625" w="14310">
                    <a:moveTo>
                      <a:pt x="1" y="1"/>
                    </a:moveTo>
                    <a:lnTo>
                      <a:pt x="2840" y="3624"/>
                    </a:lnTo>
                    <a:lnTo>
                      <a:pt x="11471" y="3624"/>
                    </a:lnTo>
                    <a:lnTo>
                      <a:pt x="14310" y="1"/>
                    </a:lnTo>
                    <a:close/>
                  </a:path>
                </a:pathLst>
              </a:custGeom>
              <a:solidFill>
                <a:schemeClr val="dk1"/>
              </a:solidFill>
              <a:ln>
                <a:noFill/>
              </a:ln>
            </p:spPr>
            <p:txBody>
              <a:bodyPr anchorCtr="0" anchor="ctr" bIns="71725" lIns="71725" spcFirstLastPara="1" rIns="71725" wrap="square" tIns="71725">
                <a:noAutofit/>
              </a:bodyPr>
              <a:lstStyle/>
              <a:p>
                <a:pPr indent="0" lvl="0" marL="0" marR="0" rtl="0" algn="l">
                  <a:lnSpc>
                    <a:spcPct val="100000"/>
                  </a:lnSpc>
                  <a:spcBef>
                    <a:spcPts val="0"/>
                  </a:spcBef>
                  <a:spcAft>
                    <a:spcPts val="0"/>
                  </a:spcAft>
                  <a:buClr>
                    <a:srgbClr val="000000"/>
                  </a:buClr>
                  <a:buSzPts val="1098"/>
                  <a:buFont typeface="Arial"/>
                  <a:buNone/>
                </a:pPr>
                <a:r>
                  <a:t/>
                </a:r>
                <a:endParaRPr b="0" i="0" sz="1098" u="none" cap="none" strike="noStrike">
                  <a:solidFill>
                    <a:srgbClr val="000000"/>
                  </a:solidFill>
                  <a:latin typeface="Arial"/>
                  <a:ea typeface="Arial"/>
                  <a:cs typeface="Arial"/>
                  <a:sym typeface="Arial"/>
                </a:endParaRPr>
              </a:p>
            </p:txBody>
          </p:sp>
          <p:sp>
            <p:nvSpPr>
              <p:cNvPr id="1260" name="Google Shape;1260;p76"/>
              <p:cNvSpPr/>
              <p:nvPr/>
            </p:nvSpPr>
            <p:spPr>
              <a:xfrm>
                <a:off x="4111850" y="1818525"/>
                <a:ext cx="1035132" cy="1180891"/>
              </a:xfrm>
              <a:custGeom>
                <a:rect b="b" l="l" r="r" t="t"/>
                <a:pathLst>
                  <a:path extrusionOk="0" h="37689" w="33037">
                    <a:moveTo>
                      <a:pt x="16539" y="0"/>
                    </a:moveTo>
                    <a:cubicBezTo>
                      <a:pt x="7530" y="0"/>
                      <a:pt x="108" y="7329"/>
                      <a:pt x="36" y="16364"/>
                    </a:cubicBezTo>
                    <a:cubicBezTo>
                      <a:pt x="0" y="20651"/>
                      <a:pt x="1601" y="24564"/>
                      <a:pt x="4251" y="27517"/>
                    </a:cubicBezTo>
                    <a:cubicBezTo>
                      <a:pt x="5795" y="29238"/>
                      <a:pt x="6617" y="31488"/>
                      <a:pt x="6617" y="33799"/>
                    </a:cubicBezTo>
                    <a:lnTo>
                      <a:pt x="6617" y="35435"/>
                    </a:lnTo>
                    <a:cubicBezTo>
                      <a:pt x="6617" y="36679"/>
                      <a:pt x="7627" y="37689"/>
                      <a:pt x="8871" y="37689"/>
                    </a:cubicBezTo>
                    <a:lnTo>
                      <a:pt x="24200" y="37689"/>
                    </a:lnTo>
                    <a:cubicBezTo>
                      <a:pt x="25444" y="37689"/>
                      <a:pt x="26453" y="36679"/>
                      <a:pt x="26453" y="35435"/>
                    </a:cubicBezTo>
                    <a:lnTo>
                      <a:pt x="26453" y="33764"/>
                    </a:lnTo>
                    <a:cubicBezTo>
                      <a:pt x="26453" y="31451"/>
                      <a:pt x="27301" y="29217"/>
                      <a:pt x="28842" y="27493"/>
                    </a:cubicBezTo>
                    <a:cubicBezTo>
                      <a:pt x="31451" y="24575"/>
                      <a:pt x="33036" y="20724"/>
                      <a:pt x="33036" y="16501"/>
                    </a:cubicBezTo>
                    <a:cubicBezTo>
                      <a:pt x="33036" y="7461"/>
                      <a:pt x="25768" y="119"/>
                      <a:pt x="16756" y="2"/>
                    </a:cubicBezTo>
                    <a:cubicBezTo>
                      <a:pt x="16684" y="1"/>
                      <a:pt x="16612" y="0"/>
                      <a:pt x="16539" y="0"/>
                    </a:cubicBezTo>
                    <a:close/>
                  </a:path>
                </a:pathLst>
              </a:custGeom>
              <a:solidFill>
                <a:schemeClr val="dk2"/>
              </a:solidFill>
              <a:ln>
                <a:noFill/>
              </a:ln>
            </p:spPr>
            <p:txBody>
              <a:bodyPr anchorCtr="0" anchor="ctr" bIns="71725" lIns="71725" spcFirstLastPara="1" rIns="71725" wrap="square" tIns="71725">
                <a:noAutofit/>
              </a:bodyPr>
              <a:lstStyle/>
              <a:p>
                <a:pPr indent="0" lvl="0" marL="0" marR="0" rtl="0" algn="l">
                  <a:lnSpc>
                    <a:spcPct val="100000"/>
                  </a:lnSpc>
                  <a:spcBef>
                    <a:spcPts val="0"/>
                  </a:spcBef>
                  <a:spcAft>
                    <a:spcPts val="0"/>
                  </a:spcAft>
                  <a:buClr>
                    <a:srgbClr val="000000"/>
                  </a:buClr>
                  <a:buSzPts val="1098"/>
                  <a:buFont typeface="Arial"/>
                  <a:buNone/>
                </a:pPr>
                <a:r>
                  <a:t/>
                </a:r>
                <a:endParaRPr b="0" i="0" sz="1098" u="none" cap="none" strike="noStrike">
                  <a:solidFill>
                    <a:srgbClr val="000000"/>
                  </a:solidFill>
                  <a:latin typeface="Arial"/>
                  <a:ea typeface="Arial"/>
                  <a:cs typeface="Arial"/>
                  <a:sym typeface="Arial"/>
                </a:endParaRPr>
              </a:p>
            </p:txBody>
          </p:sp>
          <p:sp>
            <p:nvSpPr>
              <p:cNvPr id="1261" name="Google Shape;1261;p76"/>
              <p:cNvSpPr/>
              <p:nvPr/>
            </p:nvSpPr>
            <p:spPr>
              <a:xfrm>
                <a:off x="4424803" y="2505124"/>
                <a:ext cx="205165" cy="494302"/>
              </a:xfrm>
              <a:custGeom>
                <a:rect b="b" l="l" r="r" t="t"/>
                <a:pathLst>
                  <a:path extrusionOk="0" fill="none" h="15776" w="6548">
                    <a:moveTo>
                      <a:pt x="4251" y="15776"/>
                    </a:moveTo>
                    <a:lnTo>
                      <a:pt x="4251" y="2126"/>
                    </a:lnTo>
                    <a:cubicBezTo>
                      <a:pt x="4251" y="952"/>
                      <a:pt x="3300" y="1"/>
                      <a:pt x="2126" y="1"/>
                    </a:cubicBezTo>
                    <a:lnTo>
                      <a:pt x="2126" y="1"/>
                    </a:lnTo>
                    <a:cubicBezTo>
                      <a:pt x="953" y="1"/>
                      <a:pt x="0" y="952"/>
                      <a:pt x="0" y="2126"/>
                    </a:cubicBezTo>
                    <a:lnTo>
                      <a:pt x="0" y="2126"/>
                    </a:lnTo>
                    <a:cubicBezTo>
                      <a:pt x="0" y="3299"/>
                      <a:pt x="953" y="4252"/>
                      <a:pt x="2126" y="4252"/>
                    </a:cubicBezTo>
                    <a:lnTo>
                      <a:pt x="6547" y="4252"/>
                    </a:lnTo>
                  </a:path>
                </a:pathLst>
              </a:custGeom>
              <a:noFill/>
              <a:ln cap="flat" cmpd="sng" w="14950">
                <a:solidFill>
                  <a:schemeClr val="dk1"/>
                </a:solidFill>
                <a:prstDash val="solid"/>
                <a:miter lim="1110"/>
                <a:headEnd len="sm" w="sm" type="none"/>
                <a:tailEnd len="sm" w="sm" type="none"/>
              </a:ln>
            </p:spPr>
            <p:txBody>
              <a:bodyPr anchorCtr="0" anchor="ctr" bIns="71725" lIns="71725" spcFirstLastPara="1" rIns="71725" wrap="square" tIns="71725">
                <a:noAutofit/>
              </a:bodyPr>
              <a:lstStyle/>
              <a:p>
                <a:pPr indent="0" lvl="0" marL="0" marR="0" rtl="0" algn="l">
                  <a:lnSpc>
                    <a:spcPct val="100000"/>
                  </a:lnSpc>
                  <a:spcBef>
                    <a:spcPts val="0"/>
                  </a:spcBef>
                  <a:spcAft>
                    <a:spcPts val="0"/>
                  </a:spcAft>
                  <a:buClr>
                    <a:srgbClr val="000000"/>
                  </a:buClr>
                  <a:buSzPts val="1098"/>
                  <a:buFont typeface="Arial"/>
                  <a:buNone/>
                </a:pPr>
                <a:r>
                  <a:t/>
                </a:r>
                <a:endParaRPr b="0" i="0" sz="1098" u="none" cap="none" strike="noStrike">
                  <a:solidFill>
                    <a:srgbClr val="000000"/>
                  </a:solidFill>
                  <a:latin typeface="Arial"/>
                  <a:ea typeface="Arial"/>
                  <a:cs typeface="Arial"/>
                  <a:sym typeface="Arial"/>
                </a:endParaRPr>
              </a:p>
            </p:txBody>
          </p:sp>
        </p:grpSp>
        <p:sp>
          <p:nvSpPr>
            <p:cNvPr id="1262" name="Google Shape;1262;p76"/>
            <p:cNvSpPr/>
            <p:nvPr/>
          </p:nvSpPr>
          <p:spPr>
            <a:xfrm>
              <a:off x="4629940" y="2505124"/>
              <a:ext cx="205165" cy="494302"/>
            </a:xfrm>
            <a:custGeom>
              <a:rect b="b" l="l" r="r" t="t"/>
              <a:pathLst>
                <a:path extrusionOk="0" fill="none" h="15776" w="6548">
                  <a:moveTo>
                    <a:pt x="2296" y="15776"/>
                  </a:moveTo>
                  <a:lnTo>
                    <a:pt x="2296" y="2126"/>
                  </a:lnTo>
                  <a:cubicBezTo>
                    <a:pt x="2296" y="952"/>
                    <a:pt x="3248" y="1"/>
                    <a:pt x="4423" y="1"/>
                  </a:cubicBezTo>
                  <a:lnTo>
                    <a:pt x="4423" y="1"/>
                  </a:lnTo>
                  <a:cubicBezTo>
                    <a:pt x="5596" y="1"/>
                    <a:pt x="6548" y="952"/>
                    <a:pt x="6548" y="2126"/>
                  </a:cubicBezTo>
                  <a:lnTo>
                    <a:pt x="6548" y="2126"/>
                  </a:lnTo>
                  <a:cubicBezTo>
                    <a:pt x="6548" y="3299"/>
                    <a:pt x="5596" y="4252"/>
                    <a:pt x="4423" y="4252"/>
                  </a:cubicBezTo>
                  <a:lnTo>
                    <a:pt x="0" y="4252"/>
                  </a:lnTo>
                </a:path>
              </a:pathLst>
            </a:custGeom>
            <a:noFill/>
            <a:ln cap="flat" cmpd="sng" w="14950">
              <a:solidFill>
                <a:schemeClr val="dk1"/>
              </a:solidFill>
              <a:prstDash val="solid"/>
              <a:miter lim="1110"/>
              <a:headEnd len="sm" w="sm" type="none"/>
              <a:tailEnd len="sm" w="sm" type="none"/>
            </a:ln>
          </p:spPr>
          <p:txBody>
            <a:bodyPr anchorCtr="0" anchor="ctr" bIns="71725" lIns="71725" spcFirstLastPara="1" rIns="71725" wrap="square" tIns="71725">
              <a:noAutofit/>
            </a:bodyPr>
            <a:lstStyle/>
            <a:p>
              <a:pPr indent="0" lvl="0" marL="0" marR="0" rtl="0" algn="l">
                <a:lnSpc>
                  <a:spcPct val="100000"/>
                </a:lnSpc>
                <a:spcBef>
                  <a:spcPts val="0"/>
                </a:spcBef>
                <a:spcAft>
                  <a:spcPts val="0"/>
                </a:spcAft>
                <a:buClr>
                  <a:srgbClr val="000000"/>
                </a:buClr>
                <a:buSzPts val="1098"/>
                <a:buFont typeface="Arial"/>
                <a:buNone/>
              </a:pPr>
              <a:r>
                <a:t/>
              </a:r>
              <a:endParaRPr b="0" i="0" sz="1098" u="none" cap="none" strike="noStrike">
                <a:solidFill>
                  <a:srgbClr val="000000"/>
                </a:solidFill>
                <a:latin typeface="Arial"/>
                <a:ea typeface="Arial"/>
                <a:cs typeface="Arial"/>
                <a:sym typeface="Arial"/>
              </a:endParaRPr>
            </a:p>
          </p:txBody>
        </p:sp>
      </p:grpSp>
      <p:sp>
        <p:nvSpPr>
          <p:cNvPr id="1263" name="Google Shape;1263;p76"/>
          <p:cNvSpPr txBox="1"/>
          <p:nvPr/>
        </p:nvSpPr>
        <p:spPr>
          <a:xfrm>
            <a:off x="989650" y="1466875"/>
            <a:ext cx="4917900" cy="28938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GB" sz="1100">
                <a:latin typeface="Open Sans Light"/>
                <a:ea typeface="Open Sans Light"/>
                <a:cs typeface="Open Sans Light"/>
                <a:sym typeface="Open Sans Light"/>
              </a:rPr>
              <a:t>Classification models output  probability</a:t>
            </a:r>
            <a:r>
              <a:rPr lang="en-GB" sz="1100">
                <a:latin typeface="Open Sans Medium"/>
                <a:ea typeface="Open Sans Medium"/>
                <a:cs typeface="Open Sans Medium"/>
                <a:sym typeface="Open Sans Medium"/>
              </a:rPr>
              <a:t> </a:t>
            </a:r>
            <a:r>
              <a:rPr b="1" lang="en-GB" sz="1100">
                <a:latin typeface="Open Sans"/>
                <a:ea typeface="Open Sans"/>
                <a:cs typeface="Open Sans"/>
                <a:sym typeface="Open Sans"/>
              </a:rPr>
              <a:t>between 0 and 1</a:t>
            </a:r>
            <a:endParaRPr b="1" sz="1100">
              <a:latin typeface="Open Sans"/>
              <a:ea typeface="Open Sans"/>
              <a:cs typeface="Open Sans"/>
              <a:sym typeface="Open Sans"/>
            </a:endParaRPr>
          </a:p>
          <a:p>
            <a:pPr indent="0" lvl="0" marL="0" rtl="0" algn="l">
              <a:spcBef>
                <a:spcPts val="0"/>
              </a:spcBef>
              <a:spcAft>
                <a:spcPts val="0"/>
              </a:spcAft>
              <a:buNone/>
            </a:pPr>
            <a:r>
              <a:t/>
            </a:r>
            <a:endParaRPr sz="1100">
              <a:latin typeface="Open Sans Medium"/>
              <a:ea typeface="Open Sans Medium"/>
              <a:cs typeface="Open Sans Medium"/>
              <a:sym typeface="Open Sans Medium"/>
            </a:endParaRPr>
          </a:p>
          <a:p>
            <a:pPr indent="0" lvl="0" marL="0" rtl="0" algn="l">
              <a:spcBef>
                <a:spcPts val="0"/>
              </a:spcBef>
              <a:spcAft>
                <a:spcPts val="0"/>
              </a:spcAft>
              <a:buNone/>
            </a:pPr>
            <a:r>
              <a:rPr lang="en-GB" sz="1100">
                <a:latin typeface="Open Sans Light"/>
                <a:ea typeface="Open Sans Light"/>
                <a:cs typeface="Open Sans Light"/>
                <a:sym typeface="Open Sans Light"/>
              </a:rPr>
              <a:t>A </a:t>
            </a:r>
            <a:r>
              <a:rPr lang="en-GB" sz="1100">
                <a:latin typeface="Open Sans SemiBold"/>
                <a:ea typeface="Open Sans SemiBold"/>
                <a:cs typeface="Open Sans SemiBold"/>
                <a:sym typeface="Open Sans SemiBold"/>
              </a:rPr>
              <a:t>decision threshold </a:t>
            </a:r>
            <a:r>
              <a:rPr lang="en-GB" sz="1100">
                <a:latin typeface="Open Sans Light"/>
                <a:ea typeface="Open Sans Light"/>
                <a:cs typeface="Open Sans Light"/>
                <a:sym typeface="Open Sans Light"/>
              </a:rPr>
              <a:t>determines the cut-off point above which a client is predicted as </a:t>
            </a:r>
            <a:r>
              <a:rPr i="1" lang="en-GB" sz="1100">
                <a:latin typeface="Open Sans Light"/>
                <a:ea typeface="Open Sans Light"/>
                <a:cs typeface="Open Sans Light"/>
                <a:sym typeface="Open Sans Light"/>
              </a:rPr>
              <a:t>fraudulent</a:t>
            </a:r>
            <a:r>
              <a:rPr lang="en-GB" sz="1100">
                <a:latin typeface="Open Sans Light"/>
                <a:ea typeface="Open Sans Light"/>
                <a:cs typeface="Open Sans Light"/>
                <a:sym typeface="Open Sans Light"/>
              </a:rPr>
              <a:t>.</a:t>
            </a: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sz="1100">
              <a:latin typeface="Open Sans Medium"/>
              <a:ea typeface="Open Sans Medium"/>
              <a:cs typeface="Open Sans Medium"/>
              <a:sym typeface="Open Sans Medium"/>
            </a:endParaRPr>
          </a:p>
          <a:p>
            <a:pPr indent="0" lvl="0" marL="0" rtl="0" algn="l">
              <a:spcBef>
                <a:spcPts val="0"/>
              </a:spcBef>
              <a:spcAft>
                <a:spcPts val="0"/>
              </a:spcAft>
              <a:buNone/>
            </a:pPr>
            <a:r>
              <a:rPr lang="en-GB" sz="1100">
                <a:latin typeface="Open Sans Light"/>
                <a:ea typeface="Open Sans Light"/>
                <a:cs typeface="Open Sans Light"/>
                <a:sym typeface="Open Sans Light"/>
              </a:rPr>
              <a:t>The </a:t>
            </a:r>
            <a:r>
              <a:rPr lang="en-GB" sz="1100">
                <a:latin typeface="Open Sans SemiBold"/>
                <a:ea typeface="Open Sans SemiBold"/>
                <a:cs typeface="Open Sans SemiBold"/>
                <a:sym typeface="Open Sans SemiBold"/>
              </a:rPr>
              <a:t>default threshold (0.5) </a:t>
            </a:r>
            <a:r>
              <a:rPr lang="en-GB" sz="1100">
                <a:latin typeface="Open Sans Light"/>
                <a:ea typeface="Open Sans Light"/>
                <a:cs typeface="Open Sans Light"/>
                <a:sym typeface="Open Sans Light"/>
              </a:rPr>
              <a:t>is not always optimal—especially in imbalanced datasets, where genuine and fraudulent clients are unevenly represented.</a:t>
            </a: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sz="1100"/>
          </a:p>
          <a:p>
            <a:pPr indent="0" lvl="0" marL="0" rtl="0" algn="l">
              <a:spcBef>
                <a:spcPts val="0"/>
              </a:spcBef>
              <a:spcAft>
                <a:spcPts val="0"/>
              </a:spcAft>
              <a:buNone/>
            </a:pPr>
            <a:r>
              <a:rPr lang="en-GB" sz="1100">
                <a:latin typeface="Open Sans SemiBold"/>
                <a:ea typeface="Open Sans SemiBold"/>
                <a:cs typeface="Open Sans SemiBold"/>
                <a:sym typeface="Open Sans SemiBold"/>
              </a:rPr>
              <a:t>Threshold tuning</a:t>
            </a:r>
            <a:r>
              <a:rPr lang="en-GB" sz="1100">
                <a:latin typeface="Open Sans Light"/>
                <a:ea typeface="Open Sans Light"/>
                <a:cs typeface="Open Sans Light"/>
                <a:sym typeface="Open Sans Light"/>
              </a:rPr>
              <a:t> involves selecting a probability cutoff that better aligns with business priorities—</a:t>
            </a:r>
            <a:endParaRPr sz="1100">
              <a:latin typeface="Open Sans Light"/>
              <a:ea typeface="Open Sans Light"/>
              <a:cs typeface="Open Sans Light"/>
              <a:sym typeface="Open Sans Light"/>
            </a:endParaRPr>
          </a:p>
          <a:p>
            <a:pPr indent="0" lvl="0" marL="0" rtl="0" algn="l">
              <a:spcBef>
                <a:spcPts val="0"/>
              </a:spcBef>
              <a:spcAft>
                <a:spcPts val="0"/>
              </a:spcAft>
              <a:buNone/>
            </a:pPr>
            <a:r>
              <a:rPr lang="en-GB" sz="1100">
                <a:latin typeface="Open Sans Light"/>
                <a:ea typeface="Open Sans Light"/>
                <a:cs typeface="Open Sans Light"/>
                <a:sym typeface="Open Sans Light"/>
              </a:rPr>
              <a:t>e.g., </a:t>
            </a:r>
            <a:r>
              <a:rPr b="1" lang="en-GB" sz="1100">
                <a:latin typeface="Open Sans"/>
                <a:ea typeface="Open Sans"/>
                <a:cs typeface="Open Sans"/>
                <a:sym typeface="Open Sans"/>
              </a:rPr>
              <a:t>maximizing Recall</a:t>
            </a:r>
            <a:r>
              <a:rPr lang="en-GB" sz="1100">
                <a:latin typeface="Open Sans Light"/>
                <a:ea typeface="Open Sans Light"/>
                <a:cs typeface="Open Sans Light"/>
                <a:sym typeface="Open Sans Light"/>
              </a:rPr>
              <a:t> to detect more fraud, or </a:t>
            </a:r>
            <a:r>
              <a:rPr b="1" lang="en-GB" sz="1100">
                <a:latin typeface="Open Sans"/>
                <a:ea typeface="Open Sans"/>
                <a:cs typeface="Open Sans"/>
                <a:sym typeface="Open Sans"/>
              </a:rPr>
              <a:t>maximizing Precision</a:t>
            </a:r>
            <a:r>
              <a:rPr lang="en-GB" sz="1100">
                <a:latin typeface="Open Sans Light"/>
                <a:ea typeface="Open Sans Light"/>
                <a:cs typeface="Open Sans Light"/>
                <a:sym typeface="Open Sans Light"/>
              </a:rPr>
              <a:t> to reduce false alarms.</a:t>
            </a: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sz="1100"/>
          </a:p>
          <a:p>
            <a:pPr indent="0" lvl="0" marL="0" rtl="0" algn="l">
              <a:spcBef>
                <a:spcPts val="0"/>
              </a:spcBef>
              <a:spcAft>
                <a:spcPts val="0"/>
              </a:spcAft>
              <a:buNone/>
            </a:pPr>
            <a:r>
              <a:rPr lang="en-GB" sz="1100">
                <a:latin typeface="Open Sans Light"/>
                <a:ea typeface="Open Sans Light"/>
                <a:cs typeface="Open Sans Light"/>
                <a:sym typeface="Open Sans Light"/>
              </a:rPr>
              <a:t>By analyzing how </a:t>
            </a:r>
            <a:r>
              <a:rPr lang="en-GB" sz="1100">
                <a:latin typeface="Open Sans SemiBold"/>
                <a:ea typeface="Open Sans SemiBold"/>
                <a:cs typeface="Open Sans SemiBold"/>
                <a:sym typeface="Open Sans SemiBold"/>
              </a:rPr>
              <a:t>Precision and Recall trade off</a:t>
            </a:r>
            <a:r>
              <a:rPr lang="en-GB" sz="1100">
                <a:latin typeface="Open Sans Light"/>
                <a:ea typeface="Open Sans Light"/>
                <a:cs typeface="Open Sans Light"/>
                <a:sym typeface="Open Sans Light"/>
              </a:rPr>
              <a:t> at different cut-offs, the ideal threshold can be chosen to </a:t>
            </a:r>
            <a:r>
              <a:rPr lang="en-GB" sz="1100">
                <a:latin typeface="Open Sans SemiBold"/>
                <a:ea typeface="Open Sans SemiBold"/>
                <a:cs typeface="Open Sans SemiBold"/>
                <a:sym typeface="Open Sans SemiBold"/>
              </a:rPr>
              <a:t>balance accuracy and operational cost</a:t>
            </a:r>
            <a:r>
              <a:rPr lang="en-GB" sz="1100">
                <a:latin typeface="Open Sans Light"/>
                <a:ea typeface="Open Sans Light"/>
                <a:cs typeface="Open Sans Light"/>
                <a:sym typeface="Open Sans Light"/>
              </a:rPr>
              <a:t>.</a:t>
            </a:r>
            <a:endParaRPr sz="1100">
              <a:latin typeface="Open Sans Light"/>
              <a:ea typeface="Open Sans Light"/>
              <a:cs typeface="Open Sans Light"/>
              <a:sym typeface="Open Sans Light"/>
            </a:endParaRPr>
          </a:p>
        </p:txBody>
      </p:sp>
      <p:grpSp>
        <p:nvGrpSpPr>
          <p:cNvPr id="1264" name="Google Shape;1264;p76"/>
          <p:cNvGrpSpPr/>
          <p:nvPr/>
        </p:nvGrpSpPr>
        <p:grpSpPr>
          <a:xfrm>
            <a:off x="634398" y="1466878"/>
            <a:ext cx="355258" cy="355258"/>
            <a:chOff x="-50134375" y="3183175"/>
            <a:chExt cx="300100" cy="300100"/>
          </a:xfrm>
        </p:grpSpPr>
        <p:sp>
          <p:nvSpPr>
            <p:cNvPr id="1265" name="Google Shape;1265;p76"/>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 name="Google Shape;1266;p76"/>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76"/>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76"/>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76"/>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76"/>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76"/>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 name="Google Shape;1272;p76"/>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76"/>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76"/>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75" name="Google Shape;1275;p76"/>
          <p:cNvSpPr/>
          <p:nvPr/>
        </p:nvSpPr>
        <p:spPr>
          <a:xfrm>
            <a:off x="610470" y="192811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1276" name="Google Shape;1276;p76"/>
          <p:cNvGrpSpPr/>
          <p:nvPr/>
        </p:nvGrpSpPr>
        <p:grpSpPr>
          <a:xfrm>
            <a:off x="533422" y="2468370"/>
            <a:ext cx="368186" cy="366364"/>
            <a:chOff x="-63679950" y="3360375"/>
            <a:chExt cx="318225" cy="316650"/>
          </a:xfrm>
        </p:grpSpPr>
        <p:sp>
          <p:nvSpPr>
            <p:cNvPr id="1277" name="Google Shape;1277;p7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7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7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7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1" name="Google Shape;1281;p76"/>
          <p:cNvGrpSpPr/>
          <p:nvPr/>
        </p:nvGrpSpPr>
        <p:grpSpPr>
          <a:xfrm>
            <a:off x="540611" y="3135220"/>
            <a:ext cx="353802" cy="327739"/>
            <a:chOff x="4266025" y="3609275"/>
            <a:chExt cx="299325" cy="277275"/>
          </a:xfrm>
        </p:grpSpPr>
        <p:sp>
          <p:nvSpPr>
            <p:cNvPr id="1282" name="Google Shape;1282;p7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7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4" name="Google Shape;1284;p76"/>
          <p:cNvGrpSpPr/>
          <p:nvPr/>
        </p:nvGrpSpPr>
        <p:grpSpPr>
          <a:xfrm>
            <a:off x="541066" y="3848787"/>
            <a:ext cx="352886" cy="350049"/>
            <a:chOff x="946175" y="3253275"/>
            <a:chExt cx="298550" cy="296150"/>
          </a:xfrm>
        </p:grpSpPr>
        <p:sp>
          <p:nvSpPr>
            <p:cNvPr id="1285" name="Google Shape;1285;p7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 name="Google Shape;1286;p7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 name="Google Shape;1287;p7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7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 name="Google Shape;1289;p7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3" name="Shape 1293"/>
        <p:cNvGrpSpPr/>
        <p:nvPr/>
      </p:nvGrpSpPr>
      <p:grpSpPr>
        <a:xfrm>
          <a:off x="0" y="0"/>
          <a:ext cx="0" cy="0"/>
          <a:chOff x="0" y="0"/>
          <a:chExt cx="0" cy="0"/>
        </a:xfrm>
      </p:grpSpPr>
      <p:sp>
        <p:nvSpPr>
          <p:cNvPr id="1294" name="Google Shape;1294;p77"/>
          <p:cNvSpPr txBox="1"/>
          <p:nvPr>
            <p:ph type="title"/>
          </p:nvPr>
        </p:nvSpPr>
        <p:spPr>
          <a:xfrm>
            <a:off x="720000" y="535000"/>
            <a:ext cx="7704000" cy="573300"/>
          </a:xfrm>
          <a:prstGeom prst="rect">
            <a:avLst/>
          </a:prstGeom>
          <a:noFill/>
          <a:ln cap="flat" cmpd="sng" w="38100">
            <a:solidFill>
              <a:schemeClr val="lt1"/>
            </a:solidFill>
            <a:prstDash val="solid"/>
            <a:round/>
            <a:headEnd len="sm" w="sm" type="none"/>
            <a:tailEnd len="sm" w="sm" type="none"/>
          </a:ln>
        </p:spPr>
        <p:txBody>
          <a:bodyPr anchorCtr="0" anchor="t" bIns="91425" lIns="91425" spcFirstLastPara="1" rIns="91425" wrap="square" tIns="0">
            <a:noAutofit/>
          </a:bodyPr>
          <a:lstStyle/>
          <a:p>
            <a:pPr indent="0" lvl="0" marL="0" rtl="0" algn="l">
              <a:lnSpc>
                <a:spcPct val="100000"/>
              </a:lnSpc>
              <a:spcBef>
                <a:spcPts val="0"/>
              </a:spcBef>
              <a:spcAft>
                <a:spcPts val="0"/>
              </a:spcAft>
              <a:buSzPts val="3200"/>
              <a:buNone/>
            </a:pPr>
            <a:r>
              <a:t/>
            </a:r>
            <a:endParaRPr sz="1200">
              <a:solidFill>
                <a:srgbClr val="000000"/>
              </a:solidFill>
              <a:latin typeface="Open Sans Medium"/>
              <a:ea typeface="Open Sans Medium"/>
              <a:cs typeface="Open Sans Medium"/>
              <a:sym typeface="Open Sans Medium"/>
            </a:endParaRPr>
          </a:p>
          <a:p>
            <a:pPr indent="0" lvl="0" marL="0" rtl="0" algn="ctr">
              <a:lnSpc>
                <a:spcPct val="100000"/>
              </a:lnSpc>
              <a:spcBef>
                <a:spcPts val="0"/>
              </a:spcBef>
              <a:spcAft>
                <a:spcPts val="0"/>
              </a:spcAft>
              <a:buSzPts val="3200"/>
              <a:buNone/>
            </a:pPr>
            <a:r>
              <a:rPr lang="en-GB" sz="2400">
                <a:solidFill>
                  <a:srgbClr val="000000"/>
                </a:solidFill>
                <a:latin typeface="Open Sans ExtraBold"/>
                <a:ea typeface="Open Sans ExtraBold"/>
                <a:cs typeface="Open Sans ExtraBold"/>
                <a:sym typeface="Open Sans ExtraBold"/>
              </a:rPr>
              <a:t>Hyperparameter Tuning</a:t>
            </a:r>
            <a:endParaRPr sz="2400">
              <a:solidFill>
                <a:srgbClr val="000000"/>
              </a:solidFill>
              <a:latin typeface="Open Sans ExtraBold"/>
              <a:ea typeface="Open Sans ExtraBold"/>
              <a:cs typeface="Open Sans ExtraBold"/>
              <a:sym typeface="Open Sans ExtraBold"/>
            </a:endParaRPr>
          </a:p>
          <a:p>
            <a:pPr indent="0" lvl="0" marL="457200" rtl="0" algn="l">
              <a:spcBef>
                <a:spcPts val="0"/>
              </a:spcBef>
              <a:spcAft>
                <a:spcPts val="0"/>
              </a:spcAft>
              <a:buNone/>
            </a:pPr>
            <a:r>
              <a:t/>
            </a:r>
            <a:endParaRPr sz="1100">
              <a:solidFill>
                <a:srgbClr val="000000"/>
              </a:solidFill>
              <a:latin typeface="Arial"/>
              <a:ea typeface="Arial"/>
              <a:cs typeface="Arial"/>
              <a:sym typeface="Arial"/>
            </a:endParaRPr>
          </a:p>
          <a:p>
            <a:pPr indent="0" lvl="0" marL="457200" rtl="0" algn="l">
              <a:spcBef>
                <a:spcPts val="0"/>
              </a:spcBef>
              <a:spcAft>
                <a:spcPts val="0"/>
              </a:spcAft>
              <a:buNone/>
            </a:pPr>
            <a:br>
              <a:rPr b="1" lang="en-GB" sz="1100">
                <a:solidFill>
                  <a:srgbClr val="000000"/>
                </a:solidFill>
                <a:latin typeface="Open Sans"/>
                <a:ea typeface="Open Sans"/>
                <a:cs typeface="Open Sans"/>
                <a:sym typeface="Open Sans"/>
              </a:rPr>
            </a:br>
            <a:br>
              <a:rPr b="1" lang="en-GB" sz="1100">
                <a:solidFill>
                  <a:srgbClr val="000000"/>
                </a:solidFill>
                <a:latin typeface="Open Sans"/>
                <a:ea typeface="Open Sans"/>
                <a:cs typeface="Open Sans"/>
                <a:sym typeface="Open Sans"/>
              </a:rPr>
            </a:br>
            <a:endParaRPr sz="1200">
              <a:solidFill>
                <a:srgbClr val="000000"/>
              </a:solidFill>
              <a:latin typeface="Roboto"/>
              <a:ea typeface="Roboto"/>
              <a:cs typeface="Roboto"/>
              <a:sym typeface="Roboto"/>
            </a:endParaRPr>
          </a:p>
          <a:p>
            <a:pPr indent="0" lvl="0" marL="457200" rtl="0" algn="l">
              <a:lnSpc>
                <a:spcPct val="115000"/>
              </a:lnSpc>
              <a:spcBef>
                <a:spcPts val="0"/>
              </a:spcBef>
              <a:spcAft>
                <a:spcPts val="0"/>
              </a:spcAft>
              <a:buNone/>
            </a:pPr>
            <a:r>
              <a:t/>
            </a:r>
            <a:endParaRPr b="1" sz="1100">
              <a:solidFill>
                <a:srgbClr val="000000"/>
              </a:solidFill>
              <a:latin typeface="Open Sans"/>
              <a:ea typeface="Open Sans"/>
              <a:cs typeface="Open Sans"/>
              <a:sym typeface="Open Sans"/>
            </a:endParaRPr>
          </a:p>
          <a:p>
            <a:pPr indent="0" lvl="0" marL="0" rtl="0" algn="ctr">
              <a:lnSpc>
                <a:spcPct val="100000"/>
              </a:lnSpc>
              <a:spcBef>
                <a:spcPts val="0"/>
              </a:spcBef>
              <a:spcAft>
                <a:spcPts val="0"/>
              </a:spcAft>
              <a:buSzPts val="3200"/>
              <a:buNone/>
            </a:pPr>
            <a:r>
              <a:t/>
            </a:r>
            <a:endParaRPr b="1" sz="2400">
              <a:latin typeface="Open Sans"/>
              <a:ea typeface="Open Sans"/>
              <a:cs typeface="Open Sans"/>
              <a:sym typeface="Open Sans"/>
            </a:endParaRPr>
          </a:p>
        </p:txBody>
      </p:sp>
      <p:grpSp>
        <p:nvGrpSpPr>
          <p:cNvPr id="1295" name="Google Shape;1295;p77"/>
          <p:cNvGrpSpPr/>
          <p:nvPr/>
        </p:nvGrpSpPr>
        <p:grpSpPr>
          <a:xfrm>
            <a:off x="8117730" y="3491102"/>
            <a:ext cx="761611" cy="1818680"/>
            <a:chOff x="5088650" y="245050"/>
            <a:chExt cx="1046025" cy="2497844"/>
          </a:xfrm>
        </p:grpSpPr>
        <p:sp>
          <p:nvSpPr>
            <p:cNvPr id="1296" name="Google Shape;1296;p77"/>
            <p:cNvSpPr/>
            <p:nvPr/>
          </p:nvSpPr>
          <p:spPr>
            <a:xfrm>
              <a:off x="5547342" y="1157910"/>
              <a:ext cx="128662" cy="1584984"/>
            </a:xfrm>
            <a:custGeom>
              <a:rect b="b" l="l" r="r" t="t"/>
              <a:pathLst>
                <a:path extrusionOk="0" h="18637" w="5147">
                  <a:moveTo>
                    <a:pt x="0" y="0"/>
                  </a:moveTo>
                  <a:lnTo>
                    <a:pt x="0" y="18636"/>
                  </a:lnTo>
                  <a:lnTo>
                    <a:pt x="5147" y="18636"/>
                  </a:lnTo>
                  <a:lnTo>
                    <a:pt x="5147" y="0"/>
                  </a:lnTo>
                  <a:close/>
                </a:path>
              </a:pathLst>
            </a:custGeom>
            <a:solidFill>
              <a:schemeClr val="dk2"/>
            </a:solidFill>
            <a:ln cap="flat" cmpd="sng" w="9625">
              <a:solidFill>
                <a:schemeClr val="dk2"/>
              </a:solidFill>
              <a:prstDash val="solid"/>
              <a:round/>
              <a:headEnd len="sm" w="sm" type="none"/>
              <a:tailEnd len="sm" w="sm" type="none"/>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sp>
          <p:nvSpPr>
            <p:cNvPr id="1297" name="Google Shape;1297;p77"/>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sp>
          <p:nvSpPr>
            <p:cNvPr id="1298" name="Google Shape;1298;p77"/>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250">
              <a:solidFill>
                <a:schemeClr val="dk1"/>
              </a:solidFill>
              <a:prstDash val="solid"/>
              <a:miter lim="1110"/>
              <a:headEnd len="sm" w="sm" type="none"/>
              <a:tailEnd len="sm" w="sm" type="none"/>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sp>
          <p:nvSpPr>
            <p:cNvPr id="1299" name="Google Shape;1299;p77"/>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250">
              <a:solidFill>
                <a:schemeClr val="dk1"/>
              </a:solidFill>
              <a:prstDash val="solid"/>
              <a:miter lim="1110"/>
              <a:headEnd len="sm" w="sm" type="none"/>
              <a:tailEnd len="sm" w="sm" type="none"/>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sp>
          <p:nvSpPr>
            <p:cNvPr id="1300" name="Google Shape;1300;p77"/>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lt2"/>
            </a:solidFill>
            <a:ln>
              <a:noFill/>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sp>
          <p:nvSpPr>
            <p:cNvPr id="1301" name="Google Shape;1301;p77"/>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grpSp>
      <p:sp>
        <p:nvSpPr>
          <p:cNvPr id="1302" name="Google Shape;1302;p77"/>
          <p:cNvSpPr txBox="1"/>
          <p:nvPr/>
        </p:nvSpPr>
        <p:spPr>
          <a:xfrm>
            <a:off x="1519850" y="1455875"/>
            <a:ext cx="5151600" cy="1708500"/>
          </a:xfrm>
          <a:prstGeom prst="rect">
            <a:avLst/>
          </a:prstGeom>
          <a:noFill/>
          <a:ln cap="flat" cmpd="sng" w="19050">
            <a:solidFill>
              <a:schemeClr val="lt1"/>
            </a:solidFill>
            <a:prstDash val="solid"/>
            <a:round/>
            <a:headEnd len="sm" w="sm" type="none"/>
            <a:tailEnd len="sm" w="sm" type="none"/>
          </a:ln>
        </p:spPr>
        <p:txBody>
          <a:bodyPr anchorCtr="0" anchor="t" bIns="91425" lIns="91425" spcFirstLastPara="1" rIns="91425" wrap="square" tIns="91425">
            <a:spAutoFit/>
          </a:bodyPr>
          <a:lstStyle/>
          <a:p>
            <a:pPr indent="0" lvl="0" marL="0" rtl="0" algn="l">
              <a:spcBef>
                <a:spcPts val="0"/>
              </a:spcBef>
              <a:spcAft>
                <a:spcPts val="0"/>
              </a:spcAft>
              <a:buNone/>
            </a:pPr>
            <a:r>
              <a:rPr b="1" lang="en-GB" sz="1100">
                <a:latin typeface="Open Sans"/>
                <a:ea typeface="Open Sans"/>
                <a:cs typeface="Open Sans"/>
                <a:sym typeface="Open Sans"/>
              </a:rPr>
              <a:t>Hyperparameters</a:t>
            </a:r>
            <a:r>
              <a:rPr lang="en-GB" sz="1100">
                <a:latin typeface="Open Sans Light"/>
                <a:ea typeface="Open Sans Light"/>
                <a:cs typeface="Open Sans Light"/>
                <a:sym typeface="Open Sans Light"/>
              </a:rPr>
              <a:t> are configuration settings that govern how a model learns (e.g., tree depth, number of estimators, learning rate).They are not learned from the data but must be </a:t>
            </a:r>
            <a:r>
              <a:rPr lang="en-GB" sz="1100">
                <a:latin typeface="Open Sans SemiBold"/>
                <a:ea typeface="Open Sans SemiBold"/>
                <a:cs typeface="Open Sans SemiBold"/>
                <a:sym typeface="Open Sans SemiBold"/>
              </a:rPr>
              <a:t>set before training</a:t>
            </a:r>
            <a:r>
              <a:rPr lang="en-GB" sz="1100">
                <a:latin typeface="Open Sans Light"/>
                <a:ea typeface="Open Sans Light"/>
                <a:cs typeface="Open Sans Light"/>
                <a:sym typeface="Open Sans Light"/>
              </a:rPr>
              <a:t>.</a:t>
            </a: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sz="1100">
              <a:latin typeface="Open Sans Light"/>
              <a:ea typeface="Open Sans Light"/>
              <a:cs typeface="Open Sans Light"/>
              <a:sym typeface="Open Sans Light"/>
            </a:endParaRPr>
          </a:p>
          <a:p>
            <a:pPr indent="0" lvl="0" marL="0" rtl="0" algn="l">
              <a:spcBef>
                <a:spcPts val="0"/>
              </a:spcBef>
              <a:spcAft>
                <a:spcPts val="0"/>
              </a:spcAft>
              <a:buNone/>
            </a:pPr>
            <a:r>
              <a:rPr lang="en-GB" sz="1100">
                <a:latin typeface="Open Sans SemiBold"/>
                <a:ea typeface="Open Sans SemiBold"/>
                <a:cs typeface="Open Sans SemiBold"/>
                <a:sym typeface="Open Sans SemiBold"/>
              </a:rPr>
              <a:t>Tuning </a:t>
            </a:r>
            <a:r>
              <a:rPr lang="en-GB" sz="1100">
                <a:latin typeface="Open Sans Light"/>
                <a:ea typeface="Open Sans Light"/>
                <a:cs typeface="Open Sans Light"/>
                <a:sym typeface="Open Sans Light"/>
              </a:rPr>
              <a:t>is the process of finding the best combination of these parameters to maximize the model’s performance and generalization ability.</a:t>
            </a: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sz="1100">
              <a:latin typeface="Open Sans Light"/>
              <a:ea typeface="Open Sans Light"/>
              <a:cs typeface="Open Sans Light"/>
              <a:sym typeface="Open Sans Light"/>
            </a:endParaRPr>
          </a:p>
          <a:p>
            <a:pPr indent="0" lvl="0" marL="0" rtl="0" algn="l">
              <a:spcBef>
                <a:spcPts val="0"/>
              </a:spcBef>
              <a:spcAft>
                <a:spcPts val="0"/>
              </a:spcAft>
              <a:buNone/>
            </a:pPr>
            <a:r>
              <a:rPr lang="en-GB" sz="1100">
                <a:latin typeface="Open Sans Light"/>
                <a:ea typeface="Open Sans Light"/>
                <a:cs typeface="Open Sans Light"/>
                <a:sym typeface="Open Sans Light"/>
              </a:rPr>
              <a:t>In machine-learning pipelines, hyperparameter tuning acts like </a:t>
            </a:r>
            <a:r>
              <a:rPr lang="en-GB" sz="1100">
                <a:latin typeface="Open Sans SemiBold"/>
                <a:ea typeface="Open Sans SemiBold"/>
                <a:cs typeface="Open Sans SemiBold"/>
                <a:sym typeface="Open Sans SemiBold"/>
              </a:rPr>
              <a:t>fine-tuning the “control knobs” </a:t>
            </a:r>
            <a:r>
              <a:rPr lang="en-GB" sz="1100">
                <a:latin typeface="Open Sans Light"/>
                <a:ea typeface="Open Sans Light"/>
                <a:cs typeface="Open Sans Light"/>
                <a:sym typeface="Open Sans Light"/>
              </a:rPr>
              <a:t>that determine model complexity, speed, and accuracy.</a:t>
            </a:r>
            <a:endParaRPr sz="1100">
              <a:latin typeface="Open Sans Light"/>
              <a:ea typeface="Open Sans Light"/>
              <a:cs typeface="Open Sans Light"/>
              <a:sym typeface="Open Sans Light"/>
            </a:endParaRPr>
          </a:p>
        </p:txBody>
      </p:sp>
      <p:grpSp>
        <p:nvGrpSpPr>
          <p:cNvPr id="1303" name="Google Shape;1303;p77"/>
          <p:cNvGrpSpPr/>
          <p:nvPr/>
        </p:nvGrpSpPr>
        <p:grpSpPr>
          <a:xfrm>
            <a:off x="1082254" y="1501854"/>
            <a:ext cx="396463" cy="431233"/>
            <a:chOff x="2104275" y="3806450"/>
            <a:chExt cx="442975" cy="481825"/>
          </a:xfrm>
        </p:grpSpPr>
        <p:sp>
          <p:nvSpPr>
            <p:cNvPr id="1304" name="Google Shape;1304;p77"/>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FEB530"/>
            </a:solidFill>
            <a:ln>
              <a:noFill/>
            </a:ln>
          </p:spPr>
          <p:txBody>
            <a:bodyPr anchorCtr="0" anchor="ctr" bIns="116200" lIns="116200" spcFirstLastPara="1" rIns="116200" wrap="square" tIns="116200">
              <a:noAutofit/>
            </a:bodyPr>
            <a:lstStyle/>
            <a:p>
              <a:pPr indent="0" lvl="0" marL="0" marR="0" rtl="0" algn="l">
                <a:lnSpc>
                  <a:spcPct val="100000"/>
                </a:lnSpc>
                <a:spcBef>
                  <a:spcPts val="0"/>
                </a:spcBef>
                <a:spcAft>
                  <a:spcPts val="0"/>
                </a:spcAft>
                <a:buClr>
                  <a:srgbClr val="000000"/>
                </a:buClr>
                <a:buSzPts val="1780"/>
                <a:buFont typeface="Arial"/>
                <a:buNone/>
              </a:pPr>
              <a:r>
                <a:t/>
              </a:r>
              <a:endParaRPr b="0" i="0" sz="1779" u="none" cap="none" strike="noStrike">
                <a:solidFill>
                  <a:srgbClr val="435D74"/>
                </a:solidFill>
                <a:latin typeface="Arial"/>
                <a:ea typeface="Arial"/>
                <a:cs typeface="Arial"/>
                <a:sym typeface="Arial"/>
              </a:endParaRPr>
            </a:p>
          </p:txBody>
        </p:sp>
        <p:sp>
          <p:nvSpPr>
            <p:cNvPr id="1305" name="Google Shape;1305;p77"/>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FEB530"/>
            </a:solidFill>
            <a:ln>
              <a:noFill/>
            </a:ln>
          </p:spPr>
          <p:txBody>
            <a:bodyPr anchorCtr="0" anchor="ctr" bIns="116200" lIns="116200" spcFirstLastPara="1" rIns="116200" wrap="square" tIns="116200">
              <a:noAutofit/>
            </a:bodyPr>
            <a:lstStyle/>
            <a:p>
              <a:pPr indent="0" lvl="0" marL="0" marR="0" rtl="0" algn="l">
                <a:lnSpc>
                  <a:spcPct val="100000"/>
                </a:lnSpc>
                <a:spcBef>
                  <a:spcPts val="0"/>
                </a:spcBef>
                <a:spcAft>
                  <a:spcPts val="0"/>
                </a:spcAft>
                <a:buClr>
                  <a:srgbClr val="000000"/>
                </a:buClr>
                <a:buSzPts val="1780"/>
                <a:buFont typeface="Arial"/>
                <a:buNone/>
              </a:pPr>
              <a:r>
                <a:t/>
              </a:r>
              <a:endParaRPr b="0" i="0" sz="1779" u="none" cap="none" strike="noStrike">
                <a:solidFill>
                  <a:srgbClr val="435D74"/>
                </a:solidFill>
                <a:latin typeface="Arial"/>
                <a:ea typeface="Arial"/>
                <a:cs typeface="Arial"/>
                <a:sym typeface="Arial"/>
              </a:endParaRPr>
            </a:p>
          </p:txBody>
        </p:sp>
      </p:grpSp>
      <p:grpSp>
        <p:nvGrpSpPr>
          <p:cNvPr id="1306" name="Google Shape;1306;p77"/>
          <p:cNvGrpSpPr/>
          <p:nvPr/>
        </p:nvGrpSpPr>
        <p:grpSpPr>
          <a:xfrm>
            <a:off x="1111726" y="2158774"/>
            <a:ext cx="337522" cy="370909"/>
            <a:chOff x="-39998250" y="3605325"/>
            <a:chExt cx="288875" cy="317450"/>
          </a:xfrm>
        </p:grpSpPr>
        <p:sp>
          <p:nvSpPr>
            <p:cNvPr id="1307" name="Google Shape;1307;p77"/>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 name="Google Shape;1308;p77"/>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09" name="Google Shape;1309;p77"/>
          <p:cNvSpPr/>
          <p:nvPr/>
        </p:nvSpPr>
        <p:spPr>
          <a:xfrm>
            <a:off x="1095954" y="2687579"/>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10" name="Google Shape;1310;p77"/>
          <p:cNvGrpSpPr/>
          <p:nvPr/>
        </p:nvGrpSpPr>
        <p:grpSpPr>
          <a:xfrm>
            <a:off x="6828301" y="1230082"/>
            <a:ext cx="1946408" cy="1934265"/>
            <a:chOff x="5985650" y="2860025"/>
            <a:chExt cx="1396075" cy="1539775"/>
          </a:xfrm>
        </p:grpSpPr>
        <p:sp>
          <p:nvSpPr>
            <p:cNvPr id="1311" name="Google Shape;1311;p7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12" name="Google Shape;1312;p7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chemeClr val="accent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13" name="Google Shape;1313;p7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188038"/>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14" name="Google Shape;1314;p7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chemeClr val="dk1"/>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15" name="Google Shape;1315;p7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16" name="Google Shape;1316;p7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17" name="Google Shape;1317;p7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18" name="Google Shape;1318;p7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19" name="Google Shape;1319;p7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20" name="Google Shape;1320;p7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21" name="Google Shape;1321;p7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22" name="Google Shape;1322;p7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23" name="Google Shape;1323;p7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24" name="Google Shape;1324;p7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25" name="Google Shape;1325;p7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26" name="Google Shape;1326;p7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27" name="Google Shape;1327;p7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28" name="Google Shape;1328;p7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29" name="Google Shape;1329;p7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30" name="Google Shape;1330;p7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31" name="Google Shape;1331;p7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32" name="Google Shape;1332;p7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33" name="Google Shape;1333;p7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34" name="Google Shape;1334;p7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35" name="Google Shape;1335;p7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36" name="Google Shape;1336;p7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37" name="Google Shape;1337;p7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38" name="Google Shape;1338;p7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39" name="Google Shape;1339;p7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40" name="Google Shape;1340;p7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41" name="Google Shape;1341;p7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sp>
          <p:nvSpPr>
            <p:cNvPr id="1342" name="Google Shape;1342;p7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281625" lIns="281625" spcFirstLastPara="1" rIns="281625" wrap="square" tIns="281625">
              <a:noAutofit/>
            </a:bodyPr>
            <a:lstStyle/>
            <a:p>
              <a:pPr indent="0" lvl="0" marL="0" marR="0" rtl="0" algn="l">
                <a:lnSpc>
                  <a:spcPct val="100000"/>
                </a:lnSpc>
                <a:spcBef>
                  <a:spcPts val="0"/>
                </a:spcBef>
                <a:spcAft>
                  <a:spcPts val="0"/>
                </a:spcAft>
                <a:buClr>
                  <a:srgbClr val="000000"/>
                </a:buClr>
                <a:buSzPts val="4312"/>
                <a:buFont typeface="Arial"/>
                <a:buNone/>
              </a:pPr>
              <a:r>
                <a:t/>
              </a:r>
              <a:endParaRPr b="0" i="0" sz="4312" u="none" cap="none" strike="noStrike">
                <a:solidFill>
                  <a:srgbClr val="000000"/>
                </a:solidFill>
                <a:latin typeface="Arial"/>
                <a:ea typeface="Arial"/>
                <a:cs typeface="Arial"/>
                <a:sym typeface="Arial"/>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6" name="Shape 1346"/>
        <p:cNvGrpSpPr/>
        <p:nvPr/>
      </p:nvGrpSpPr>
      <p:grpSpPr>
        <a:xfrm>
          <a:off x="0" y="0"/>
          <a:ext cx="0" cy="0"/>
          <a:chOff x="0" y="0"/>
          <a:chExt cx="0" cy="0"/>
        </a:xfrm>
      </p:grpSpPr>
      <p:sp>
        <p:nvSpPr>
          <p:cNvPr id="1347" name="Google Shape;1347;p78"/>
          <p:cNvSpPr txBox="1"/>
          <p:nvPr>
            <p:ph type="title"/>
          </p:nvPr>
        </p:nvSpPr>
        <p:spPr>
          <a:xfrm>
            <a:off x="720000" y="53500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b="1" lang="en-GB" sz="2400">
                <a:latin typeface="Open Sans"/>
                <a:ea typeface="Open Sans"/>
                <a:cs typeface="Open Sans"/>
                <a:sym typeface="Open Sans"/>
              </a:rPr>
              <a:t>Ensemble Models</a:t>
            </a:r>
            <a:endParaRPr b="1" sz="2400">
              <a:latin typeface="Open Sans"/>
              <a:ea typeface="Open Sans"/>
              <a:cs typeface="Open Sans"/>
              <a:sym typeface="Open Sans"/>
            </a:endParaRPr>
          </a:p>
        </p:txBody>
      </p:sp>
      <p:sp>
        <p:nvSpPr>
          <p:cNvPr id="1348" name="Google Shape;1348;p78"/>
          <p:cNvSpPr txBox="1"/>
          <p:nvPr/>
        </p:nvSpPr>
        <p:spPr>
          <a:xfrm>
            <a:off x="1078150" y="1378700"/>
            <a:ext cx="7255800" cy="2373600"/>
          </a:xfrm>
          <a:prstGeom prst="rect">
            <a:avLst/>
          </a:prstGeom>
          <a:noFill/>
          <a:ln>
            <a:noFill/>
          </a:ln>
        </p:spPr>
        <p:txBody>
          <a:bodyPr anchorCtr="0" anchor="t" bIns="91425" lIns="91425" spcFirstLastPara="1" rIns="91425" wrap="square" tIns="91425">
            <a:spAutoFit/>
          </a:bodyPr>
          <a:lstStyle/>
          <a:p>
            <a:pPr indent="0" lvl="0" marL="457200" rtl="0" algn="l">
              <a:lnSpc>
                <a:spcPct val="115000"/>
              </a:lnSpc>
              <a:spcBef>
                <a:spcPts val="1200"/>
              </a:spcBef>
              <a:spcAft>
                <a:spcPts val="0"/>
              </a:spcAft>
              <a:buNone/>
            </a:pPr>
            <a:r>
              <a:rPr lang="en-GB" sz="1100">
                <a:latin typeface="Open Sans SemiBold"/>
                <a:ea typeface="Open Sans SemiBold"/>
                <a:cs typeface="Open Sans SemiBold"/>
                <a:sym typeface="Open Sans SemiBold"/>
              </a:rPr>
              <a:t>Ensemble models</a:t>
            </a:r>
            <a:r>
              <a:rPr lang="en-GB" sz="1100">
                <a:latin typeface="Open Sans Light"/>
                <a:ea typeface="Open Sans Light"/>
                <a:cs typeface="Open Sans Light"/>
                <a:sym typeface="Open Sans Light"/>
              </a:rPr>
              <a:t> combine predictions from multiple base learners to produce a more robust and accurate final output.</a:t>
            </a:r>
            <a:endParaRPr sz="1100">
              <a:latin typeface="Open Sans Light"/>
              <a:ea typeface="Open Sans Light"/>
              <a:cs typeface="Open Sans Light"/>
              <a:sym typeface="Open Sans Light"/>
            </a:endParaRPr>
          </a:p>
          <a:p>
            <a:pPr indent="0" lvl="0" marL="457200" rtl="0" algn="l">
              <a:lnSpc>
                <a:spcPct val="115000"/>
              </a:lnSpc>
              <a:spcBef>
                <a:spcPts val="1200"/>
              </a:spcBef>
              <a:spcAft>
                <a:spcPts val="0"/>
              </a:spcAft>
              <a:buNone/>
            </a:pPr>
            <a:r>
              <a:rPr lang="en-GB" sz="1100">
                <a:latin typeface="Open Sans Light"/>
                <a:ea typeface="Open Sans Light"/>
                <a:cs typeface="Open Sans Light"/>
                <a:sym typeface="Open Sans Light"/>
              </a:rPr>
              <a:t>Instead of relying on a single model (which may overfit or underperform on certain patterns), ensembles leverage </a:t>
            </a:r>
            <a:r>
              <a:rPr lang="en-GB" sz="1100">
                <a:latin typeface="Open Sans SemiBold"/>
                <a:ea typeface="Open Sans SemiBold"/>
                <a:cs typeface="Open Sans SemiBold"/>
                <a:sym typeface="Open Sans SemiBold"/>
              </a:rPr>
              <a:t>diversity </a:t>
            </a:r>
            <a:r>
              <a:rPr lang="en-GB" sz="1100">
                <a:latin typeface="Open Sans Light"/>
                <a:ea typeface="Open Sans Light"/>
                <a:cs typeface="Open Sans Light"/>
                <a:sym typeface="Open Sans Light"/>
              </a:rPr>
              <a:t>among models to reduce both variance and bias.</a:t>
            </a:r>
            <a:endParaRPr sz="1100">
              <a:latin typeface="Open Sans Light"/>
              <a:ea typeface="Open Sans Light"/>
              <a:cs typeface="Open Sans Light"/>
              <a:sym typeface="Open Sans Light"/>
            </a:endParaRPr>
          </a:p>
          <a:p>
            <a:pPr indent="0" lvl="0" marL="0" rtl="0" algn="l">
              <a:lnSpc>
                <a:spcPct val="115000"/>
              </a:lnSpc>
              <a:spcBef>
                <a:spcPts val="1200"/>
              </a:spcBef>
              <a:spcAft>
                <a:spcPts val="0"/>
              </a:spcAft>
              <a:buNone/>
            </a:pPr>
            <a:r>
              <a:rPr lang="en-GB" sz="1100">
                <a:latin typeface="Open Sans Light"/>
                <a:ea typeface="Open Sans Light"/>
                <a:cs typeface="Open Sans Light"/>
                <a:sym typeface="Open Sans Light"/>
              </a:rPr>
              <a:t> </a:t>
            </a:r>
            <a:br>
              <a:rPr lang="en-GB" sz="1100">
                <a:latin typeface="Open Sans Light"/>
                <a:ea typeface="Open Sans Light"/>
                <a:cs typeface="Open Sans Light"/>
                <a:sym typeface="Open Sans Light"/>
              </a:rPr>
            </a:br>
            <a:br>
              <a:rPr lang="en-GB" sz="1100">
                <a:latin typeface="Open Sans Light"/>
                <a:ea typeface="Open Sans Light"/>
                <a:cs typeface="Open Sans Light"/>
                <a:sym typeface="Open Sans Light"/>
              </a:rPr>
            </a:br>
            <a:br>
              <a:rPr lang="en-GB" sz="1100">
                <a:latin typeface="Open Sans Light"/>
                <a:ea typeface="Open Sans Light"/>
                <a:cs typeface="Open Sans Light"/>
                <a:sym typeface="Open Sans Light"/>
              </a:rPr>
            </a:br>
            <a:r>
              <a:rPr lang="en-GB" sz="1100">
                <a:latin typeface="Open Sans Light"/>
                <a:ea typeface="Open Sans Light"/>
                <a:cs typeface="Open Sans Light"/>
                <a:sym typeface="Open Sans Light"/>
              </a:rPr>
              <a:t>          </a:t>
            </a:r>
            <a:endParaRPr sz="1100">
              <a:latin typeface="Open Sans Light"/>
              <a:ea typeface="Open Sans Light"/>
              <a:cs typeface="Open Sans Light"/>
              <a:sym typeface="Open Sans Light"/>
            </a:endParaRPr>
          </a:p>
          <a:p>
            <a:pPr indent="0" lvl="0" marL="0" rtl="0" algn="l">
              <a:lnSpc>
                <a:spcPct val="115000"/>
              </a:lnSpc>
              <a:spcBef>
                <a:spcPts val="1200"/>
              </a:spcBef>
              <a:spcAft>
                <a:spcPts val="1200"/>
              </a:spcAft>
              <a:buNone/>
            </a:pPr>
            <a:r>
              <a:t/>
            </a:r>
            <a:endParaRPr sz="1100">
              <a:latin typeface="Open Sans Light"/>
              <a:ea typeface="Open Sans Light"/>
              <a:cs typeface="Open Sans Light"/>
              <a:sym typeface="Open Sans Light"/>
            </a:endParaRPr>
          </a:p>
        </p:txBody>
      </p:sp>
      <p:grpSp>
        <p:nvGrpSpPr>
          <p:cNvPr id="1349" name="Google Shape;1349;p78"/>
          <p:cNvGrpSpPr/>
          <p:nvPr/>
        </p:nvGrpSpPr>
        <p:grpSpPr>
          <a:xfrm rot="5400000">
            <a:off x="791195" y="3752238"/>
            <a:ext cx="753870" cy="1742887"/>
            <a:chOff x="5088650" y="245050"/>
            <a:chExt cx="1046025" cy="2418325"/>
          </a:xfrm>
        </p:grpSpPr>
        <p:sp>
          <p:nvSpPr>
            <p:cNvPr id="1350" name="Google Shape;1350;p78"/>
            <p:cNvSpPr/>
            <p:nvPr/>
          </p:nvSpPr>
          <p:spPr>
            <a:xfrm>
              <a:off x="5547343" y="1580798"/>
              <a:ext cx="128662" cy="1082577"/>
            </a:xfrm>
            <a:custGeom>
              <a:rect b="b" l="l" r="r" t="t"/>
              <a:pathLst>
                <a:path extrusionOk="0" h="18637" w="5147">
                  <a:moveTo>
                    <a:pt x="0" y="0"/>
                  </a:moveTo>
                  <a:lnTo>
                    <a:pt x="0" y="18636"/>
                  </a:lnTo>
                  <a:lnTo>
                    <a:pt x="5147" y="18636"/>
                  </a:lnTo>
                  <a:lnTo>
                    <a:pt x="5147"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 name="Google Shape;1351;p78"/>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 name="Google Shape;1352;p78"/>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78"/>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 name="Google Shape;1354;p78"/>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 name="Google Shape;1355;p78"/>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6" name="Google Shape;1356;p78"/>
          <p:cNvGrpSpPr/>
          <p:nvPr/>
        </p:nvGrpSpPr>
        <p:grpSpPr>
          <a:xfrm rot="10800000">
            <a:off x="8118733" y="21049"/>
            <a:ext cx="753870" cy="1509636"/>
            <a:chOff x="5088650" y="245050"/>
            <a:chExt cx="1046025" cy="2094681"/>
          </a:xfrm>
        </p:grpSpPr>
        <p:sp>
          <p:nvSpPr>
            <p:cNvPr id="1357" name="Google Shape;1357;p78"/>
            <p:cNvSpPr/>
            <p:nvPr/>
          </p:nvSpPr>
          <p:spPr>
            <a:xfrm>
              <a:off x="5547342" y="1580832"/>
              <a:ext cx="128662" cy="758899"/>
            </a:xfrm>
            <a:custGeom>
              <a:rect b="b" l="l" r="r" t="t"/>
              <a:pathLst>
                <a:path extrusionOk="0" h="18637" w="5147">
                  <a:moveTo>
                    <a:pt x="0" y="0"/>
                  </a:moveTo>
                  <a:lnTo>
                    <a:pt x="0" y="18636"/>
                  </a:lnTo>
                  <a:lnTo>
                    <a:pt x="5147" y="18636"/>
                  </a:lnTo>
                  <a:lnTo>
                    <a:pt x="514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 name="Google Shape;1358;p78"/>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 name="Google Shape;1359;p78"/>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 name="Google Shape;1360;p78"/>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78"/>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 name="Google Shape;1362;p78"/>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63" name="Google Shape;1363;p78"/>
          <p:cNvSpPr/>
          <p:nvPr/>
        </p:nvSpPr>
        <p:spPr>
          <a:xfrm>
            <a:off x="1142121" y="137870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 name="Google Shape;1364;p78"/>
          <p:cNvSpPr/>
          <p:nvPr/>
        </p:nvSpPr>
        <p:spPr>
          <a:xfrm>
            <a:off x="1192653" y="1999147"/>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65" name="Google Shape;1365;p78"/>
          <p:cNvGrpSpPr/>
          <p:nvPr/>
        </p:nvGrpSpPr>
        <p:grpSpPr>
          <a:xfrm>
            <a:off x="5081805" y="2468907"/>
            <a:ext cx="2800575" cy="2491725"/>
            <a:chOff x="5830694" y="1267368"/>
            <a:chExt cx="530292" cy="553041"/>
          </a:xfrm>
        </p:grpSpPr>
        <p:sp>
          <p:nvSpPr>
            <p:cNvPr id="1366" name="Google Shape;1366;p7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330700" lIns="330700" spcFirstLastPara="1" rIns="330700" wrap="square" tIns="330700">
              <a:noAutofit/>
            </a:bodyPr>
            <a:lstStyle/>
            <a:p>
              <a:pPr indent="0" lvl="0" marL="0" marR="0" rtl="0" algn="l">
                <a:lnSpc>
                  <a:spcPct val="100000"/>
                </a:lnSpc>
                <a:spcBef>
                  <a:spcPts val="0"/>
                </a:spcBef>
                <a:spcAft>
                  <a:spcPts val="0"/>
                </a:spcAft>
                <a:buClr>
                  <a:srgbClr val="000000"/>
                </a:buClr>
                <a:buSzPts val="5064"/>
                <a:buFont typeface="Arial"/>
                <a:buNone/>
              </a:pPr>
              <a:r>
                <a:t/>
              </a:r>
              <a:endParaRPr b="0" i="0" sz="5063" u="none" cap="none" strike="noStrike">
                <a:solidFill>
                  <a:srgbClr val="000000"/>
                </a:solidFill>
                <a:latin typeface="Arial"/>
                <a:ea typeface="Arial"/>
                <a:cs typeface="Arial"/>
                <a:sym typeface="Arial"/>
              </a:endParaRPr>
            </a:p>
          </p:txBody>
        </p:sp>
        <p:grpSp>
          <p:nvGrpSpPr>
            <p:cNvPr id="1367" name="Google Shape;1367;p78"/>
            <p:cNvGrpSpPr/>
            <p:nvPr/>
          </p:nvGrpSpPr>
          <p:grpSpPr>
            <a:xfrm>
              <a:off x="5830694" y="1267368"/>
              <a:ext cx="259692" cy="269907"/>
              <a:chOff x="5830694" y="1267368"/>
              <a:chExt cx="259692" cy="269907"/>
            </a:xfrm>
          </p:grpSpPr>
          <p:sp>
            <p:nvSpPr>
              <p:cNvPr id="1368" name="Google Shape;1368;p78"/>
              <p:cNvSpPr/>
              <p:nvPr/>
            </p:nvSpPr>
            <p:spPr>
              <a:xfrm>
                <a:off x="5830694" y="1304895"/>
                <a:ext cx="259692"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chemeClr val="lt2"/>
              </a:solidFill>
              <a:ln>
                <a:noFill/>
              </a:ln>
            </p:spPr>
            <p:txBody>
              <a:bodyPr anchorCtr="0" anchor="ctr" bIns="330700" lIns="330700" spcFirstLastPara="1" rIns="330700" wrap="square" tIns="330700">
                <a:noAutofit/>
              </a:bodyPr>
              <a:lstStyle/>
              <a:p>
                <a:pPr indent="0" lvl="0" marL="0" marR="0" rtl="0" algn="l">
                  <a:lnSpc>
                    <a:spcPct val="100000"/>
                  </a:lnSpc>
                  <a:spcBef>
                    <a:spcPts val="0"/>
                  </a:spcBef>
                  <a:spcAft>
                    <a:spcPts val="0"/>
                  </a:spcAft>
                  <a:buClr>
                    <a:srgbClr val="000000"/>
                  </a:buClr>
                  <a:buSzPts val="5064"/>
                  <a:buFont typeface="Arial"/>
                  <a:buNone/>
                </a:pPr>
                <a:r>
                  <a:rPr b="1" lang="en-GB" sz="1179">
                    <a:latin typeface="Open Sans"/>
                    <a:ea typeface="Open Sans"/>
                    <a:cs typeface="Open Sans"/>
                    <a:sym typeface="Open Sans"/>
                  </a:rPr>
                  <a:t>Bagging</a:t>
                </a:r>
                <a:endParaRPr b="1" i="0" sz="1179" u="none" cap="none" strike="noStrike">
                  <a:solidFill>
                    <a:srgbClr val="000000"/>
                  </a:solidFill>
                  <a:latin typeface="Open Sans"/>
                  <a:ea typeface="Open Sans"/>
                  <a:cs typeface="Open Sans"/>
                  <a:sym typeface="Open Sans"/>
                </a:endParaRPr>
              </a:p>
            </p:txBody>
          </p:sp>
          <p:sp>
            <p:nvSpPr>
              <p:cNvPr id="1369" name="Google Shape;1369;p7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330700" lIns="330700" spcFirstLastPara="1" rIns="330700" wrap="square" tIns="330700">
                <a:noAutofit/>
              </a:bodyPr>
              <a:lstStyle/>
              <a:p>
                <a:pPr indent="0" lvl="0" marL="0" marR="0" rtl="0" algn="l">
                  <a:lnSpc>
                    <a:spcPct val="100000"/>
                  </a:lnSpc>
                  <a:spcBef>
                    <a:spcPts val="0"/>
                  </a:spcBef>
                  <a:spcAft>
                    <a:spcPts val="0"/>
                  </a:spcAft>
                  <a:buClr>
                    <a:srgbClr val="000000"/>
                  </a:buClr>
                  <a:buSzPts val="5064"/>
                  <a:buFont typeface="Arial"/>
                  <a:buNone/>
                </a:pPr>
                <a:r>
                  <a:t/>
                </a:r>
                <a:endParaRPr b="0" i="0" sz="5063" u="none" cap="none" strike="noStrike">
                  <a:solidFill>
                    <a:srgbClr val="000000"/>
                  </a:solidFill>
                  <a:latin typeface="Arial"/>
                  <a:ea typeface="Arial"/>
                  <a:cs typeface="Arial"/>
                  <a:sym typeface="Arial"/>
                </a:endParaRPr>
              </a:p>
            </p:txBody>
          </p:sp>
        </p:grpSp>
        <p:grpSp>
          <p:nvGrpSpPr>
            <p:cNvPr id="1370" name="Google Shape;1370;p78"/>
            <p:cNvGrpSpPr/>
            <p:nvPr/>
          </p:nvGrpSpPr>
          <p:grpSpPr>
            <a:xfrm>
              <a:off x="6101293" y="1267368"/>
              <a:ext cx="259692" cy="269909"/>
              <a:chOff x="6101293" y="1267368"/>
              <a:chExt cx="259692" cy="269909"/>
            </a:xfrm>
          </p:grpSpPr>
          <p:sp>
            <p:nvSpPr>
              <p:cNvPr id="1371" name="Google Shape;1371;p7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chemeClr val="dk2"/>
              </a:solidFill>
              <a:ln>
                <a:noFill/>
              </a:ln>
            </p:spPr>
            <p:txBody>
              <a:bodyPr anchorCtr="0" anchor="ctr" bIns="330700" lIns="330700" spcFirstLastPara="1" rIns="330700" wrap="square" tIns="330700">
                <a:noAutofit/>
              </a:bodyPr>
              <a:lstStyle/>
              <a:p>
                <a:pPr indent="0" lvl="0" marL="0" marR="0" rtl="0" algn="l">
                  <a:lnSpc>
                    <a:spcPct val="100000"/>
                  </a:lnSpc>
                  <a:spcBef>
                    <a:spcPts val="0"/>
                  </a:spcBef>
                  <a:spcAft>
                    <a:spcPts val="0"/>
                  </a:spcAft>
                  <a:buClr>
                    <a:srgbClr val="000000"/>
                  </a:buClr>
                  <a:buSzPts val="5064"/>
                  <a:buFont typeface="Arial"/>
                  <a:buNone/>
                </a:pPr>
                <a:r>
                  <a:rPr b="1" lang="en-GB" sz="1100">
                    <a:latin typeface="Open Sans"/>
                    <a:ea typeface="Open Sans"/>
                    <a:cs typeface="Open Sans"/>
                    <a:sym typeface="Open Sans"/>
                  </a:rPr>
                  <a:t>Boosting</a:t>
                </a:r>
                <a:endParaRPr b="1" i="0" sz="1100" u="none" cap="none" strike="noStrike">
                  <a:solidFill>
                    <a:srgbClr val="000000"/>
                  </a:solidFill>
                  <a:latin typeface="Open Sans"/>
                  <a:ea typeface="Open Sans"/>
                  <a:cs typeface="Open Sans"/>
                  <a:sym typeface="Open Sans"/>
                </a:endParaRPr>
              </a:p>
            </p:txBody>
          </p:sp>
          <p:sp>
            <p:nvSpPr>
              <p:cNvPr id="1372" name="Google Shape;1372;p7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330700" lIns="330700" spcFirstLastPara="1" rIns="330700" wrap="square" tIns="330700">
                <a:noAutofit/>
              </a:bodyPr>
              <a:lstStyle/>
              <a:p>
                <a:pPr indent="0" lvl="0" marL="0" marR="0" rtl="0" algn="l">
                  <a:lnSpc>
                    <a:spcPct val="100000"/>
                  </a:lnSpc>
                  <a:spcBef>
                    <a:spcPts val="0"/>
                  </a:spcBef>
                  <a:spcAft>
                    <a:spcPts val="0"/>
                  </a:spcAft>
                  <a:buClr>
                    <a:srgbClr val="000000"/>
                  </a:buClr>
                  <a:buSzPts val="5064"/>
                  <a:buFont typeface="Arial"/>
                  <a:buNone/>
                </a:pPr>
                <a:r>
                  <a:t/>
                </a:r>
                <a:endParaRPr b="0" i="0" sz="5063" u="none" cap="none" strike="noStrike">
                  <a:solidFill>
                    <a:srgbClr val="000000"/>
                  </a:solidFill>
                  <a:latin typeface="Arial"/>
                  <a:ea typeface="Arial"/>
                  <a:cs typeface="Arial"/>
                  <a:sym typeface="Arial"/>
                </a:endParaRPr>
              </a:p>
            </p:txBody>
          </p:sp>
        </p:grpSp>
        <p:grpSp>
          <p:nvGrpSpPr>
            <p:cNvPr id="1373" name="Google Shape;1373;p78"/>
            <p:cNvGrpSpPr/>
            <p:nvPr/>
          </p:nvGrpSpPr>
          <p:grpSpPr>
            <a:xfrm>
              <a:off x="6101293" y="1550500"/>
              <a:ext cx="259692" cy="269909"/>
              <a:chOff x="6101293" y="1550500"/>
              <a:chExt cx="259692" cy="269909"/>
            </a:xfrm>
          </p:grpSpPr>
          <p:sp>
            <p:nvSpPr>
              <p:cNvPr id="1374" name="Google Shape;1374;p7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chemeClr val="accent2"/>
              </a:solidFill>
              <a:ln>
                <a:noFill/>
              </a:ln>
            </p:spPr>
            <p:txBody>
              <a:bodyPr anchorCtr="0" anchor="ctr" bIns="330700" lIns="330700" spcFirstLastPara="1" rIns="330700" wrap="square" tIns="330700">
                <a:noAutofit/>
              </a:bodyPr>
              <a:lstStyle/>
              <a:p>
                <a:pPr indent="0" lvl="0" marL="0" marR="0" rtl="0" algn="l">
                  <a:lnSpc>
                    <a:spcPct val="100000"/>
                  </a:lnSpc>
                  <a:spcBef>
                    <a:spcPts val="0"/>
                  </a:spcBef>
                  <a:spcAft>
                    <a:spcPts val="0"/>
                  </a:spcAft>
                  <a:buClr>
                    <a:srgbClr val="000000"/>
                  </a:buClr>
                  <a:buSzPts val="5064"/>
                  <a:buFont typeface="Arial"/>
                  <a:buNone/>
                </a:pPr>
                <a:r>
                  <a:rPr b="1" lang="en-GB" sz="1100">
                    <a:latin typeface="Open Sans"/>
                    <a:ea typeface="Open Sans"/>
                    <a:cs typeface="Open Sans"/>
                    <a:sym typeface="Open Sans"/>
                  </a:rPr>
                  <a:t>  Voting</a:t>
                </a:r>
                <a:endParaRPr b="1" i="0" sz="1100" u="none" cap="none" strike="noStrike">
                  <a:solidFill>
                    <a:srgbClr val="000000"/>
                  </a:solidFill>
                  <a:latin typeface="Open Sans"/>
                  <a:ea typeface="Open Sans"/>
                  <a:cs typeface="Open Sans"/>
                  <a:sym typeface="Open Sans"/>
                </a:endParaRPr>
              </a:p>
            </p:txBody>
          </p:sp>
          <p:sp>
            <p:nvSpPr>
              <p:cNvPr id="1375" name="Google Shape;1375;p7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330700" lIns="330700" spcFirstLastPara="1" rIns="330700" wrap="square" tIns="330700">
                <a:noAutofit/>
              </a:bodyPr>
              <a:lstStyle/>
              <a:p>
                <a:pPr indent="0" lvl="0" marL="0" marR="0" rtl="0" algn="l">
                  <a:lnSpc>
                    <a:spcPct val="100000"/>
                  </a:lnSpc>
                  <a:spcBef>
                    <a:spcPts val="0"/>
                  </a:spcBef>
                  <a:spcAft>
                    <a:spcPts val="0"/>
                  </a:spcAft>
                  <a:buClr>
                    <a:srgbClr val="000000"/>
                  </a:buClr>
                  <a:buSzPts val="5064"/>
                  <a:buFont typeface="Arial"/>
                  <a:buNone/>
                </a:pPr>
                <a:r>
                  <a:t/>
                </a:r>
                <a:endParaRPr b="0" i="0" sz="5063" u="none" cap="none" strike="noStrike">
                  <a:solidFill>
                    <a:srgbClr val="000000"/>
                  </a:solidFill>
                  <a:latin typeface="Arial"/>
                  <a:ea typeface="Arial"/>
                  <a:cs typeface="Arial"/>
                  <a:sym typeface="Arial"/>
                </a:endParaRPr>
              </a:p>
            </p:txBody>
          </p:sp>
        </p:grpSp>
      </p:grpSp>
      <p:grpSp>
        <p:nvGrpSpPr>
          <p:cNvPr id="1376" name="Google Shape;1376;p78"/>
          <p:cNvGrpSpPr/>
          <p:nvPr/>
        </p:nvGrpSpPr>
        <p:grpSpPr>
          <a:xfrm>
            <a:off x="5185346" y="3737362"/>
            <a:ext cx="1390870" cy="1366097"/>
            <a:chOff x="-20199150" y="3317850"/>
            <a:chExt cx="309550" cy="304050"/>
          </a:xfrm>
        </p:grpSpPr>
        <p:sp>
          <p:nvSpPr>
            <p:cNvPr id="1377" name="Google Shape;1377;p78"/>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277975" lIns="277975" spcFirstLastPara="1" rIns="277975" wrap="square" tIns="277975">
              <a:noAutofit/>
            </a:bodyPr>
            <a:lstStyle/>
            <a:p>
              <a:pPr indent="0" lvl="0" marL="0" marR="0" rtl="0" algn="l">
                <a:lnSpc>
                  <a:spcPct val="100000"/>
                </a:lnSpc>
                <a:spcBef>
                  <a:spcPts val="0"/>
                </a:spcBef>
                <a:spcAft>
                  <a:spcPts val="0"/>
                </a:spcAft>
                <a:buClr>
                  <a:srgbClr val="000000"/>
                </a:buClr>
                <a:buSzPts val="4257"/>
                <a:buFont typeface="Arial"/>
                <a:buNone/>
              </a:pPr>
              <a:r>
                <a:t/>
              </a:r>
              <a:endParaRPr b="0" i="0" sz="4256" u="none" cap="none" strike="noStrike">
                <a:solidFill>
                  <a:srgbClr val="000000"/>
                </a:solidFill>
                <a:latin typeface="Arial"/>
                <a:ea typeface="Arial"/>
                <a:cs typeface="Arial"/>
                <a:sym typeface="Arial"/>
              </a:endParaRPr>
            </a:p>
          </p:txBody>
        </p:sp>
        <p:sp>
          <p:nvSpPr>
            <p:cNvPr id="1378" name="Google Shape;1378;p78"/>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277975" lIns="277975" spcFirstLastPara="1" rIns="277975" wrap="square" tIns="277975">
              <a:noAutofit/>
            </a:bodyPr>
            <a:lstStyle/>
            <a:p>
              <a:pPr indent="0" lvl="0" marL="0" marR="0" rtl="0" algn="l">
                <a:lnSpc>
                  <a:spcPct val="100000"/>
                </a:lnSpc>
                <a:spcBef>
                  <a:spcPts val="0"/>
                </a:spcBef>
                <a:spcAft>
                  <a:spcPts val="0"/>
                </a:spcAft>
                <a:buClr>
                  <a:srgbClr val="000000"/>
                </a:buClr>
                <a:buSzPts val="4257"/>
                <a:buFont typeface="Arial"/>
                <a:buNone/>
              </a:pPr>
              <a:r>
                <a:t/>
              </a:r>
              <a:endParaRPr b="0" i="0" sz="4256" u="none" cap="none" strike="noStrike">
                <a:solidFill>
                  <a:srgbClr val="000000"/>
                </a:solidFill>
                <a:latin typeface="Arial"/>
                <a:ea typeface="Arial"/>
                <a:cs typeface="Arial"/>
                <a:sym typeface="Arial"/>
              </a:endParaRPr>
            </a:p>
          </p:txBody>
        </p:sp>
        <p:sp>
          <p:nvSpPr>
            <p:cNvPr id="1379" name="Google Shape;1379;p78"/>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277975" lIns="277975" spcFirstLastPara="1" rIns="277975" wrap="square" tIns="277975">
              <a:noAutofit/>
            </a:bodyPr>
            <a:lstStyle/>
            <a:p>
              <a:pPr indent="0" lvl="0" marL="0" marR="0" rtl="0" algn="l">
                <a:lnSpc>
                  <a:spcPct val="100000"/>
                </a:lnSpc>
                <a:spcBef>
                  <a:spcPts val="0"/>
                </a:spcBef>
                <a:spcAft>
                  <a:spcPts val="0"/>
                </a:spcAft>
                <a:buClr>
                  <a:srgbClr val="000000"/>
                </a:buClr>
                <a:buSzPts val="4257"/>
                <a:buFont typeface="Arial"/>
                <a:buNone/>
              </a:pPr>
              <a:r>
                <a:t/>
              </a:r>
              <a:endParaRPr b="0" i="0" sz="4256" u="none" cap="none" strike="noStrike">
                <a:solidFill>
                  <a:srgbClr val="000000"/>
                </a:solidFill>
                <a:latin typeface="Arial"/>
                <a:ea typeface="Arial"/>
                <a:cs typeface="Arial"/>
                <a:sym typeface="Arial"/>
              </a:endParaRPr>
            </a:p>
          </p:txBody>
        </p:sp>
        <p:sp>
          <p:nvSpPr>
            <p:cNvPr id="1380" name="Google Shape;1380;p78"/>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277975" lIns="277975" spcFirstLastPara="1" rIns="277975" wrap="square" tIns="277975">
              <a:noAutofit/>
            </a:bodyPr>
            <a:lstStyle/>
            <a:p>
              <a:pPr indent="0" lvl="0" marL="0" marR="0" rtl="0" algn="l">
                <a:lnSpc>
                  <a:spcPct val="100000"/>
                </a:lnSpc>
                <a:spcBef>
                  <a:spcPts val="0"/>
                </a:spcBef>
                <a:spcAft>
                  <a:spcPts val="0"/>
                </a:spcAft>
                <a:buClr>
                  <a:srgbClr val="000000"/>
                </a:buClr>
                <a:buSzPts val="4257"/>
                <a:buFont typeface="Arial"/>
                <a:buNone/>
              </a:pPr>
              <a:r>
                <a:t/>
              </a:r>
              <a:endParaRPr b="0" i="0" sz="4256" u="none" cap="none" strike="noStrike">
                <a:solidFill>
                  <a:srgbClr val="000000"/>
                </a:solidFill>
                <a:latin typeface="Arial"/>
                <a:ea typeface="Arial"/>
                <a:cs typeface="Arial"/>
                <a:sym typeface="Arial"/>
              </a:endParaRPr>
            </a:p>
          </p:txBody>
        </p:sp>
        <p:sp>
          <p:nvSpPr>
            <p:cNvPr id="1381" name="Google Shape;1381;p78"/>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277975" lIns="277975" spcFirstLastPara="1" rIns="277975" wrap="square" tIns="277975">
              <a:noAutofit/>
            </a:bodyPr>
            <a:lstStyle/>
            <a:p>
              <a:pPr indent="0" lvl="0" marL="0" marR="0" rtl="0" algn="l">
                <a:lnSpc>
                  <a:spcPct val="100000"/>
                </a:lnSpc>
                <a:spcBef>
                  <a:spcPts val="0"/>
                </a:spcBef>
                <a:spcAft>
                  <a:spcPts val="0"/>
                </a:spcAft>
                <a:buClr>
                  <a:srgbClr val="000000"/>
                </a:buClr>
                <a:buSzPts val="4257"/>
                <a:buFont typeface="Arial"/>
                <a:buNone/>
              </a:pPr>
              <a:r>
                <a:t/>
              </a:r>
              <a:endParaRPr b="0" i="0" sz="4256" u="none" cap="none" strike="noStrike">
                <a:solidFill>
                  <a:srgbClr val="000000"/>
                </a:solidFill>
                <a:latin typeface="Arial"/>
                <a:ea typeface="Arial"/>
                <a:cs typeface="Arial"/>
                <a:sym typeface="Arial"/>
              </a:endParaRPr>
            </a:p>
          </p:txBody>
        </p:sp>
        <p:sp>
          <p:nvSpPr>
            <p:cNvPr id="1382" name="Google Shape;1382;p78"/>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277975" lIns="277975" spcFirstLastPara="1" rIns="277975" wrap="square" tIns="277975">
              <a:noAutofit/>
            </a:bodyPr>
            <a:lstStyle/>
            <a:p>
              <a:pPr indent="0" lvl="0" marL="0" marR="0" rtl="0" algn="l">
                <a:lnSpc>
                  <a:spcPct val="100000"/>
                </a:lnSpc>
                <a:spcBef>
                  <a:spcPts val="0"/>
                </a:spcBef>
                <a:spcAft>
                  <a:spcPts val="0"/>
                </a:spcAft>
                <a:buClr>
                  <a:srgbClr val="000000"/>
                </a:buClr>
                <a:buSzPts val="4257"/>
                <a:buFont typeface="Arial"/>
                <a:buNone/>
              </a:pPr>
              <a:r>
                <a:t/>
              </a:r>
              <a:endParaRPr b="0" i="0" sz="4256" u="none" cap="none" strike="noStrike">
                <a:solidFill>
                  <a:srgbClr val="000000"/>
                </a:solidFill>
                <a:latin typeface="Arial"/>
                <a:ea typeface="Arial"/>
                <a:cs typeface="Arial"/>
                <a:sym typeface="Arial"/>
              </a:endParaRPr>
            </a:p>
          </p:txBody>
        </p:sp>
        <p:sp>
          <p:nvSpPr>
            <p:cNvPr id="1383" name="Google Shape;1383;p78"/>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277975" lIns="277975" spcFirstLastPara="1" rIns="277975" wrap="square" tIns="277975">
              <a:noAutofit/>
            </a:bodyPr>
            <a:lstStyle/>
            <a:p>
              <a:pPr indent="0" lvl="0" marL="0" marR="0" rtl="0" algn="l">
                <a:lnSpc>
                  <a:spcPct val="100000"/>
                </a:lnSpc>
                <a:spcBef>
                  <a:spcPts val="0"/>
                </a:spcBef>
                <a:spcAft>
                  <a:spcPts val="0"/>
                </a:spcAft>
                <a:buClr>
                  <a:srgbClr val="000000"/>
                </a:buClr>
                <a:buSzPts val="4257"/>
                <a:buFont typeface="Arial"/>
                <a:buNone/>
              </a:pPr>
              <a:r>
                <a:t/>
              </a:r>
              <a:endParaRPr b="0" i="0" sz="4256" u="none" cap="none" strike="noStrike">
                <a:solidFill>
                  <a:srgbClr val="000000"/>
                </a:solidFill>
                <a:latin typeface="Arial"/>
                <a:ea typeface="Arial"/>
                <a:cs typeface="Arial"/>
                <a:sym typeface="Aria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7" name="Shape 1387"/>
        <p:cNvGrpSpPr/>
        <p:nvPr/>
      </p:nvGrpSpPr>
      <p:grpSpPr>
        <a:xfrm>
          <a:off x="0" y="0"/>
          <a:ext cx="0" cy="0"/>
          <a:chOff x="0" y="0"/>
          <a:chExt cx="0" cy="0"/>
        </a:xfrm>
      </p:grpSpPr>
      <p:sp>
        <p:nvSpPr>
          <p:cNvPr id="1388" name="Google Shape;1388;p79"/>
          <p:cNvSpPr txBox="1"/>
          <p:nvPr/>
        </p:nvSpPr>
        <p:spPr>
          <a:xfrm>
            <a:off x="496475" y="695075"/>
            <a:ext cx="7427400" cy="3078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1800"/>
              </a:spcBef>
              <a:spcAft>
                <a:spcPts val="400"/>
              </a:spcAft>
              <a:buNone/>
            </a:pPr>
            <a:r>
              <a:t/>
            </a:r>
            <a:endParaRPr sz="800"/>
          </a:p>
        </p:txBody>
      </p:sp>
      <p:sp>
        <p:nvSpPr>
          <p:cNvPr id="1389" name="Google Shape;1389;p79"/>
          <p:cNvSpPr txBox="1"/>
          <p:nvPr/>
        </p:nvSpPr>
        <p:spPr>
          <a:xfrm>
            <a:off x="1558925" y="367375"/>
            <a:ext cx="5719500" cy="554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GB" sz="1200">
                <a:solidFill>
                  <a:schemeClr val="dk1"/>
                </a:solidFill>
                <a:latin typeface="Open Sans"/>
                <a:ea typeface="Open Sans"/>
                <a:cs typeface="Open Sans"/>
                <a:sym typeface="Open Sans"/>
              </a:rPr>
              <a:t>               </a:t>
            </a:r>
            <a:r>
              <a:rPr lang="en-GB" sz="2400">
                <a:solidFill>
                  <a:schemeClr val="dk1"/>
                </a:solidFill>
                <a:latin typeface="Open Sans"/>
                <a:ea typeface="Open Sans"/>
                <a:cs typeface="Open Sans"/>
                <a:sym typeface="Open Sans"/>
              </a:rPr>
              <a:t>    </a:t>
            </a:r>
            <a:r>
              <a:rPr b="1" lang="en-GB" sz="2400">
                <a:solidFill>
                  <a:schemeClr val="dk1"/>
                </a:solidFill>
                <a:latin typeface="Open Sans"/>
                <a:ea typeface="Open Sans"/>
                <a:cs typeface="Open Sans"/>
                <a:sym typeface="Open Sans"/>
              </a:rPr>
              <a:t>Model Evaluation Metrics</a:t>
            </a:r>
            <a:endParaRPr b="1" sz="2400">
              <a:solidFill>
                <a:schemeClr val="dk1"/>
              </a:solidFill>
              <a:latin typeface="Open Sans"/>
              <a:ea typeface="Open Sans"/>
              <a:cs typeface="Open Sans"/>
              <a:sym typeface="Open Sans"/>
            </a:endParaRPr>
          </a:p>
        </p:txBody>
      </p:sp>
      <p:sp>
        <p:nvSpPr>
          <p:cNvPr id="1390" name="Google Shape;1390;p79"/>
          <p:cNvSpPr txBox="1"/>
          <p:nvPr/>
        </p:nvSpPr>
        <p:spPr>
          <a:xfrm>
            <a:off x="2512175" y="2075275"/>
            <a:ext cx="5719500" cy="369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p:txBody>
      </p:sp>
      <p:sp>
        <p:nvSpPr>
          <p:cNvPr id="1391" name="Google Shape;1391;p79"/>
          <p:cNvSpPr txBox="1"/>
          <p:nvPr/>
        </p:nvSpPr>
        <p:spPr>
          <a:xfrm>
            <a:off x="2943725" y="1647850"/>
            <a:ext cx="4607700" cy="369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p:txBody>
      </p:sp>
      <p:grpSp>
        <p:nvGrpSpPr>
          <p:cNvPr id="1392" name="Google Shape;1392;p79"/>
          <p:cNvGrpSpPr/>
          <p:nvPr/>
        </p:nvGrpSpPr>
        <p:grpSpPr>
          <a:xfrm>
            <a:off x="2785650" y="921472"/>
            <a:ext cx="3691380" cy="3849385"/>
            <a:chOff x="5830645" y="1267368"/>
            <a:chExt cx="530340" cy="553041"/>
          </a:xfrm>
        </p:grpSpPr>
        <p:sp>
          <p:nvSpPr>
            <p:cNvPr id="1393" name="Google Shape;1393;p7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510875" lIns="510875" spcFirstLastPara="1" rIns="510875" wrap="square" tIns="510875">
              <a:noAutofit/>
            </a:bodyPr>
            <a:lstStyle/>
            <a:p>
              <a:pPr indent="0" lvl="0" marL="0" marR="0" rtl="0" algn="l">
                <a:lnSpc>
                  <a:spcPct val="100000"/>
                </a:lnSpc>
                <a:spcBef>
                  <a:spcPts val="0"/>
                </a:spcBef>
                <a:spcAft>
                  <a:spcPts val="0"/>
                </a:spcAft>
                <a:buClr>
                  <a:srgbClr val="000000"/>
                </a:buClr>
                <a:buSzPts val="7823"/>
                <a:buFont typeface="Arial"/>
                <a:buNone/>
              </a:pPr>
              <a:r>
                <a:t/>
              </a:r>
              <a:endParaRPr b="0" i="0" sz="7823" u="none" cap="none" strike="noStrike">
                <a:solidFill>
                  <a:srgbClr val="000000"/>
                </a:solidFill>
                <a:latin typeface="Arial"/>
                <a:ea typeface="Arial"/>
                <a:cs typeface="Arial"/>
                <a:sym typeface="Arial"/>
              </a:endParaRPr>
            </a:p>
          </p:txBody>
        </p:sp>
        <p:grpSp>
          <p:nvGrpSpPr>
            <p:cNvPr id="1394" name="Google Shape;1394;p79"/>
            <p:cNvGrpSpPr/>
            <p:nvPr/>
          </p:nvGrpSpPr>
          <p:grpSpPr>
            <a:xfrm>
              <a:off x="5830645" y="1267368"/>
              <a:ext cx="259743" cy="269909"/>
              <a:chOff x="5830645" y="1267368"/>
              <a:chExt cx="259743" cy="269909"/>
            </a:xfrm>
          </p:grpSpPr>
          <p:sp>
            <p:nvSpPr>
              <p:cNvPr id="1395" name="Google Shape;1395;p7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chemeClr val="dk2"/>
              </a:solidFill>
              <a:ln>
                <a:noFill/>
              </a:ln>
            </p:spPr>
            <p:txBody>
              <a:bodyPr anchorCtr="0" anchor="ctr" bIns="510875" lIns="510875" spcFirstLastPara="1" rIns="510875" wrap="square" tIns="510875">
                <a:noAutofit/>
              </a:bodyPr>
              <a:lstStyle/>
              <a:p>
                <a:pPr indent="0" lvl="0" marL="0" rtl="0" algn="l">
                  <a:spcBef>
                    <a:spcPts val="0"/>
                  </a:spcBef>
                  <a:spcAft>
                    <a:spcPts val="0"/>
                  </a:spcAft>
                  <a:buNone/>
                </a:pPr>
                <a:r>
                  <a:rPr lang="en-GB" sz="1300">
                    <a:latin typeface="Open Sans ExtraBold"/>
                    <a:ea typeface="Open Sans ExtraBold"/>
                    <a:cs typeface="Open Sans ExtraBold"/>
                    <a:sym typeface="Open Sans ExtraBold"/>
                  </a:rPr>
                  <a:t>Precision</a:t>
                </a:r>
                <a:endParaRPr sz="1300">
                  <a:latin typeface="Open Sans ExtraBold"/>
                  <a:ea typeface="Open Sans ExtraBold"/>
                  <a:cs typeface="Open Sans ExtraBold"/>
                  <a:sym typeface="Open Sans ExtraBold"/>
                </a:endParaRPr>
              </a:p>
              <a:p>
                <a:pPr indent="0" lvl="0" marL="0" marR="0" rtl="0" algn="l">
                  <a:lnSpc>
                    <a:spcPct val="100000"/>
                  </a:lnSpc>
                  <a:spcBef>
                    <a:spcPts val="0"/>
                  </a:spcBef>
                  <a:spcAft>
                    <a:spcPts val="0"/>
                  </a:spcAft>
                  <a:buClr>
                    <a:srgbClr val="000000"/>
                  </a:buClr>
                  <a:buSzPts val="7823"/>
                  <a:buFont typeface="Arial"/>
                  <a:buNone/>
                </a:pPr>
                <a:r>
                  <a:t/>
                </a:r>
                <a:endParaRPr sz="1100"/>
              </a:p>
            </p:txBody>
          </p:sp>
          <p:sp>
            <p:nvSpPr>
              <p:cNvPr id="1396" name="Google Shape;1396;p7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510875" lIns="510875" spcFirstLastPara="1" rIns="510875" wrap="square" tIns="510875">
                <a:noAutofit/>
              </a:bodyPr>
              <a:lstStyle/>
              <a:p>
                <a:pPr indent="0" lvl="0" marL="0" marR="0" rtl="0" algn="l">
                  <a:lnSpc>
                    <a:spcPct val="100000"/>
                  </a:lnSpc>
                  <a:spcBef>
                    <a:spcPts val="0"/>
                  </a:spcBef>
                  <a:spcAft>
                    <a:spcPts val="0"/>
                  </a:spcAft>
                  <a:buClr>
                    <a:srgbClr val="000000"/>
                  </a:buClr>
                  <a:buSzPts val="7823"/>
                  <a:buFont typeface="Arial"/>
                  <a:buNone/>
                </a:pPr>
                <a:r>
                  <a:t/>
                </a:r>
                <a:endParaRPr b="0" i="0" sz="7823" u="none" cap="none" strike="noStrike">
                  <a:solidFill>
                    <a:srgbClr val="000000"/>
                  </a:solidFill>
                  <a:latin typeface="Arial"/>
                  <a:ea typeface="Arial"/>
                  <a:cs typeface="Arial"/>
                  <a:sym typeface="Arial"/>
                </a:endParaRPr>
              </a:p>
            </p:txBody>
          </p:sp>
        </p:grpSp>
        <p:grpSp>
          <p:nvGrpSpPr>
            <p:cNvPr id="1397" name="Google Shape;1397;p79"/>
            <p:cNvGrpSpPr/>
            <p:nvPr/>
          </p:nvGrpSpPr>
          <p:grpSpPr>
            <a:xfrm>
              <a:off x="6101293" y="1267368"/>
              <a:ext cx="259692" cy="269909"/>
              <a:chOff x="6101293" y="1267368"/>
              <a:chExt cx="259692" cy="269909"/>
            </a:xfrm>
          </p:grpSpPr>
          <p:sp>
            <p:nvSpPr>
              <p:cNvPr id="1398" name="Google Shape;1398;p7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chemeClr val="accent2"/>
              </a:solidFill>
              <a:ln>
                <a:noFill/>
              </a:ln>
            </p:spPr>
            <p:txBody>
              <a:bodyPr anchorCtr="0" anchor="ctr" bIns="510875" lIns="510875" spcFirstLastPara="1" rIns="510875" wrap="square" tIns="510875">
                <a:noAutofit/>
              </a:bodyPr>
              <a:lstStyle/>
              <a:p>
                <a:pPr indent="0" lvl="0" marL="0" marR="0" rtl="0" algn="l">
                  <a:lnSpc>
                    <a:spcPct val="100000"/>
                  </a:lnSpc>
                  <a:spcBef>
                    <a:spcPts val="0"/>
                  </a:spcBef>
                  <a:spcAft>
                    <a:spcPts val="0"/>
                  </a:spcAft>
                  <a:buClr>
                    <a:srgbClr val="000000"/>
                  </a:buClr>
                  <a:buSzPts val="7823"/>
                  <a:buFont typeface="Arial"/>
                  <a:buNone/>
                </a:pPr>
                <a:r>
                  <a:rPr lang="en-GB" sz="1300">
                    <a:latin typeface="Open Sans ExtraBold"/>
                    <a:ea typeface="Open Sans ExtraBold"/>
                    <a:cs typeface="Open Sans ExtraBold"/>
                    <a:sym typeface="Open Sans ExtraBold"/>
                  </a:rPr>
                  <a:t>   Recall </a:t>
                </a:r>
                <a:endParaRPr i="0" sz="1300" u="none" cap="none" strike="noStrike">
                  <a:solidFill>
                    <a:srgbClr val="000000"/>
                  </a:solidFill>
                  <a:latin typeface="Open Sans ExtraBold"/>
                  <a:ea typeface="Open Sans ExtraBold"/>
                  <a:cs typeface="Open Sans ExtraBold"/>
                  <a:sym typeface="Open Sans ExtraBold"/>
                </a:endParaRPr>
              </a:p>
            </p:txBody>
          </p:sp>
          <p:sp>
            <p:nvSpPr>
              <p:cNvPr id="1399" name="Google Shape;1399;p7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510875" lIns="510875" spcFirstLastPara="1" rIns="510875" wrap="square" tIns="510875">
                <a:noAutofit/>
              </a:bodyPr>
              <a:lstStyle/>
              <a:p>
                <a:pPr indent="0" lvl="0" marL="0" marR="0" rtl="0" algn="l">
                  <a:lnSpc>
                    <a:spcPct val="100000"/>
                  </a:lnSpc>
                  <a:spcBef>
                    <a:spcPts val="0"/>
                  </a:spcBef>
                  <a:spcAft>
                    <a:spcPts val="0"/>
                  </a:spcAft>
                  <a:buClr>
                    <a:srgbClr val="000000"/>
                  </a:buClr>
                  <a:buSzPts val="7823"/>
                  <a:buFont typeface="Arial"/>
                  <a:buNone/>
                </a:pPr>
                <a:r>
                  <a:t/>
                </a:r>
                <a:endParaRPr b="0" i="0" sz="7823" u="none" cap="none" strike="noStrike">
                  <a:solidFill>
                    <a:srgbClr val="000000"/>
                  </a:solidFill>
                  <a:latin typeface="Arial"/>
                  <a:ea typeface="Arial"/>
                  <a:cs typeface="Arial"/>
                  <a:sym typeface="Arial"/>
                </a:endParaRPr>
              </a:p>
            </p:txBody>
          </p:sp>
        </p:grpSp>
        <p:grpSp>
          <p:nvGrpSpPr>
            <p:cNvPr id="1400" name="Google Shape;1400;p79"/>
            <p:cNvGrpSpPr/>
            <p:nvPr/>
          </p:nvGrpSpPr>
          <p:grpSpPr>
            <a:xfrm>
              <a:off x="5830645" y="1550500"/>
              <a:ext cx="259692" cy="269909"/>
              <a:chOff x="5830645" y="1550500"/>
              <a:chExt cx="259692" cy="269909"/>
            </a:xfrm>
          </p:grpSpPr>
          <p:sp>
            <p:nvSpPr>
              <p:cNvPr id="1401" name="Google Shape;1401;p7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chemeClr val="lt2"/>
              </a:solidFill>
              <a:ln>
                <a:noFill/>
              </a:ln>
            </p:spPr>
            <p:txBody>
              <a:bodyPr anchorCtr="0" anchor="ctr" bIns="510875" lIns="510875" spcFirstLastPara="1" rIns="510875" wrap="square" tIns="510875">
                <a:noAutofit/>
              </a:bodyPr>
              <a:lstStyle/>
              <a:p>
                <a:pPr indent="0" lvl="0" marL="0" marR="0" rtl="0" algn="l">
                  <a:lnSpc>
                    <a:spcPct val="100000"/>
                  </a:lnSpc>
                  <a:spcBef>
                    <a:spcPts val="0"/>
                  </a:spcBef>
                  <a:spcAft>
                    <a:spcPts val="0"/>
                  </a:spcAft>
                  <a:buClr>
                    <a:srgbClr val="000000"/>
                  </a:buClr>
                  <a:buSzPts val="7823"/>
                  <a:buFont typeface="Arial"/>
                  <a:buNone/>
                </a:pPr>
                <a:r>
                  <a:rPr lang="en-GB" sz="1323">
                    <a:latin typeface="Open Sans ExtraBold"/>
                    <a:ea typeface="Open Sans ExtraBold"/>
                    <a:cs typeface="Open Sans ExtraBold"/>
                    <a:sym typeface="Open Sans ExtraBold"/>
                  </a:rPr>
                  <a:t>F1-Score</a:t>
                </a:r>
                <a:endParaRPr i="0" sz="1323" u="none" cap="none" strike="noStrike">
                  <a:solidFill>
                    <a:srgbClr val="000000"/>
                  </a:solidFill>
                  <a:latin typeface="Open Sans ExtraBold"/>
                  <a:ea typeface="Open Sans ExtraBold"/>
                  <a:cs typeface="Open Sans ExtraBold"/>
                  <a:sym typeface="Open Sans ExtraBold"/>
                </a:endParaRPr>
              </a:p>
            </p:txBody>
          </p:sp>
          <p:sp>
            <p:nvSpPr>
              <p:cNvPr id="1402" name="Google Shape;1402;p7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510875" lIns="510875" spcFirstLastPara="1" rIns="510875" wrap="square" tIns="510875">
                <a:noAutofit/>
              </a:bodyPr>
              <a:lstStyle/>
              <a:p>
                <a:pPr indent="0" lvl="0" marL="0" marR="0" rtl="0" algn="l">
                  <a:lnSpc>
                    <a:spcPct val="100000"/>
                  </a:lnSpc>
                  <a:spcBef>
                    <a:spcPts val="0"/>
                  </a:spcBef>
                  <a:spcAft>
                    <a:spcPts val="0"/>
                  </a:spcAft>
                  <a:buClr>
                    <a:srgbClr val="000000"/>
                  </a:buClr>
                  <a:buSzPts val="7823"/>
                  <a:buFont typeface="Arial"/>
                  <a:buNone/>
                </a:pPr>
                <a:r>
                  <a:t/>
                </a:r>
                <a:endParaRPr b="0" i="0" sz="7823" u="none" cap="none" strike="noStrike">
                  <a:solidFill>
                    <a:srgbClr val="000000"/>
                  </a:solidFill>
                  <a:latin typeface="Arial"/>
                  <a:ea typeface="Arial"/>
                  <a:cs typeface="Arial"/>
                  <a:sym typeface="Arial"/>
                </a:endParaRPr>
              </a:p>
            </p:txBody>
          </p:sp>
        </p:grpSp>
        <p:grpSp>
          <p:nvGrpSpPr>
            <p:cNvPr id="1403" name="Google Shape;1403;p79"/>
            <p:cNvGrpSpPr/>
            <p:nvPr/>
          </p:nvGrpSpPr>
          <p:grpSpPr>
            <a:xfrm>
              <a:off x="6101293" y="1550500"/>
              <a:ext cx="259692" cy="269909"/>
              <a:chOff x="6101293" y="1550500"/>
              <a:chExt cx="259692" cy="269909"/>
            </a:xfrm>
          </p:grpSpPr>
          <p:sp>
            <p:nvSpPr>
              <p:cNvPr id="1404" name="Google Shape;1404;p7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chemeClr val="accent3"/>
              </a:solidFill>
              <a:ln>
                <a:noFill/>
              </a:ln>
            </p:spPr>
            <p:txBody>
              <a:bodyPr anchorCtr="0" anchor="ctr" bIns="510875" lIns="510875" spcFirstLastPara="1" rIns="510875" wrap="square" tIns="510875">
                <a:noAutofit/>
              </a:bodyPr>
              <a:lstStyle/>
              <a:p>
                <a:pPr indent="0" lvl="0" marL="0" marR="0" rtl="0" algn="l">
                  <a:lnSpc>
                    <a:spcPct val="100000"/>
                  </a:lnSpc>
                  <a:spcBef>
                    <a:spcPts val="0"/>
                  </a:spcBef>
                  <a:spcAft>
                    <a:spcPts val="0"/>
                  </a:spcAft>
                  <a:buClr>
                    <a:srgbClr val="000000"/>
                  </a:buClr>
                  <a:buSzPts val="7823"/>
                  <a:buFont typeface="Arial"/>
                  <a:buNone/>
                </a:pPr>
                <a:r>
                  <a:rPr lang="en-GB" sz="1123"/>
                  <a:t>      </a:t>
                </a:r>
                <a:r>
                  <a:rPr lang="en-GB" sz="1323">
                    <a:latin typeface="Open Sans ExtraBold"/>
                    <a:ea typeface="Open Sans ExtraBold"/>
                    <a:cs typeface="Open Sans ExtraBold"/>
                    <a:sym typeface="Open Sans ExtraBold"/>
                  </a:rPr>
                  <a:t>AUC</a:t>
                </a:r>
                <a:endParaRPr i="0" sz="1323" u="none" cap="none" strike="noStrike">
                  <a:solidFill>
                    <a:srgbClr val="000000"/>
                  </a:solidFill>
                  <a:latin typeface="Open Sans ExtraBold"/>
                  <a:ea typeface="Open Sans ExtraBold"/>
                  <a:cs typeface="Open Sans ExtraBold"/>
                  <a:sym typeface="Open Sans ExtraBold"/>
                </a:endParaRPr>
              </a:p>
            </p:txBody>
          </p:sp>
          <p:sp>
            <p:nvSpPr>
              <p:cNvPr id="1405" name="Google Shape;1405;p7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510875" lIns="510875" spcFirstLastPara="1" rIns="510875" wrap="square" tIns="510875">
                <a:noAutofit/>
              </a:bodyPr>
              <a:lstStyle/>
              <a:p>
                <a:pPr indent="0" lvl="0" marL="0" marR="0" rtl="0" algn="l">
                  <a:lnSpc>
                    <a:spcPct val="100000"/>
                  </a:lnSpc>
                  <a:spcBef>
                    <a:spcPts val="0"/>
                  </a:spcBef>
                  <a:spcAft>
                    <a:spcPts val="0"/>
                  </a:spcAft>
                  <a:buClr>
                    <a:srgbClr val="000000"/>
                  </a:buClr>
                  <a:buSzPts val="7823"/>
                  <a:buFont typeface="Arial"/>
                  <a:buNone/>
                </a:pPr>
                <a:r>
                  <a:t/>
                </a:r>
                <a:endParaRPr b="0" i="0" sz="7823" u="none" cap="none" strike="noStrike">
                  <a:solidFill>
                    <a:srgbClr val="000000"/>
                  </a:solidFill>
                  <a:latin typeface="Arial"/>
                  <a:ea typeface="Arial"/>
                  <a:cs typeface="Arial"/>
                  <a:sym typeface="Arial"/>
                </a:endParaRPr>
              </a:p>
            </p:txBody>
          </p:sp>
        </p:grpSp>
      </p:grpSp>
      <p:grpSp>
        <p:nvGrpSpPr>
          <p:cNvPr id="1406" name="Google Shape;1406;p79"/>
          <p:cNvGrpSpPr/>
          <p:nvPr/>
        </p:nvGrpSpPr>
        <p:grpSpPr>
          <a:xfrm>
            <a:off x="375974" y="1423600"/>
            <a:ext cx="2087762" cy="818016"/>
            <a:chOff x="4344901" y="2468672"/>
            <a:chExt cx="814387" cy="167427"/>
          </a:xfrm>
        </p:grpSpPr>
        <p:sp>
          <p:nvSpPr>
            <p:cNvPr id="1407" name="Google Shape;1407;p79"/>
            <p:cNvSpPr/>
            <p:nvPr/>
          </p:nvSpPr>
          <p:spPr>
            <a:xfrm>
              <a:off x="4344901" y="2468672"/>
              <a:ext cx="28330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178475" lIns="178475" spcFirstLastPara="1" rIns="178475" wrap="square" tIns="178475">
              <a:noAutofit/>
            </a:bodyPr>
            <a:lstStyle/>
            <a:p>
              <a:pPr indent="0" lvl="0" marL="0" marR="0" rtl="0" algn="l">
                <a:lnSpc>
                  <a:spcPct val="100000"/>
                </a:lnSpc>
                <a:spcBef>
                  <a:spcPts val="0"/>
                </a:spcBef>
                <a:spcAft>
                  <a:spcPts val="0"/>
                </a:spcAft>
                <a:buClr>
                  <a:srgbClr val="000000"/>
                </a:buClr>
                <a:buSzPts val="2733"/>
                <a:buFont typeface="Arial"/>
                <a:buNone/>
              </a:pPr>
              <a:r>
                <a:rPr b="1" lang="en-GB" sz="432">
                  <a:latin typeface="Open Sans"/>
                  <a:ea typeface="Open Sans"/>
                  <a:cs typeface="Open Sans"/>
                  <a:sym typeface="Open Sans"/>
                </a:rPr>
                <a:t>High precision = fewer false alerts</a:t>
              </a:r>
              <a:endParaRPr b="1" i="0" sz="832" u="none" cap="none" strike="noStrike">
                <a:solidFill>
                  <a:srgbClr val="000000"/>
                </a:solidFill>
                <a:latin typeface="Open Sans"/>
                <a:ea typeface="Open Sans"/>
                <a:cs typeface="Open Sans"/>
                <a:sym typeface="Open Sans"/>
              </a:endParaRPr>
            </a:p>
          </p:txBody>
        </p:sp>
        <p:sp>
          <p:nvSpPr>
            <p:cNvPr id="1408" name="Google Shape;1408;p7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chemeClr val="accent3"/>
            </a:solidFill>
            <a:ln>
              <a:noFill/>
            </a:ln>
          </p:spPr>
          <p:txBody>
            <a:bodyPr anchorCtr="0" anchor="ctr" bIns="178475" lIns="178475" spcFirstLastPara="1" rIns="178475" wrap="square" tIns="178475">
              <a:noAutofit/>
            </a:bodyPr>
            <a:lstStyle/>
            <a:p>
              <a:pPr indent="0" lvl="0" marL="0" marR="0" rtl="0" algn="l">
                <a:lnSpc>
                  <a:spcPct val="100000"/>
                </a:lnSpc>
                <a:spcBef>
                  <a:spcPts val="0"/>
                </a:spcBef>
                <a:spcAft>
                  <a:spcPts val="0"/>
                </a:spcAft>
                <a:buClr>
                  <a:srgbClr val="000000"/>
                </a:buClr>
                <a:buSzPts val="2733"/>
                <a:buFont typeface="Arial"/>
                <a:buNone/>
              </a:pPr>
              <a:r>
                <a:rPr lang="en-GB" sz="900">
                  <a:latin typeface="Open Sans SemiBold"/>
                  <a:ea typeface="Open Sans SemiBold"/>
                  <a:cs typeface="Open Sans SemiBold"/>
                  <a:sym typeface="Open Sans SemiBold"/>
                </a:rPr>
                <a:t>Measures how many of the clients flagged as fraudulent were actually fraud.</a:t>
              </a:r>
              <a:endParaRPr i="0" sz="900" u="none" cap="none" strike="noStrike">
                <a:solidFill>
                  <a:srgbClr val="000000"/>
                </a:solidFill>
                <a:latin typeface="Open Sans SemiBold"/>
                <a:ea typeface="Open Sans SemiBold"/>
                <a:cs typeface="Open Sans SemiBold"/>
                <a:sym typeface="Open Sans SemiBold"/>
              </a:endParaRPr>
            </a:p>
          </p:txBody>
        </p:sp>
      </p:grpSp>
      <p:grpSp>
        <p:nvGrpSpPr>
          <p:cNvPr id="1409" name="Google Shape;1409;p79"/>
          <p:cNvGrpSpPr/>
          <p:nvPr/>
        </p:nvGrpSpPr>
        <p:grpSpPr>
          <a:xfrm>
            <a:off x="6595224" y="1375600"/>
            <a:ext cx="2111794" cy="818007"/>
            <a:chOff x="4363449" y="2468672"/>
            <a:chExt cx="823761" cy="167425"/>
          </a:xfrm>
        </p:grpSpPr>
        <p:sp>
          <p:nvSpPr>
            <p:cNvPr id="1410" name="Google Shape;1410;p79"/>
            <p:cNvSpPr/>
            <p:nvPr/>
          </p:nvSpPr>
          <p:spPr>
            <a:xfrm>
              <a:off x="4363449" y="2468672"/>
              <a:ext cx="264760"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178475" lIns="178475" spcFirstLastPara="1" rIns="178475" wrap="square" tIns="178475">
              <a:noAutofit/>
            </a:bodyPr>
            <a:lstStyle/>
            <a:p>
              <a:pPr indent="0" lvl="0" marL="0" marR="0" rtl="0" algn="l">
                <a:lnSpc>
                  <a:spcPct val="100000"/>
                </a:lnSpc>
                <a:spcBef>
                  <a:spcPts val="0"/>
                </a:spcBef>
                <a:spcAft>
                  <a:spcPts val="0"/>
                </a:spcAft>
                <a:buClr>
                  <a:srgbClr val="000000"/>
                </a:buClr>
                <a:buSzPts val="2733"/>
                <a:buFont typeface="Arial"/>
                <a:buNone/>
              </a:pPr>
              <a:r>
                <a:rPr b="1" lang="en-GB" sz="500">
                  <a:latin typeface="Open Sans"/>
                  <a:ea typeface="Open Sans"/>
                  <a:cs typeface="Open Sans"/>
                  <a:sym typeface="Open Sans"/>
                </a:rPr>
                <a:t>High recall = fewer missed frauds</a:t>
              </a:r>
              <a:endParaRPr b="1" i="0" sz="500" u="none" cap="none" strike="noStrike">
                <a:solidFill>
                  <a:srgbClr val="000000"/>
                </a:solidFill>
                <a:latin typeface="Open Sans"/>
                <a:ea typeface="Open Sans"/>
                <a:cs typeface="Open Sans"/>
                <a:sym typeface="Open Sans"/>
              </a:endParaRPr>
            </a:p>
          </p:txBody>
        </p:sp>
        <p:sp>
          <p:nvSpPr>
            <p:cNvPr id="1411" name="Google Shape;1411;p79"/>
            <p:cNvSpPr/>
            <p:nvPr/>
          </p:nvSpPr>
          <p:spPr>
            <a:xfrm>
              <a:off x="4564631" y="2468672"/>
              <a:ext cx="622579" cy="167425"/>
            </a:xfrm>
            <a:custGeom>
              <a:rect b="b" l="l" r="r" t="t"/>
              <a:pathLst>
                <a:path extrusionOk="0" h="3708" w="13170">
                  <a:moveTo>
                    <a:pt x="0" y="0"/>
                  </a:moveTo>
                  <a:lnTo>
                    <a:pt x="1408" y="1853"/>
                  </a:lnTo>
                  <a:lnTo>
                    <a:pt x="0" y="3707"/>
                  </a:lnTo>
                  <a:lnTo>
                    <a:pt x="13169" y="3707"/>
                  </a:lnTo>
                  <a:lnTo>
                    <a:pt x="13169" y="0"/>
                  </a:lnTo>
                  <a:close/>
                </a:path>
              </a:pathLst>
            </a:custGeom>
            <a:solidFill>
              <a:schemeClr val="accent3"/>
            </a:solidFill>
            <a:ln>
              <a:noFill/>
            </a:ln>
          </p:spPr>
          <p:txBody>
            <a:bodyPr anchorCtr="0" anchor="ctr" bIns="178475" lIns="178475" spcFirstLastPara="1" rIns="178475" wrap="square" tIns="178475">
              <a:noAutofit/>
            </a:bodyPr>
            <a:lstStyle/>
            <a:p>
              <a:pPr indent="0" lvl="0" marL="0" marR="0" rtl="0" algn="l">
                <a:lnSpc>
                  <a:spcPct val="100000"/>
                </a:lnSpc>
                <a:spcBef>
                  <a:spcPts val="0"/>
                </a:spcBef>
                <a:spcAft>
                  <a:spcPts val="0"/>
                </a:spcAft>
                <a:buClr>
                  <a:srgbClr val="000000"/>
                </a:buClr>
                <a:buSzPts val="2733"/>
                <a:buFont typeface="Arial"/>
                <a:buNone/>
              </a:pPr>
              <a:r>
                <a:rPr lang="en-GB" sz="932">
                  <a:latin typeface="Open Sans SemiBold"/>
                  <a:ea typeface="Open Sans SemiBold"/>
                  <a:cs typeface="Open Sans SemiBold"/>
                  <a:sym typeface="Open Sans SemiBold"/>
                </a:rPr>
                <a:t>Indicates how many actual fraud cases were correctly detected by the model.</a:t>
              </a:r>
              <a:endParaRPr i="0" sz="932" u="none" cap="none" strike="noStrike">
                <a:solidFill>
                  <a:srgbClr val="000000"/>
                </a:solidFill>
                <a:latin typeface="Open Sans SemiBold"/>
                <a:ea typeface="Open Sans SemiBold"/>
                <a:cs typeface="Open Sans SemiBold"/>
                <a:sym typeface="Open Sans SemiBold"/>
              </a:endParaRPr>
            </a:p>
          </p:txBody>
        </p:sp>
      </p:grpSp>
      <p:graphicFrame>
        <p:nvGraphicFramePr>
          <p:cNvPr id="1412" name="Google Shape;1412;p79"/>
          <p:cNvGraphicFramePr/>
          <p:nvPr/>
        </p:nvGraphicFramePr>
        <p:xfrm>
          <a:off x="152400" y="152400"/>
          <a:ext cx="3000000" cy="3000000"/>
        </p:xfrm>
        <a:graphic>
          <a:graphicData uri="http://schemas.openxmlformats.org/drawingml/2006/table">
            <a:tbl>
              <a:tblPr>
                <a:noFill/>
                <a:tableStyleId>{6378D30C-CDF7-4656-892C-943D3D109524}</a:tableStyleId>
              </a:tblPr>
              <a:tblGrid>
                <a:gridCol w="19050"/>
              </a:tblGrid>
              <a:tr h="19050">
                <a:tc>
                  <a:txBody>
                    <a:bodyPr/>
                    <a:lstStyle/>
                    <a:p>
                      <a:pPr indent="0" lvl="0" marL="0" rtl="0" algn="l">
                        <a:spcBef>
                          <a:spcPts val="0"/>
                        </a:spcBef>
                        <a:spcAft>
                          <a:spcPts val="0"/>
                        </a:spcAft>
                        <a:buNone/>
                      </a:pPr>
                      <a:r>
                        <a:t/>
                      </a:r>
                      <a:endParaRPr sz="200"/>
                    </a:p>
                  </a:txBody>
                  <a:tcPr marT="91425" marB="91425" marR="91425" marL="91425"/>
                </a:tc>
              </a:tr>
            </a:tbl>
          </a:graphicData>
        </a:graphic>
      </p:graphicFrame>
      <p:grpSp>
        <p:nvGrpSpPr>
          <p:cNvPr id="1413" name="Google Shape;1413;p79"/>
          <p:cNvGrpSpPr/>
          <p:nvPr/>
        </p:nvGrpSpPr>
        <p:grpSpPr>
          <a:xfrm>
            <a:off x="424424" y="3352913"/>
            <a:ext cx="2087762" cy="818016"/>
            <a:chOff x="4344901" y="2468672"/>
            <a:chExt cx="814387" cy="167427"/>
          </a:xfrm>
        </p:grpSpPr>
        <p:sp>
          <p:nvSpPr>
            <p:cNvPr id="1414" name="Google Shape;1414;p79"/>
            <p:cNvSpPr/>
            <p:nvPr/>
          </p:nvSpPr>
          <p:spPr>
            <a:xfrm>
              <a:off x="4344901" y="2468672"/>
              <a:ext cx="28330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178475" lIns="178475" spcFirstLastPara="1" rIns="178475" wrap="square" tIns="178475">
              <a:noAutofit/>
            </a:bodyPr>
            <a:lstStyle/>
            <a:p>
              <a:pPr indent="0" lvl="0" marL="0" rtl="0" algn="l">
                <a:spcBef>
                  <a:spcPts val="0"/>
                </a:spcBef>
                <a:spcAft>
                  <a:spcPts val="0"/>
                </a:spcAft>
                <a:buClr>
                  <a:srgbClr val="000000"/>
                </a:buClr>
                <a:buSzPts val="4852"/>
                <a:buFont typeface="Arial"/>
                <a:buNone/>
              </a:pPr>
              <a:r>
                <a:rPr lang="en-GB" sz="400">
                  <a:latin typeface="Open Sans ExtraBold"/>
                  <a:ea typeface="Open Sans ExtraBold"/>
                  <a:cs typeface="Open Sans ExtraBold"/>
                  <a:sym typeface="Open Sans ExtraBold"/>
                </a:rPr>
                <a:t>Useful when false negatives and false positives both carry costs.</a:t>
              </a:r>
              <a:endParaRPr i="0" sz="532" u="none" cap="none" strike="noStrike">
                <a:solidFill>
                  <a:srgbClr val="000000"/>
                </a:solidFill>
                <a:latin typeface="Open Sans ExtraBold"/>
                <a:ea typeface="Open Sans ExtraBold"/>
                <a:cs typeface="Open Sans ExtraBold"/>
                <a:sym typeface="Open Sans ExtraBold"/>
              </a:endParaRPr>
            </a:p>
          </p:txBody>
        </p:sp>
        <p:sp>
          <p:nvSpPr>
            <p:cNvPr id="1415" name="Google Shape;1415;p7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chemeClr val="accent3"/>
            </a:solidFill>
            <a:ln>
              <a:noFill/>
            </a:ln>
          </p:spPr>
          <p:txBody>
            <a:bodyPr anchorCtr="0" anchor="ctr" bIns="178475" lIns="178475" spcFirstLastPara="1" rIns="178475" wrap="square" tIns="178475">
              <a:noAutofit/>
            </a:bodyPr>
            <a:lstStyle/>
            <a:p>
              <a:pPr indent="0" lvl="0" marL="0" rtl="0" algn="l">
                <a:spcBef>
                  <a:spcPts val="0"/>
                </a:spcBef>
                <a:spcAft>
                  <a:spcPts val="0"/>
                </a:spcAft>
                <a:buClr>
                  <a:srgbClr val="000000"/>
                </a:buClr>
                <a:buSzPts val="4852"/>
                <a:buFont typeface="Arial"/>
                <a:buNone/>
              </a:pPr>
              <a:r>
                <a:rPr lang="en-GB" sz="700">
                  <a:latin typeface="Open Sans SemiBold"/>
                  <a:ea typeface="Open Sans SemiBold"/>
                  <a:cs typeface="Open Sans SemiBold"/>
                  <a:sym typeface="Open Sans SemiBold"/>
                </a:rPr>
                <a:t>Balances Precision and Recall into a single score. </a:t>
              </a:r>
              <a:endParaRPr i="0" sz="900" u="none" cap="none" strike="noStrike">
                <a:solidFill>
                  <a:srgbClr val="000000"/>
                </a:solidFill>
                <a:latin typeface="Open Sans SemiBold"/>
                <a:ea typeface="Open Sans SemiBold"/>
                <a:cs typeface="Open Sans SemiBold"/>
                <a:sym typeface="Open Sans SemiBold"/>
              </a:endParaRPr>
            </a:p>
          </p:txBody>
        </p:sp>
      </p:grpSp>
      <p:grpSp>
        <p:nvGrpSpPr>
          <p:cNvPr id="1416" name="Google Shape;1416;p79"/>
          <p:cNvGrpSpPr/>
          <p:nvPr/>
        </p:nvGrpSpPr>
        <p:grpSpPr>
          <a:xfrm>
            <a:off x="6595224" y="3352925"/>
            <a:ext cx="2111794" cy="818007"/>
            <a:chOff x="4363449" y="2468672"/>
            <a:chExt cx="823761" cy="167425"/>
          </a:xfrm>
        </p:grpSpPr>
        <p:sp>
          <p:nvSpPr>
            <p:cNvPr id="1417" name="Google Shape;1417;p79"/>
            <p:cNvSpPr/>
            <p:nvPr/>
          </p:nvSpPr>
          <p:spPr>
            <a:xfrm>
              <a:off x="4363449" y="2468672"/>
              <a:ext cx="264760"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178475" lIns="178475" spcFirstLastPara="1" rIns="178475" wrap="square" tIns="178475">
              <a:noAutofit/>
            </a:bodyPr>
            <a:lstStyle/>
            <a:p>
              <a:pPr indent="0" lvl="0" marL="0" marR="0" rtl="0" algn="l">
                <a:lnSpc>
                  <a:spcPct val="100000"/>
                </a:lnSpc>
                <a:spcBef>
                  <a:spcPts val="0"/>
                </a:spcBef>
                <a:spcAft>
                  <a:spcPts val="0"/>
                </a:spcAft>
                <a:buClr>
                  <a:srgbClr val="000000"/>
                </a:buClr>
                <a:buSzPts val="2733"/>
                <a:buFont typeface="Arial"/>
                <a:buNone/>
              </a:pPr>
              <a:r>
                <a:rPr lang="en-GB" sz="500">
                  <a:latin typeface="Open Sans ExtraBold"/>
                  <a:ea typeface="Open Sans ExtraBold"/>
                  <a:cs typeface="Open Sans ExtraBold"/>
                  <a:sym typeface="Open Sans ExtraBold"/>
                </a:rPr>
                <a:t>Higher AUC = better discrimination.</a:t>
              </a:r>
              <a:endParaRPr i="0" sz="300" u="none" cap="none" strike="noStrike">
                <a:solidFill>
                  <a:srgbClr val="000000"/>
                </a:solidFill>
                <a:latin typeface="Open Sans ExtraBold"/>
                <a:ea typeface="Open Sans ExtraBold"/>
                <a:cs typeface="Open Sans ExtraBold"/>
                <a:sym typeface="Open Sans ExtraBold"/>
              </a:endParaRPr>
            </a:p>
          </p:txBody>
        </p:sp>
        <p:sp>
          <p:nvSpPr>
            <p:cNvPr id="1418" name="Google Shape;1418;p79"/>
            <p:cNvSpPr/>
            <p:nvPr/>
          </p:nvSpPr>
          <p:spPr>
            <a:xfrm>
              <a:off x="4564631" y="2468672"/>
              <a:ext cx="622579" cy="167425"/>
            </a:xfrm>
            <a:custGeom>
              <a:rect b="b" l="l" r="r" t="t"/>
              <a:pathLst>
                <a:path extrusionOk="0" h="3708" w="13170">
                  <a:moveTo>
                    <a:pt x="0" y="0"/>
                  </a:moveTo>
                  <a:lnTo>
                    <a:pt x="1408" y="1853"/>
                  </a:lnTo>
                  <a:lnTo>
                    <a:pt x="0" y="3707"/>
                  </a:lnTo>
                  <a:lnTo>
                    <a:pt x="13169" y="3707"/>
                  </a:lnTo>
                  <a:lnTo>
                    <a:pt x="13169" y="0"/>
                  </a:lnTo>
                  <a:close/>
                </a:path>
              </a:pathLst>
            </a:custGeom>
            <a:solidFill>
              <a:schemeClr val="accent3"/>
            </a:solidFill>
            <a:ln>
              <a:noFill/>
            </a:ln>
          </p:spPr>
          <p:txBody>
            <a:bodyPr anchorCtr="0" anchor="ctr" bIns="178475" lIns="178475" spcFirstLastPara="1" rIns="178475" wrap="square" tIns="178475">
              <a:noAutofit/>
            </a:bodyPr>
            <a:lstStyle/>
            <a:p>
              <a:pPr indent="0" lvl="0" marL="0" rtl="0" algn="l">
                <a:spcBef>
                  <a:spcPts val="0"/>
                </a:spcBef>
                <a:spcAft>
                  <a:spcPts val="0"/>
                </a:spcAft>
                <a:buClr>
                  <a:srgbClr val="000000"/>
                </a:buClr>
                <a:buSzPts val="2867"/>
                <a:buFont typeface="Arial"/>
                <a:buNone/>
              </a:pPr>
              <a:r>
                <a:rPr lang="en-GB" sz="900">
                  <a:latin typeface="Open Sans SemiBold"/>
                  <a:ea typeface="Open Sans SemiBold"/>
                  <a:cs typeface="Open Sans SemiBold"/>
                  <a:sym typeface="Open Sans SemiBold"/>
                </a:rPr>
                <a:t>Evaluates how well the model separates fraudulent clients from legitimate ones, across all thresholds. </a:t>
              </a:r>
              <a:endParaRPr i="0" sz="1132" u="none" cap="none" strike="noStrike">
                <a:solidFill>
                  <a:srgbClr val="000000"/>
                </a:solidFill>
                <a:latin typeface="Open Sans SemiBold"/>
                <a:ea typeface="Open Sans SemiBold"/>
                <a:cs typeface="Open Sans SemiBold"/>
                <a:sym typeface="Open Sans SemiBold"/>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2" name="Shape 1422"/>
        <p:cNvGrpSpPr/>
        <p:nvPr/>
      </p:nvGrpSpPr>
      <p:grpSpPr>
        <a:xfrm>
          <a:off x="0" y="0"/>
          <a:ext cx="0" cy="0"/>
          <a:chOff x="0" y="0"/>
          <a:chExt cx="0" cy="0"/>
        </a:xfrm>
      </p:grpSpPr>
      <p:sp>
        <p:nvSpPr>
          <p:cNvPr id="1423" name="Google Shape;1423;p80"/>
          <p:cNvSpPr txBox="1"/>
          <p:nvPr>
            <p:ph type="title"/>
          </p:nvPr>
        </p:nvSpPr>
        <p:spPr>
          <a:xfrm>
            <a:off x="720000" y="535000"/>
            <a:ext cx="7704000" cy="573300"/>
          </a:xfrm>
          <a:prstGeom prst="rect">
            <a:avLst/>
          </a:prstGeom>
          <a:noFill/>
          <a:ln cap="flat" cmpd="sng" w="38100">
            <a:solidFill>
              <a:schemeClr val="lt1"/>
            </a:solidFill>
            <a:prstDash val="solid"/>
            <a:round/>
            <a:headEnd len="sm" w="sm" type="none"/>
            <a:tailEnd len="sm" w="sm" type="none"/>
          </a:ln>
        </p:spPr>
        <p:txBody>
          <a:bodyPr anchorCtr="0" anchor="t" bIns="91425" lIns="91425" spcFirstLastPara="1" rIns="91425" wrap="square" tIns="0">
            <a:noAutofit/>
          </a:bodyPr>
          <a:lstStyle/>
          <a:p>
            <a:pPr indent="0" lvl="0" marL="0" rtl="0" algn="l">
              <a:lnSpc>
                <a:spcPct val="100000"/>
              </a:lnSpc>
              <a:spcBef>
                <a:spcPts val="0"/>
              </a:spcBef>
              <a:spcAft>
                <a:spcPts val="0"/>
              </a:spcAft>
              <a:buSzPts val="3200"/>
              <a:buNone/>
            </a:pPr>
            <a:r>
              <a:t/>
            </a:r>
            <a:endParaRPr sz="1200">
              <a:solidFill>
                <a:srgbClr val="000000"/>
              </a:solidFill>
              <a:latin typeface="Open Sans Medium"/>
              <a:ea typeface="Open Sans Medium"/>
              <a:cs typeface="Open Sans Medium"/>
              <a:sym typeface="Open Sans Medium"/>
            </a:endParaRPr>
          </a:p>
          <a:p>
            <a:pPr indent="0" lvl="0" marL="0" rtl="0" algn="l">
              <a:lnSpc>
                <a:spcPct val="115000"/>
              </a:lnSpc>
              <a:spcBef>
                <a:spcPts val="1400"/>
              </a:spcBef>
              <a:spcAft>
                <a:spcPts val="0"/>
              </a:spcAft>
              <a:buNone/>
            </a:pPr>
            <a:r>
              <a:rPr lang="en-GB" sz="2100">
                <a:solidFill>
                  <a:srgbClr val="000000"/>
                </a:solidFill>
                <a:latin typeface="Open Sans ExtraBold"/>
                <a:ea typeface="Open Sans ExtraBold"/>
                <a:cs typeface="Open Sans ExtraBold"/>
                <a:sym typeface="Open Sans ExtraBold"/>
              </a:rPr>
              <a:t>Why AUC and Recall Were Prioritized</a:t>
            </a:r>
            <a:endParaRPr>
              <a:solidFill>
                <a:srgbClr val="000000"/>
              </a:solidFill>
              <a:latin typeface="Open Sans ExtraBold"/>
              <a:ea typeface="Open Sans ExtraBold"/>
              <a:cs typeface="Open Sans ExtraBold"/>
              <a:sym typeface="Open Sans ExtraBold"/>
            </a:endParaRPr>
          </a:p>
          <a:p>
            <a:pPr indent="0" lvl="0" marL="457200" rtl="0" algn="l">
              <a:spcBef>
                <a:spcPts val="400"/>
              </a:spcBef>
              <a:spcAft>
                <a:spcPts val="0"/>
              </a:spcAft>
              <a:buNone/>
            </a:pPr>
            <a:r>
              <a:t/>
            </a:r>
            <a:endParaRPr sz="1100">
              <a:solidFill>
                <a:srgbClr val="000000"/>
              </a:solidFill>
              <a:latin typeface="Arial"/>
              <a:ea typeface="Arial"/>
              <a:cs typeface="Arial"/>
              <a:sym typeface="Arial"/>
            </a:endParaRPr>
          </a:p>
          <a:p>
            <a:pPr indent="0" lvl="0" marL="457200" rtl="0" algn="l">
              <a:spcBef>
                <a:spcPts val="0"/>
              </a:spcBef>
              <a:spcAft>
                <a:spcPts val="0"/>
              </a:spcAft>
              <a:buNone/>
            </a:pPr>
            <a:br>
              <a:rPr b="1" lang="en-GB" sz="1100">
                <a:solidFill>
                  <a:srgbClr val="000000"/>
                </a:solidFill>
                <a:latin typeface="Open Sans"/>
                <a:ea typeface="Open Sans"/>
                <a:cs typeface="Open Sans"/>
                <a:sym typeface="Open Sans"/>
              </a:rPr>
            </a:br>
            <a:br>
              <a:rPr b="1" lang="en-GB" sz="1100">
                <a:solidFill>
                  <a:srgbClr val="000000"/>
                </a:solidFill>
                <a:latin typeface="Open Sans"/>
                <a:ea typeface="Open Sans"/>
                <a:cs typeface="Open Sans"/>
                <a:sym typeface="Open Sans"/>
              </a:rPr>
            </a:br>
            <a:endParaRPr sz="1200">
              <a:solidFill>
                <a:srgbClr val="000000"/>
              </a:solidFill>
              <a:latin typeface="Roboto"/>
              <a:ea typeface="Roboto"/>
              <a:cs typeface="Roboto"/>
              <a:sym typeface="Roboto"/>
            </a:endParaRPr>
          </a:p>
          <a:p>
            <a:pPr indent="0" lvl="0" marL="457200" rtl="0" algn="l">
              <a:lnSpc>
                <a:spcPct val="115000"/>
              </a:lnSpc>
              <a:spcBef>
                <a:spcPts val="0"/>
              </a:spcBef>
              <a:spcAft>
                <a:spcPts val="0"/>
              </a:spcAft>
              <a:buNone/>
            </a:pPr>
            <a:r>
              <a:t/>
            </a:r>
            <a:endParaRPr b="1" sz="1100">
              <a:solidFill>
                <a:srgbClr val="000000"/>
              </a:solidFill>
              <a:latin typeface="Open Sans"/>
              <a:ea typeface="Open Sans"/>
              <a:cs typeface="Open Sans"/>
              <a:sym typeface="Open Sans"/>
            </a:endParaRPr>
          </a:p>
          <a:p>
            <a:pPr indent="0" lvl="0" marL="0" rtl="0" algn="ctr">
              <a:lnSpc>
                <a:spcPct val="100000"/>
              </a:lnSpc>
              <a:spcBef>
                <a:spcPts val="0"/>
              </a:spcBef>
              <a:spcAft>
                <a:spcPts val="0"/>
              </a:spcAft>
              <a:buSzPts val="3200"/>
              <a:buNone/>
            </a:pPr>
            <a:r>
              <a:t/>
            </a:r>
            <a:endParaRPr b="1" sz="2400">
              <a:latin typeface="Open Sans"/>
              <a:ea typeface="Open Sans"/>
              <a:cs typeface="Open Sans"/>
              <a:sym typeface="Open Sans"/>
            </a:endParaRPr>
          </a:p>
        </p:txBody>
      </p:sp>
      <p:grpSp>
        <p:nvGrpSpPr>
          <p:cNvPr id="1424" name="Google Shape;1424;p80"/>
          <p:cNvGrpSpPr/>
          <p:nvPr/>
        </p:nvGrpSpPr>
        <p:grpSpPr>
          <a:xfrm>
            <a:off x="8117730" y="3491102"/>
            <a:ext cx="761611" cy="1818680"/>
            <a:chOff x="5088650" y="245050"/>
            <a:chExt cx="1046025" cy="2497844"/>
          </a:xfrm>
        </p:grpSpPr>
        <p:sp>
          <p:nvSpPr>
            <p:cNvPr id="1425" name="Google Shape;1425;p80"/>
            <p:cNvSpPr/>
            <p:nvPr/>
          </p:nvSpPr>
          <p:spPr>
            <a:xfrm>
              <a:off x="5547342" y="1157910"/>
              <a:ext cx="128662" cy="1584984"/>
            </a:xfrm>
            <a:custGeom>
              <a:rect b="b" l="l" r="r" t="t"/>
              <a:pathLst>
                <a:path extrusionOk="0" h="18637" w="5147">
                  <a:moveTo>
                    <a:pt x="0" y="0"/>
                  </a:moveTo>
                  <a:lnTo>
                    <a:pt x="0" y="18636"/>
                  </a:lnTo>
                  <a:lnTo>
                    <a:pt x="5147" y="18636"/>
                  </a:lnTo>
                  <a:lnTo>
                    <a:pt x="5147" y="0"/>
                  </a:lnTo>
                  <a:close/>
                </a:path>
              </a:pathLst>
            </a:custGeom>
            <a:solidFill>
              <a:schemeClr val="dk2"/>
            </a:solidFill>
            <a:ln cap="flat" cmpd="sng" w="9625">
              <a:solidFill>
                <a:schemeClr val="dk2"/>
              </a:solidFill>
              <a:prstDash val="solid"/>
              <a:round/>
              <a:headEnd len="sm" w="sm" type="none"/>
              <a:tailEnd len="sm" w="sm" type="none"/>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sp>
          <p:nvSpPr>
            <p:cNvPr id="1426" name="Google Shape;1426;p80"/>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sp>
          <p:nvSpPr>
            <p:cNvPr id="1427" name="Google Shape;1427;p80"/>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250">
              <a:solidFill>
                <a:schemeClr val="dk1"/>
              </a:solidFill>
              <a:prstDash val="solid"/>
              <a:miter lim="1110"/>
              <a:headEnd len="sm" w="sm" type="none"/>
              <a:tailEnd len="sm" w="sm" type="none"/>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sp>
          <p:nvSpPr>
            <p:cNvPr id="1428" name="Google Shape;1428;p80"/>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250">
              <a:solidFill>
                <a:schemeClr val="dk1"/>
              </a:solidFill>
              <a:prstDash val="solid"/>
              <a:miter lim="1110"/>
              <a:headEnd len="sm" w="sm" type="none"/>
              <a:tailEnd len="sm" w="sm" type="none"/>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sp>
          <p:nvSpPr>
            <p:cNvPr id="1429" name="Google Shape;1429;p80"/>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lt2"/>
            </a:solidFill>
            <a:ln>
              <a:noFill/>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sp>
          <p:nvSpPr>
            <p:cNvPr id="1430" name="Google Shape;1430;p80"/>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2375" lIns="92375" spcFirstLastPara="1" rIns="92375" wrap="square" tIns="92375">
              <a:noAutofit/>
            </a:bodyPr>
            <a:lstStyle/>
            <a:p>
              <a:pPr indent="0" lvl="0" marL="0" marR="0" rtl="0" algn="l">
                <a:lnSpc>
                  <a:spcPct val="100000"/>
                </a:lnSpc>
                <a:spcBef>
                  <a:spcPts val="0"/>
                </a:spcBef>
                <a:spcAft>
                  <a:spcPts val="0"/>
                </a:spcAft>
                <a:buClr>
                  <a:srgbClr val="000000"/>
                </a:buClr>
                <a:buSzPts val="1414"/>
                <a:buFont typeface="Arial"/>
                <a:buNone/>
              </a:pPr>
              <a:r>
                <a:t/>
              </a:r>
              <a:endParaRPr b="0" i="0" sz="1414" u="none" cap="none" strike="noStrike">
                <a:solidFill>
                  <a:srgbClr val="000000"/>
                </a:solidFill>
                <a:latin typeface="Arial"/>
                <a:ea typeface="Arial"/>
                <a:cs typeface="Arial"/>
                <a:sym typeface="Arial"/>
              </a:endParaRPr>
            </a:p>
          </p:txBody>
        </p:sp>
      </p:grpSp>
      <p:sp>
        <p:nvSpPr>
          <p:cNvPr id="1431" name="Google Shape;1431;p80"/>
          <p:cNvSpPr txBox="1"/>
          <p:nvPr/>
        </p:nvSpPr>
        <p:spPr>
          <a:xfrm>
            <a:off x="1519850" y="1455875"/>
            <a:ext cx="5151600" cy="3570900"/>
          </a:xfrm>
          <a:prstGeom prst="rect">
            <a:avLst/>
          </a:prstGeom>
          <a:noFill/>
          <a:ln cap="flat" cmpd="sng" w="19050">
            <a:solidFill>
              <a:schemeClr val="lt1"/>
            </a:solidFill>
            <a:prstDash val="solid"/>
            <a:round/>
            <a:headEnd len="sm" w="sm" type="none"/>
            <a:tailEnd len="sm" w="sm" type="none"/>
          </a:ln>
        </p:spPr>
        <p:txBody>
          <a:bodyPr anchorCtr="0" anchor="t" bIns="91425" lIns="91425" spcFirstLastPara="1" rIns="91425" wrap="square" tIns="91425">
            <a:spAutoFit/>
          </a:bodyPr>
          <a:lstStyle/>
          <a:p>
            <a:pPr indent="0" lvl="0" marL="0" rtl="0" algn="l">
              <a:spcBef>
                <a:spcPts val="0"/>
              </a:spcBef>
              <a:spcAft>
                <a:spcPts val="0"/>
              </a:spcAft>
              <a:buNone/>
            </a:pPr>
            <a:r>
              <a:rPr lang="en-GB" sz="1100">
                <a:latin typeface="Open Sans SemiBold"/>
                <a:ea typeface="Open Sans SemiBold"/>
                <a:cs typeface="Open Sans SemiBold"/>
                <a:sym typeface="Open Sans SemiBold"/>
              </a:rPr>
              <a:t>AUC chosen as main evaluation metric </a:t>
            </a:r>
            <a:r>
              <a:rPr lang="en-GB" sz="1100">
                <a:latin typeface="Open Sans Light"/>
                <a:ea typeface="Open Sans Light"/>
                <a:cs typeface="Open Sans Light"/>
                <a:sym typeface="Open Sans Light"/>
              </a:rPr>
              <a:t>because it is threshold-independent, reflecting how well the model ranks fraud vs non-fraud clients across all cutoffs.</a:t>
            </a: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sz="1100"/>
          </a:p>
          <a:p>
            <a:pPr indent="0" lvl="0" marL="0" rtl="0" algn="l">
              <a:spcBef>
                <a:spcPts val="0"/>
              </a:spcBef>
              <a:spcAft>
                <a:spcPts val="0"/>
              </a:spcAft>
              <a:buNone/>
            </a:pPr>
            <a:r>
              <a:rPr lang="en-GB" sz="1100">
                <a:latin typeface="Open Sans Light"/>
                <a:ea typeface="Open Sans Light"/>
                <a:cs typeface="Open Sans Light"/>
                <a:sym typeface="Open Sans Light"/>
              </a:rPr>
              <a:t>             It measures </a:t>
            </a:r>
            <a:r>
              <a:rPr i="1" lang="en-GB" sz="1100">
                <a:latin typeface="Open Sans Light"/>
                <a:ea typeface="Open Sans Light"/>
                <a:cs typeface="Open Sans Light"/>
                <a:sym typeface="Open Sans Light"/>
              </a:rPr>
              <a:t>discrimination power</a:t>
            </a:r>
            <a:r>
              <a:rPr lang="en-GB" sz="1100">
                <a:latin typeface="Open Sans Light"/>
                <a:ea typeface="Open Sans Light"/>
                <a:cs typeface="Open Sans Light"/>
                <a:sym typeface="Open Sans Light"/>
              </a:rPr>
              <a:t> rather than performance at one fixed   </a:t>
            </a:r>
            <a:endParaRPr sz="1100">
              <a:latin typeface="Open Sans Light"/>
              <a:ea typeface="Open Sans Light"/>
              <a:cs typeface="Open Sans Light"/>
              <a:sym typeface="Open Sans Light"/>
            </a:endParaRPr>
          </a:p>
          <a:p>
            <a:pPr indent="0" lvl="0" marL="0" rtl="0" algn="l">
              <a:spcBef>
                <a:spcPts val="0"/>
              </a:spcBef>
              <a:spcAft>
                <a:spcPts val="0"/>
              </a:spcAft>
              <a:buNone/>
            </a:pPr>
            <a:r>
              <a:rPr lang="en-GB" sz="1100">
                <a:latin typeface="Open Sans Light"/>
                <a:ea typeface="Open Sans Light"/>
                <a:cs typeface="Open Sans Light"/>
                <a:sym typeface="Open Sans Light"/>
              </a:rPr>
              <a:t>             threshold.</a:t>
            </a:r>
            <a:br>
              <a:rPr lang="en-GB" sz="1100"/>
            </a:b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sz="1100">
              <a:latin typeface="Open Sans Light"/>
              <a:ea typeface="Open Sans Light"/>
              <a:cs typeface="Open Sans Light"/>
              <a:sym typeface="Open Sans Light"/>
            </a:endParaRPr>
          </a:p>
          <a:p>
            <a:pPr indent="0" lvl="0" marL="0" rtl="0" algn="l">
              <a:spcBef>
                <a:spcPts val="0"/>
              </a:spcBef>
              <a:spcAft>
                <a:spcPts val="0"/>
              </a:spcAft>
              <a:buNone/>
            </a:pPr>
            <a:r>
              <a:rPr lang="en-GB" sz="1100">
                <a:latin typeface="Open Sans SemiBold"/>
                <a:ea typeface="Open Sans SemiBold"/>
                <a:cs typeface="Open Sans SemiBold"/>
                <a:sym typeface="Open Sans SemiBold"/>
              </a:rPr>
              <a:t>Recall chosen as secondary metric</a:t>
            </a:r>
            <a:r>
              <a:rPr lang="en-GB" sz="1100">
                <a:latin typeface="Open Sans Light"/>
                <a:ea typeface="Open Sans Light"/>
                <a:cs typeface="Open Sans Light"/>
                <a:sym typeface="Open Sans Light"/>
              </a:rPr>
              <a:t> because missing a fraud is costlier than incorrectly flagging a genuine client.</a:t>
            </a:r>
            <a:br>
              <a:rPr lang="en-GB" sz="1100">
                <a:latin typeface="Open Sans Light"/>
                <a:ea typeface="Open Sans Light"/>
                <a:cs typeface="Open Sans Light"/>
                <a:sym typeface="Open Sans Light"/>
              </a:rPr>
            </a:br>
            <a:endParaRPr sz="1100">
              <a:latin typeface="Open Sans Light"/>
              <a:ea typeface="Open Sans Light"/>
              <a:cs typeface="Open Sans Light"/>
              <a:sym typeface="Open Sans Light"/>
            </a:endParaRPr>
          </a:p>
          <a:p>
            <a:pPr indent="0" lvl="0" marL="0" rtl="0" algn="l">
              <a:spcBef>
                <a:spcPts val="0"/>
              </a:spcBef>
              <a:spcAft>
                <a:spcPts val="0"/>
              </a:spcAft>
              <a:buNone/>
            </a:pPr>
            <a:r>
              <a:rPr lang="en-GB" sz="1100">
                <a:latin typeface="Open Sans Light"/>
                <a:ea typeface="Open Sans Light"/>
                <a:cs typeface="Open Sans Light"/>
                <a:sym typeface="Open Sans Light"/>
              </a:rPr>
              <a:t>              </a:t>
            </a:r>
            <a:r>
              <a:rPr lang="en-GB" sz="1100">
                <a:latin typeface="Open Sans Light"/>
                <a:ea typeface="Open Sans Light"/>
                <a:cs typeface="Open Sans Light"/>
                <a:sym typeface="Open Sans Light"/>
              </a:rPr>
              <a:t>Prioritizing Recall ensures operational success even if Precision slightly </a:t>
            </a:r>
            <a:endParaRPr sz="1100">
              <a:latin typeface="Open Sans Light"/>
              <a:ea typeface="Open Sans Light"/>
              <a:cs typeface="Open Sans Light"/>
              <a:sym typeface="Open Sans Light"/>
            </a:endParaRPr>
          </a:p>
          <a:p>
            <a:pPr indent="0" lvl="0" marL="0" rtl="0" algn="l">
              <a:spcBef>
                <a:spcPts val="0"/>
              </a:spcBef>
              <a:spcAft>
                <a:spcPts val="0"/>
              </a:spcAft>
              <a:buNone/>
            </a:pPr>
            <a:r>
              <a:rPr lang="en-GB" sz="1100">
                <a:latin typeface="Open Sans Light"/>
                <a:ea typeface="Open Sans Light"/>
                <a:cs typeface="Open Sans Light"/>
                <a:sym typeface="Open Sans Light"/>
              </a:rPr>
              <a:t>              Decreases.</a:t>
            </a: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sz="1100">
              <a:latin typeface="Open Sans Light"/>
              <a:ea typeface="Open Sans Light"/>
              <a:cs typeface="Open Sans Light"/>
              <a:sym typeface="Open Sans Light"/>
            </a:endParaRPr>
          </a:p>
          <a:p>
            <a:pPr indent="0" lvl="0" marL="0" rtl="0" algn="l">
              <a:spcBef>
                <a:spcPts val="0"/>
              </a:spcBef>
              <a:spcAft>
                <a:spcPts val="0"/>
              </a:spcAft>
              <a:buNone/>
            </a:pPr>
            <a:r>
              <a:rPr lang="en-GB" sz="1100">
                <a:latin typeface="Open Sans Light"/>
                <a:ea typeface="Open Sans Light"/>
                <a:cs typeface="Open Sans Light"/>
                <a:sym typeface="Open Sans Light"/>
              </a:rPr>
              <a:t>This combination </a:t>
            </a:r>
            <a:r>
              <a:rPr lang="en-GB" sz="1100">
                <a:latin typeface="Open Sans SemiBold"/>
                <a:ea typeface="Open Sans SemiBold"/>
                <a:cs typeface="Open Sans SemiBold"/>
                <a:sym typeface="Open Sans SemiBold"/>
              </a:rPr>
              <a:t>aligns with business objectives</a:t>
            </a:r>
            <a:r>
              <a:rPr lang="en-GB" sz="1100">
                <a:latin typeface="Open Sans Light"/>
                <a:ea typeface="Open Sans Light"/>
                <a:cs typeface="Open Sans Light"/>
                <a:sym typeface="Open Sans Light"/>
              </a:rPr>
              <a:t> </a:t>
            </a: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b="1" sz="1100"/>
          </a:p>
          <a:p>
            <a:pPr indent="0" lvl="0" marL="0" rtl="0" algn="l">
              <a:spcBef>
                <a:spcPts val="0"/>
              </a:spcBef>
              <a:spcAft>
                <a:spcPts val="0"/>
              </a:spcAft>
              <a:buNone/>
            </a:pPr>
            <a:r>
              <a:rPr lang="en-GB" sz="1100">
                <a:latin typeface="Open Sans Light"/>
                <a:ea typeface="Open Sans Light"/>
                <a:cs typeface="Open Sans Light"/>
                <a:sym typeface="Open Sans Light"/>
              </a:rPr>
              <a:t>              </a:t>
            </a:r>
            <a:r>
              <a:rPr b="1" lang="en-GB" sz="1100">
                <a:latin typeface="Open Sans"/>
                <a:ea typeface="Open Sans"/>
                <a:cs typeface="Open Sans"/>
                <a:sym typeface="Open Sans"/>
              </a:rPr>
              <a:t>AUC </a:t>
            </a:r>
            <a:r>
              <a:rPr lang="en-GB" sz="1100">
                <a:latin typeface="Open Sans Light"/>
                <a:ea typeface="Open Sans Light"/>
                <a:cs typeface="Open Sans Light"/>
                <a:sym typeface="Open Sans Light"/>
              </a:rPr>
              <a:t>→ model quality,</a:t>
            </a:r>
            <a:br>
              <a:rPr lang="en-GB" sz="1100">
                <a:latin typeface="Open Sans Light"/>
                <a:ea typeface="Open Sans Light"/>
                <a:cs typeface="Open Sans Light"/>
                <a:sym typeface="Open Sans Light"/>
              </a:rPr>
            </a:br>
            <a:endParaRPr sz="1100">
              <a:latin typeface="Open Sans Light"/>
              <a:ea typeface="Open Sans Light"/>
              <a:cs typeface="Open Sans Light"/>
              <a:sym typeface="Open Sans Light"/>
            </a:endParaRPr>
          </a:p>
          <a:p>
            <a:pPr indent="0" lvl="0" marL="0" rtl="0" algn="l">
              <a:spcBef>
                <a:spcPts val="0"/>
              </a:spcBef>
              <a:spcAft>
                <a:spcPts val="0"/>
              </a:spcAft>
              <a:buNone/>
            </a:pPr>
            <a:r>
              <a:rPr lang="en-GB" sz="1100">
                <a:latin typeface="Open Sans Light"/>
                <a:ea typeface="Open Sans Light"/>
                <a:cs typeface="Open Sans Light"/>
                <a:sym typeface="Open Sans Light"/>
              </a:rPr>
              <a:t>              </a:t>
            </a:r>
            <a:r>
              <a:rPr b="1" lang="en-GB" sz="1100">
                <a:latin typeface="Open Sans"/>
                <a:ea typeface="Open Sans"/>
                <a:cs typeface="Open Sans"/>
                <a:sym typeface="Open Sans"/>
              </a:rPr>
              <a:t>Recall</a:t>
            </a:r>
            <a:r>
              <a:rPr lang="en-GB" sz="1100">
                <a:latin typeface="Open Sans Light"/>
                <a:ea typeface="Open Sans Light"/>
                <a:cs typeface="Open Sans Light"/>
                <a:sym typeface="Open Sans Light"/>
              </a:rPr>
              <a:t> → practical fraud detection effectiveness.</a:t>
            </a: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sz="1100">
              <a:latin typeface="Open Sans Light"/>
              <a:ea typeface="Open Sans Light"/>
              <a:cs typeface="Open Sans Light"/>
              <a:sym typeface="Open Sans Light"/>
            </a:endParaRPr>
          </a:p>
          <a:p>
            <a:pPr indent="0" lvl="0" marL="0" rtl="0" algn="l">
              <a:spcBef>
                <a:spcPts val="0"/>
              </a:spcBef>
              <a:spcAft>
                <a:spcPts val="0"/>
              </a:spcAft>
              <a:buNone/>
            </a:pPr>
            <a:r>
              <a:t/>
            </a:r>
            <a:endParaRPr sz="1100">
              <a:latin typeface="Open Sans Light"/>
              <a:ea typeface="Open Sans Light"/>
              <a:cs typeface="Open Sans Light"/>
              <a:sym typeface="Open Sans Light"/>
            </a:endParaRPr>
          </a:p>
        </p:txBody>
      </p:sp>
      <p:grpSp>
        <p:nvGrpSpPr>
          <p:cNvPr id="1432" name="Google Shape;1432;p80"/>
          <p:cNvGrpSpPr/>
          <p:nvPr/>
        </p:nvGrpSpPr>
        <p:grpSpPr>
          <a:xfrm>
            <a:off x="1095024" y="1560507"/>
            <a:ext cx="370934" cy="367521"/>
            <a:chOff x="-63679950" y="4093450"/>
            <a:chExt cx="320600" cy="317650"/>
          </a:xfrm>
        </p:grpSpPr>
        <p:sp>
          <p:nvSpPr>
            <p:cNvPr id="1433" name="Google Shape;1433;p80"/>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 name="Google Shape;1434;p80"/>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 name="Google Shape;1435;p80"/>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36" name="Google Shape;1436;p80"/>
          <p:cNvSpPr/>
          <p:nvPr/>
        </p:nvSpPr>
        <p:spPr>
          <a:xfrm>
            <a:off x="1629164" y="203427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37" name="Google Shape;1437;p80"/>
          <p:cNvGrpSpPr/>
          <p:nvPr/>
        </p:nvGrpSpPr>
        <p:grpSpPr>
          <a:xfrm>
            <a:off x="1159876" y="2733835"/>
            <a:ext cx="359972" cy="366480"/>
            <a:chOff x="-62148800" y="3377700"/>
            <a:chExt cx="311125" cy="316750"/>
          </a:xfrm>
        </p:grpSpPr>
        <p:sp>
          <p:nvSpPr>
            <p:cNvPr id="1438" name="Google Shape;1438;p80"/>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 name="Google Shape;1439;p80"/>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0" name="Google Shape;1440;p80"/>
          <p:cNvGrpSpPr/>
          <p:nvPr/>
        </p:nvGrpSpPr>
        <p:grpSpPr>
          <a:xfrm>
            <a:off x="1656173" y="3187140"/>
            <a:ext cx="370937" cy="365436"/>
            <a:chOff x="-60232500" y="4101525"/>
            <a:chExt cx="268600" cy="315875"/>
          </a:xfrm>
        </p:grpSpPr>
        <p:sp>
          <p:nvSpPr>
            <p:cNvPr id="1441" name="Google Shape;1441;p80"/>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80"/>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43" name="Google Shape;1443;p80"/>
          <p:cNvSpPr/>
          <p:nvPr/>
        </p:nvSpPr>
        <p:spPr>
          <a:xfrm>
            <a:off x="1156699" y="3672222"/>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44" name="Google Shape;1444;p80"/>
          <p:cNvGrpSpPr/>
          <p:nvPr/>
        </p:nvGrpSpPr>
        <p:grpSpPr>
          <a:xfrm>
            <a:off x="1630980" y="4155841"/>
            <a:ext cx="366364" cy="359075"/>
            <a:chOff x="-60988625" y="3740800"/>
            <a:chExt cx="316650" cy="310350"/>
          </a:xfrm>
        </p:grpSpPr>
        <p:sp>
          <p:nvSpPr>
            <p:cNvPr id="1445" name="Google Shape;1445;p80"/>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80"/>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 name="Google Shape;1447;p80"/>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1" name="Shape 1451"/>
        <p:cNvGrpSpPr/>
        <p:nvPr/>
      </p:nvGrpSpPr>
      <p:grpSpPr>
        <a:xfrm>
          <a:off x="0" y="0"/>
          <a:ext cx="0" cy="0"/>
          <a:chOff x="0" y="0"/>
          <a:chExt cx="0" cy="0"/>
        </a:xfrm>
      </p:grpSpPr>
      <p:sp>
        <p:nvSpPr>
          <p:cNvPr id="1452" name="Google Shape;1452;p81"/>
          <p:cNvSpPr/>
          <p:nvPr/>
        </p:nvSpPr>
        <p:spPr>
          <a:xfrm>
            <a:off x="5914800" y="-75"/>
            <a:ext cx="3229200" cy="43281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53" name="Google Shape;1453;p81"/>
          <p:cNvGrpSpPr/>
          <p:nvPr/>
        </p:nvGrpSpPr>
        <p:grpSpPr>
          <a:xfrm flipH="1">
            <a:off x="5914612" y="4323416"/>
            <a:ext cx="3229222" cy="820210"/>
            <a:chOff x="5914788" y="4092325"/>
            <a:chExt cx="3229222" cy="1032360"/>
          </a:xfrm>
        </p:grpSpPr>
        <p:sp>
          <p:nvSpPr>
            <p:cNvPr id="1454" name="Google Shape;1454;p81"/>
            <p:cNvSpPr/>
            <p:nvPr/>
          </p:nvSpPr>
          <p:spPr>
            <a:xfrm>
              <a:off x="9046392" y="5030625"/>
              <a:ext cx="97591" cy="94060"/>
            </a:xfrm>
            <a:custGeom>
              <a:rect b="b" l="l" r="r" t="t"/>
              <a:pathLst>
                <a:path extrusionOk="0" h="1467" w="1522">
                  <a:moveTo>
                    <a:pt x="1522" y="1"/>
                  </a:moveTo>
                  <a:lnTo>
                    <a:pt x="1" y="1467"/>
                  </a:lnTo>
                  <a:lnTo>
                    <a:pt x="1522" y="1467"/>
                  </a:lnTo>
                  <a:lnTo>
                    <a:pt x="152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 name="Google Shape;1455;p81"/>
            <p:cNvSpPr/>
            <p:nvPr/>
          </p:nvSpPr>
          <p:spPr>
            <a:xfrm>
              <a:off x="8686560" y="4683876"/>
              <a:ext cx="457432" cy="440808"/>
            </a:xfrm>
            <a:custGeom>
              <a:rect b="b" l="l" r="r" t="t"/>
              <a:pathLst>
                <a:path extrusionOk="0" h="6875" w="7134">
                  <a:moveTo>
                    <a:pt x="7134" y="1"/>
                  </a:moveTo>
                  <a:lnTo>
                    <a:pt x="0" y="6875"/>
                  </a:lnTo>
                  <a:lnTo>
                    <a:pt x="3321" y="6875"/>
                  </a:lnTo>
                  <a:lnTo>
                    <a:pt x="7134" y="3201"/>
                  </a:lnTo>
                  <a:lnTo>
                    <a:pt x="713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 name="Google Shape;1456;p81"/>
            <p:cNvSpPr/>
            <p:nvPr/>
          </p:nvSpPr>
          <p:spPr>
            <a:xfrm>
              <a:off x="8899497" y="4889053"/>
              <a:ext cx="244490" cy="235632"/>
            </a:xfrm>
            <a:custGeom>
              <a:rect b="b" l="l" r="r" t="t"/>
              <a:pathLst>
                <a:path extrusionOk="0" h="3675" w="3813">
                  <a:moveTo>
                    <a:pt x="3813" y="1"/>
                  </a:moveTo>
                  <a:lnTo>
                    <a:pt x="0" y="3675"/>
                  </a:lnTo>
                  <a:lnTo>
                    <a:pt x="2292" y="3675"/>
                  </a:lnTo>
                  <a:lnTo>
                    <a:pt x="3813" y="2209"/>
                  </a:lnTo>
                  <a:lnTo>
                    <a:pt x="381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81"/>
            <p:cNvSpPr/>
            <p:nvPr/>
          </p:nvSpPr>
          <p:spPr>
            <a:xfrm>
              <a:off x="7966831" y="4092325"/>
              <a:ext cx="1177179" cy="1032356"/>
            </a:xfrm>
            <a:custGeom>
              <a:rect b="b" l="l" r="r" t="t"/>
              <a:pathLst>
                <a:path extrusionOk="0" h="16101" w="18359">
                  <a:moveTo>
                    <a:pt x="16709" y="1"/>
                  </a:moveTo>
                  <a:lnTo>
                    <a:pt x="1" y="16101"/>
                  </a:lnTo>
                  <a:lnTo>
                    <a:pt x="3320" y="16101"/>
                  </a:lnTo>
                  <a:lnTo>
                    <a:pt x="18359" y="1610"/>
                  </a:lnTo>
                  <a:lnTo>
                    <a:pt x="183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81"/>
            <p:cNvSpPr/>
            <p:nvPr/>
          </p:nvSpPr>
          <p:spPr>
            <a:xfrm>
              <a:off x="5914788" y="4092325"/>
              <a:ext cx="457432" cy="440808"/>
            </a:xfrm>
            <a:custGeom>
              <a:rect b="b" l="l" r="r" t="t"/>
              <a:pathLst>
                <a:path extrusionOk="0" h="6875" w="7134">
                  <a:moveTo>
                    <a:pt x="3814" y="1"/>
                  </a:moveTo>
                  <a:lnTo>
                    <a:pt x="0" y="3674"/>
                  </a:lnTo>
                  <a:lnTo>
                    <a:pt x="0" y="6874"/>
                  </a:lnTo>
                  <a:lnTo>
                    <a:pt x="713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 name="Google Shape;1459;p81"/>
            <p:cNvSpPr/>
            <p:nvPr/>
          </p:nvSpPr>
          <p:spPr>
            <a:xfrm>
              <a:off x="7606935" y="4092325"/>
              <a:ext cx="1284388" cy="1032356"/>
            </a:xfrm>
            <a:custGeom>
              <a:rect b="b" l="l" r="r" t="t"/>
              <a:pathLst>
                <a:path extrusionOk="0" h="16101" w="20031">
                  <a:moveTo>
                    <a:pt x="16710" y="1"/>
                  </a:moveTo>
                  <a:lnTo>
                    <a:pt x="0" y="16101"/>
                  </a:lnTo>
                  <a:lnTo>
                    <a:pt x="3321" y="16101"/>
                  </a:lnTo>
                  <a:lnTo>
                    <a:pt x="200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 name="Google Shape;1460;p81"/>
            <p:cNvSpPr/>
            <p:nvPr/>
          </p:nvSpPr>
          <p:spPr>
            <a:xfrm>
              <a:off x="5914788" y="4092325"/>
              <a:ext cx="97591" cy="94060"/>
            </a:xfrm>
            <a:custGeom>
              <a:rect b="b" l="l" r="r" t="t"/>
              <a:pathLst>
                <a:path extrusionOk="0" h="1467" w="1522">
                  <a:moveTo>
                    <a:pt x="0" y="1"/>
                  </a:moveTo>
                  <a:lnTo>
                    <a:pt x="0" y="1466"/>
                  </a:lnTo>
                  <a:lnTo>
                    <a:pt x="152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81"/>
            <p:cNvSpPr/>
            <p:nvPr/>
          </p:nvSpPr>
          <p:spPr>
            <a:xfrm>
              <a:off x="8326728" y="4337127"/>
              <a:ext cx="817274" cy="787555"/>
            </a:xfrm>
            <a:custGeom>
              <a:rect b="b" l="l" r="r" t="t"/>
              <a:pathLst>
                <a:path extrusionOk="0" h="12283" w="12746">
                  <a:moveTo>
                    <a:pt x="12746" y="1"/>
                  </a:moveTo>
                  <a:lnTo>
                    <a:pt x="0" y="12283"/>
                  </a:lnTo>
                  <a:lnTo>
                    <a:pt x="3321" y="12283"/>
                  </a:lnTo>
                  <a:lnTo>
                    <a:pt x="12746" y="3201"/>
                  </a:lnTo>
                  <a:lnTo>
                    <a:pt x="1274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81"/>
            <p:cNvSpPr/>
            <p:nvPr/>
          </p:nvSpPr>
          <p:spPr>
            <a:xfrm>
              <a:off x="6527310" y="4092325"/>
              <a:ext cx="1284452" cy="1032356"/>
            </a:xfrm>
            <a:custGeom>
              <a:rect b="b" l="l" r="r" t="t"/>
              <a:pathLst>
                <a:path extrusionOk="0" h="16101" w="20032">
                  <a:moveTo>
                    <a:pt x="16710" y="1"/>
                  </a:moveTo>
                  <a:lnTo>
                    <a:pt x="1" y="16101"/>
                  </a:lnTo>
                  <a:lnTo>
                    <a:pt x="3322" y="16101"/>
                  </a:lnTo>
                  <a:lnTo>
                    <a:pt x="200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81"/>
            <p:cNvSpPr/>
            <p:nvPr/>
          </p:nvSpPr>
          <p:spPr>
            <a:xfrm>
              <a:off x="7247039" y="4092325"/>
              <a:ext cx="1284452" cy="1032356"/>
            </a:xfrm>
            <a:custGeom>
              <a:rect b="b" l="l" r="r" t="t"/>
              <a:pathLst>
                <a:path extrusionOk="0" h="16101" w="20032">
                  <a:moveTo>
                    <a:pt x="16710" y="1"/>
                  </a:moveTo>
                  <a:lnTo>
                    <a:pt x="1" y="16101"/>
                  </a:lnTo>
                  <a:lnTo>
                    <a:pt x="3322" y="16101"/>
                  </a:lnTo>
                  <a:lnTo>
                    <a:pt x="200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 name="Google Shape;1464;p81"/>
            <p:cNvSpPr/>
            <p:nvPr/>
          </p:nvSpPr>
          <p:spPr>
            <a:xfrm>
              <a:off x="6887207" y="4092325"/>
              <a:ext cx="1284388" cy="1032356"/>
            </a:xfrm>
            <a:custGeom>
              <a:rect b="b" l="l" r="r" t="t"/>
              <a:pathLst>
                <a:path extrusionOk="0" h="16101" w="20031">
                  <a:moveTo>
                    <a:pt x="16710" y="1"/>
                  </a:moveTo>
                  <a:lnTo>
                    <a:pt x="0" y="16101"/>
                  </a:lnTo>
                  <a:lnTo>
                    <a:pt x="3321" y="16101"/>
                  </a:lnTo>
                  <a:lnTo>
                    <a:pt x="200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81"/>
            <p:cNvSpPr/>
            <p:nvPr/>
          </p:nvSpPr>
          <p:spPr>
            <a:xfrm>
              <a:off x="6167478" y="4092325"/>
              <a:ext cx="1284388" cy="1032356"/>
            </a:xfrm>
            <a:custGeom>
              <a:rect b="b" l="l" r="r" t="t"/>
              <a:pathLst>
                <a:path extrusionOk="0" h="16101" w="20031">
                  <a:moveTo>
                    <a:pt x="16710" y="1"/>
                  </a:moveTo>
                  <a:lnTo>
                    <a:pt x="0" y="16101"/>
                  </a:lnTo>
                  <a:lnTo>
                    <a:pt x="3321" y="16101"/>
                  </a:lnTo>
                  <a:lnTo>
                    <a:pt x="200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81"/>
            <p:cNvSpPr/>
            <p:nvPr/>
          </p:nvSpPr>
          <p:spPr>
            <a:xfrm>
              <a:off x="5914788" y="4092325"/>
              <a:ext cx="1177243" cy="1032356"/>
            </a:xfrm>
            <a:custGeom>
              <a:rect b="b" l="l" r="r" t="t"/>
              <a:pathLst>
                <a:path extrusionOk="0" h="16101" w="18360">
                  <a:moveTo>
                    <a:pt x="15039" y="1"/>
                  </a:moveTo>
                  <a:lnTo>
                    <a:pt x="0" y="14491"/>
                  </a:lnTo>
                  <a:lnTo>
                    <a:pt x="0" y="16101"/>
                  </a:lnTo>
                  <a:lnTo>
                    <a:pt x="1650" y="16101"/>
                  </a:lnTo>
                  <a:lnTo>
                    <a:pt x="183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81"/>
            <p:cNvSpPr/>
            <p:nvPr/>
          </p:nvSpPr>
          <p:spPr>
            <a:xfrm>
              <a:off x="5914788" y="4092325"/>
              <a:ext cx="817274" cy="787555"/>
            </a:xfrm>
            <a:custGeom>
              <a:rect b="b" l="l" r="r" t="t"/>
              <a:pathLst>
                <a:path extrusionOk="0" h="12283" w="12746">
                  <a:moveTo>
                    <a:pt x="9426" y="1"/>
                  </a:moveTo>
                  <a:lnTo>
                    <a:pt x="0" y="9083"/>
                  </a:lnTo>
                  <a:lnTo>
                    <a:pt x="0" y="12282"/>
                  </a:lnTo>
                  <a:lnTo>
                    <a:pt x="1274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81"/>
            <p:cNvSpPr/>
            <p:nvPr/>
          </p:nvSpPr>
          <p:spPr>
            <a:xfrm>
              <a:off x="5914788" y="4092325"/>
              <a:ext cx="244554" cy="235632"/>
            </a:xfrm>
            <a:custGeom>
              <a:rect b="b" l="l" r="r" t="t"/>
              <a:pathLst>
                <a:path extrusionOk="0" h="3675" w="3814">
                  <a:moveTo>
                    <a:pt x="1521" y="1"/>
                  </a:moveTo>
                  <a:lnTo>
                    <a:pt x="0" y="1466"/>
                  </a:lnTo>
                  <a:lnTo>
                    <a:pt x="0" y="3674"/>
                  </a:lnTo>
                  <a:lnTo>
                    <a:pt x="381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81"/>
            <p:cNvSpPr/>
            <p:nvPr/>
          </p:nvSpPr>
          <p:spPr>
            <a:xfrm>
              <a:off x="5914788" y="4092325"/>
              <a:ext cx="604459" cy="582379"/>
            </a:xfrm>
            <a:custGeom>
              <a:rect b="b" l="l" r="r" t="t"/>
              <a:pathLst>
                <a:path extrusionOk="0" h="9083" w="9427">
                  <a:moveTo>
                    <a:pt x="7133" y="1"/>
                  </a:moveTo>
                  <a:lnTo>
                    <a:pt x="0" y="6874"/>
                  </a:lnTo>
                  <a:lnTo>
                    <a:pt x="0" y="9083"/>
                  </a:lnTo>
                  <a:lnTo>
                    <a:pt x="94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81"/>
            <p:cNvSpPr/>
            <p:nvPr/>
          </p:nvSpPr>
          <p:spPr>
            <a:xfrm>
              <a:off x="5914788" y="4092325"/>
              <a:ext cx="964301" cy="929127"/>
            </a:xfrm>
            <a:custGeom>
              <a:rect b="b" l="l" r="r" t="t"/>
              <a:pathLst>
                <a:path extrusionOk="0" h="14491" w="15039">
                  <a:moveTo>
                    <a:pt x="12746" y="1"/>
                  </a:moveTo>
                  <a:lnTo>
                    <a:pt x="0" y="12282"/>
                  </a:lnTo>
                  <a:lnTo>
                    <a:pt x="0" y="14491"/>
                  </a:lnTo>
                  <a:lnTo>
                    <a:pt x="1503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81"/>
            <p:cNvSpPr/>
            <p:nvPr/>
          </p:nvSpPr>
          <p:spPr>
            <a:xfrm>
              <a:off x="6020519"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81"/>
            <p:cNvSpPr/>
            <p:nvPr/>
          </p:nvSpPr>
          <p:spPr>
            <a:xfrm>
              <a:off x="6380415" y="4092325"/>
              <a:ext cx="1218408" cy="1032356"/>
            </a:xfrm>
            <a:custGeom>
              <a:rect b="b" l="l" r="r" t="t"/>
              <a:pathLst>
                <a:path extrusionOk="0" h="16101" w="19002">
                  <a:moveTo>
                    <a:pt x="16710" y="1"/>
                  </a:moveTo>
                  <a:lnTo>
                    <a:pt x="0" y="16101"/>
                  </a:lnTo>
                  <a:lnTo>
                    <a:pt x="2292" y="16101"/>
                  </a:lnTo>
                  <a:lnTo>
                    <a:pt x="1900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 name="Google Shape;1473;p81"/>
            <p:cNvSpPr/>
            <p:nvPr/>
          </p:nvSpPr>
          <p:spPr>
            <a:xfrm>
              <a:off x="6740248"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81"/>
            <p:cNvSpPr/>
            <p:nvPr/>
          </p:nvSpPr>
          <p:spPr>
            <a:xfrm>
              <a:off x="7100144" y="4092325"/>
              <a:ext cx="1218408" cy="1032356"/>
            </a:xfrm>
            <a:custGeom>
              <a:rect b="b" l="l" r="r" t="t"/>
              <a:pathLst>
                <a:path extrusionOk="0" h="16101" w="19002">
                  <a:moveTo>
                    <a:pt x="16710" y="1"/>
                  </a:moveTo>
                  <a:lnTo>
                    <a:pt x="0" y="16101"/>
                  </a:lnTo>
                  <a:lnTo>
                    <a:pt x="2292" y="16101"/>
                  </a:lnTo>
                  <a:lnTo>
                    <a:pt x="1900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81"/>
            <p:cNvSpPr/>
            <p:nvPr/>
          </p:nvSpPr>
          <p:spPr>
            <a:xfrm>
              <a:off x="7459976"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81"/>
            <p:cNvSpPr/>
            <p:nvPr/>
          </p:nvSpPr>
          <p:spPr>
            <a:xfrm>
              <a:off x="7819808" y="4092325"/>
              <a:ext cx="1218472" cy="1032356"/>
            </a:xfrm>
            <a:custGeom>
              <a:rect b="b" l="l" r="r" t="t"/>
              <a:pathLst>
                <a:path extrusionOk="0" h="16101" w="19003">
                  <a:moveTo>
                    <a:pt x="16710" y="1"/>
                  </a:moveTo>
                  <a:lnTo>
                    <a:pt x="1" y="16101"/>
                  </a:lnTo>
                  <a:lnTo>
                    <a:pt x="2294"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81"/>
            <p:cNvSpPr/>
            <p:nvPr/>
          </p:nvSpPr>
          <p:spPr>
            <a:xfrm>
              <a:off x="8179704" y="4195555"/>
              <a:ext cx="964301" cy="929127"/>
            </a:xfrm>
            <a:custGeom>
              <a:rect b="b" l="l" r="r" t="t"/>
              <a:pathLst>
                <a:path extrusionOk="0" h="14491" w="15039">
                  <a:moveTo>
                    <a:pt x="15039" y="0"/>
                  </a:moveTo>
                  <a:lnTo>
                    <a:pt x="0" y="14491"/>
                  </a:lnTo>
                  <a:lnTo>
                    <a:pt x="2293" y="14491"/>
                  </a:lnTo>
                  <a:lnTo>
                    <a:pt x="15039" y="2209"/>
                  </a:lnTo>
                  <a:lnTo>
                    <a:pt x="1503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81"/>
            <p:cNvSpPr/>
            <p:nvPr/>
          </p:nvSpPr>
          <p:spPr>
            <a:xfrm>
              <a:off x="8539601" y="4542304"/>
              <a:ext cx="604395" cy="582379"/>
            </a:xfrm>
            <a:custGeom>
              <a:rect b="b" l="l" r="r" t="t"/>
              <a:pathLst>
                <a:path extrusionOk="0" h="9083" w="9426">
                  <a:moveTo>
                    <a:pt x="9426" y="1"/>
                  </a:moveTo>
                  <a:lnTo>
                    <a:pt x="1" y="9083"/>
                  </a:lnTo>
                  <a:lnTo>
                    <a:pt x="2292" y="9083"/>
                  </a:lnTo>
                  <a:lnTo>
                    <a:pt x="9426" y="2209"/>
                  </a:lnTo>
                  <a:lnTo>
                    <a:pt x="94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9" name="Google Shape;1479;p81"/>
          <p:cNvSpPr/>
          <p:nvPr/>
        </p:nvSpPr>
        <p:spPr>
          <a:xfrm>
            <a:off x="930338" y="639781"/>
            <a:ext cx="1792800" cy="17928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81"/>
          <p:cNvSpPr txBox="1"/>
          <p:nvPr>
            <p:ph type="title"/>
          </p:nvPr>
        </p:nvSpPr>
        <p:spPr>
          <a:xfrm flipH="1">
            <a:off x="791307" y="2616238"/>
            <a:ext cx="4462200" cy="1426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600"/>
              <a:buNone/>
            </a:pPr>
            <a:r>
              <a:rPr lang="en-GB">
                <a:latin typeface="Raleway ExtraBold"/>
                <a:ea typeface="Raleway ExtraBold"/>
                <a:cs typeface="Raleway ExtraBold"/>
                <a:sym typeface="Raleway ExtraBold"/>
              </a:rPr>
              <a:t>RESULTS</a:t>
            </a:r>
            <a:endParaRPr/>
          </a:p>
        </p:txBody>
      </p:sp>
      <p:sp>
        <p:nvSpPr>
          <p:cNvPr id="1481" name="Google Shape;1481;p81"/>
          <p:cNvSpPr txBox="1"/>
          <p:nvPr>
            <p:ph idx="2" type="title"/>
          </p:nvPr>
        </p:nvSpPr>
        <p:spPr>
          <a:xfrm flipH="1">
            <a:off x="791300" y="639775"/>
            <a:ext cx="2070900" cy="1448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000"/>
              <a:buNone/>
            </a:pPr>
            <a:r>
              <a:rPr lang="en-GB"/>
              <a:t>03</a:t>
            </a:r>
            <a:endParaRPr/>
          </a:p>
        </p:txBody>
      </p:sp>
      <p:grpSp>
        <p:nvGrpSpPr>
          <p:cNvPr id="1482" name="Google Shape;1482;p81"/>
          <p:cNvGrpSpPr/>
          <p:nvPr/>
        </p:nvGrpSpPr>
        <p:grpSpPr>
          <a:xfrm>
            <a:off x="6824022" y="341625"/>
            <a:ext cx="1416153" cy="3644700"/>
            <a:chOff x="913822" y="341700"/>
            <a:chExt cx="1416153" cy="3644700"/>
          </a:xfrm>
        </p:grpSpPr>
        <p:grpSp>
          <p:nvGrpSpPr>
            <p:cNvPr id="1483" name="Google Shape;1483;p81"/>
            <p:cNvGrpSpPr/>
            <p:nvPr/>
          </p:nvGrpSpPr>
          <p:grpSpPr>
            <a:xfrm>
              <a:off x="979900" y="341700"/>
              <a:ext cx="1278600" cy="3644700"/>
              <a:chOff x="979900" y="314325"/>
              <a:chExt cx="1278600" cy="3644700"/>
            </a:xfrm>
          </p:grpSpPr>
          <p:sp>
            <p:nvSpPr>
              <p:cNvPr id="1484" name="Google Shape;1484;p81"/>
              <p:cNvSpPr/>
              <p:nvPr/>
            </p:nvSpPr>
            <p:spPr>
              <a:xfrm rot="5400000">
                <a:off x="-203150" y="1497375"/>
                <a:ext cx="3644700" cy="12786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 name="Google Shape;1485;p81"/>
              <p:cNvSpPr/>
              <p:nvPr/>
            </p:nvSpPr>
            <p:spPr>
              <a:xfrm rot="5400000">
                <a:off x="-98195" y="1589775"/>
                <a:ext cx="3434700" cy="10938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81"/>
              <p:cNvSpPr/>
              <p:nvPr/>
            </p:nvSpPr>
            <p:spPr>
              <a:xfrm rot="5400000">
                <a:off x="2751" y="1693425"/>
                <a:ext cx="3232800" cy="8865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 name="Google Shape;1487;p81"/>
              <p:cNvSpPr/>
              <p:nvPr/>
            </p:nvSpPr>
            <p:spPr>
              <a:xfrm rot="5400000">
                <a:off x="103610" y="1806825"/>
                <a:ext cx="3031200" cy="659700"/>
              </a:xfrm>
              <a:prstGeom prst="roundRect">
                <a:avLst>
                  <a:gd fmla="val 3544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8" name="Google Shape;1488;p81"/>
            <p:cNvGrpSpPr/>
            <p:nvPr/>
          </p:nvGrpSpPr>
          <p:grpSpPr>
            <a:xfrm>
              <a:off x="2193219" y="954497"/>
              <a:ext cx="136756" cy="175987"/>
              <a:chOff x="1897944" y="1497422"/>
              <a:chExt cx="136756" cy="175987"/>
            </a:xfrm>
          </p:grpSpPr>
          <p:sp>
            <p:nvSpPr>
              <p:cNvPr id="1489" name="Google Shape;1489;p81"/>
              <p:cNvSpPr/>
              <p:nvPr/>
            </p:nvSpPr>
            <p:spPr>
              <a:xfrm>
                <a:off x="1917715" y="1497422"/>
                <a:ext cx="97213" cy="175987"/>
              </a:xfrm>
              <a:custGeom>
                <a:rect b="b" l="l" r="r" t="t"/>
                <a:pathLst>
                  <a:path extrusionOk="0" h="3961" w="2188">
                    <a:moveTo>
                      <a:pt x="0" y="0"/>
                    </a:moveTo>
                    <a:lnTo>
                      <a:pt x="0" y="3961"/>
                    </a:lnTo>
                    <a:lnTo>
                      <a:pt x="2188" y="3961"/>
                    </a:lnTo>
                    <a:lnTo>
                      <a:pt x="2188"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81"/>
              <p:cNvSpPr/>
              <p:nvPr/>
            </p:nvSpPr>
            <p:spPr>
              <a:xfrm>
                <a:off x="1897944" y="1538742"/>
                <a:ext cx="136756" cy="81529"/>
              </a:xfrm>
              <a:custGeom>
                <a:rect b="b" l="l" r="r" t="t"/>
                <a:pathLst>
                  <a:path extrusionOk="0" h="1835" w="3078">
                    <a:moveTo>
                      <a:pt x="1539" y="1"/>
                    </a:moveTo>
                    <a:lnTo>
                      <a:pt x="0" y="1835"/>
                    </a:lnTo>
                    <a:lnTo>
                      <a:pt x="3078" y="1835"/>
                    </a:lnTo>
                    <a:lnTo>
                      <a:pt x="1539"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1" name="Google Shape;1491;p81"/>
            <p:cNvGrpSpPr/>
            <p:nvPr/>
          </p:nvGrpSpPr>
          <p:grpSpPr>
            <a:xfrm>
              <a:off x="1009180" y="733662"/>
              <a:ext cx="136800" cy="175987"/>
              <a:chOff x="975855" y="1419225"/>
              <a:chExt cx="136800" cy="175987"/>
            </a:xfrm>
          </p:grpSpPr>
          <p:sp>
            <p:nvSpPr>
              <p:cNvPr id="1492" name="Google Shape;1492;p81"/>
              <p:cNvSpPr/>
              <p:nvPr/>
            </p:nvSpPr>
            <p:spPr>
              <a:xfrm>
                <a:off x="995671" y="1419225"/>
                <a:ext cx="97213" cy="175987"/>
              </a:xfrm>
              <a:custGeom>
                <a:rect b="b" l="l" r="r" t="t"/>
                <a:pathLst>
                  <a:path extrusionOk="0" h="3961" w="2188">
                    <a:moveTo>
                      <a:pt x="0" y="1"/>
                    </a:moveTo>
                    <a:lnTo>
                      <a:pt x="0" y="3961"/>
                    </a:lnTo>
                    <a:lnTo>
                      <a:pt x="2187" y="3961"/>
                    </a:lnTo>
                    <a:lnTo>
                      <a:pt x="2187"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81"/>
              <p:cNvSpPr/>
              <p:nvPr/>
            </p:nvSpPr>
            <p:spPr>
              <a:xfrm>
                <a:off x="975855" y="1460545"/>
                <a:ext cx="136800" cy="81618"/>
              </a:xfrm>
              <a:custGeom>
                <a:rect b="b" l="l" r="r" t="t"/>
                <a:pathLst>
                  <a:path extrusionOk="0" h="1837" w="3079">
                    <a:moveTo>
                      <a:pt x="1540" y="1"/>
                    </a:moveTo>
                    <a:lnTo>
                      <a:pt x="1" y="1836"/>
                    </a:lnTo>
                    <a:lnTo>
                      <a:pt x="3079" y="1836"/>
                    </a:lnTo>
                    <a:lnTo>
                      <a:pt x="1540"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4" name="Google Shape;1494;p81"/>
            <p:cNvGrpSpPr/>
            <p:nvPr/>
          </p:nvGrpSpPr>
          <p:grpSpPr>
            <a:xfrm>
              <a:off x="2102522" y="3241113"/>
              <a:ext cx="136844" cy="175987"/>
              <a:chOff x="1773897" y="3022038"/>
              <a:chExt cx="136844" cy="175987"/>
            </a:xfrm>
          </p:grpSpPr>
          <p:sp>
            <p:nvSpPr>
              <p:cNvPr id="1495" name="Google Shape;1495;p81"/>
              <p:cNvSpPr/>
              <p:nvPr/>
            </p:nvSpPr>
            <p:spPr>
              <a:xfrm>
                <a:off x="1793713" y="3022038"/>
                <a:ext cx="97257" cy="175987"/>
              </a:xfrm>
              <a:custGeom>
                <a:rect b="b" l="l" r="r" t="t"/>
                <a:pathLst>
                  <a:path extrusionOk="0" h="3961" w="2189">
                    <a:moveTo>
                      <a:pt x="0" y="0"/>
                    </a:moveTo>
                    <a:lnTo>
                      <a:pt x="0" y="3961"/>
                    </a:lnTo>
                    <a:lnTo>
                      <a:pt x="2188" y="3961"/>
                    </a:lnTo>
                    <a:lnTo>
                      <a:pt x="2188"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81"/>
              <p:cNvSpPr/>
              <p:nvPr/>
            </p:nvSpPr>
            <p:spPr>
              <a:xfrm>
                <a:off x="1773897" y="3075132"/>
                <a:ext cx="136844" cy="81573"/>
              </a:xfrm>
              <a:custGeom>
                <a:rect b="b" l="l" r="r" t="t"/>
                <a:pathLst>
                  <a:path extrusionOk="0" h="1836" w="3080">
                    <a:moveTo>
                      <a:pt x="1" y="0"/>
                    </a:moveTo>
                    <a:lnTo>
                      <a:pt x="1541" y="1835"/>
                    </a:lnTo>
                    <a:lnTo>
                      <a:pt x="3080"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7" name="Google Shape;1497;p81"/>
            <p:cNvGrpSpPr/>
            <p:nvPr/>
          </p:nvGrpSpPr>
          <p:grpSpPr>
            <a:xfrm>
              <a:off x="913822" y="2760610"/>
              <a:ext cx="136800" cy="175987"/>
              <a:chOff x="851897" y="2593910"/>
              <a:chExt cx="136800" cy="175987"/>
            </a:xfrm>
          </p:grpSpPr>
          <p:sp>
            <p:nvSpPr>
              <p:cNvPr id="1498" name="Google Shape;1498;p81"/>
              <p:cNvSpPr/>
              <p:nvPr/>
            </p:nvSpPr>
            <p:spPr>
              <a:xfrm>
                <a:off x="871713" y="2593910"/>
                <a:ext cx="97213" cy="175987"/>
              </a:xfrm>
              <a:custGeom>
                <a:rect b="b" l="l" r="r" t="t"/>
                <a:pathLst>
                  <a:path extrusionOk="0" h="3961" w="2188">
                    <a:moveTo>
                      <a:pt x="0" y="0"/>
                    </a:moveTo>
                    <a:lnTo>
                      <a:pt x="0" y="3961"/>
                    </a:lnTo>
                    <a:lnTo>
                      <a:pt x="2187" y="3961"/>
                    </a:lnTo>
                    <a:lnTo>
                      <a:pt x="2187"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81"/>
              <p:cNvSpPr/>
              <p:nvPr/>
            </p:nvSpPr>
            <p:spPr>
              <a:xfrm>
                <a:off x="851897" y="2647049"/>
                <a:ext cx="136800" cy="81529"/>
              </a:xfrm>
              <a:custGeom>
                <a:rect b="b" l="l" r="r" t="t"/>
                <a:pathLst>
                  <a:path extrusionOk="0" h="1835" w="3079">
                    <a:moveTo>
                      <a:pt x="1" y="0"/>
                    </a:moveTo>
                    <a:lnTo>
                      <a:pt x="1540" y="1834"/>
                    </a:lnTo>
                    <a:lnTo>
                      <a:pt x="3079"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500" name="Google Shape;1500;p81"/>
          <p:cNvGrpSpPr/>
          <p:nvPr/>
        </p:nvGrpSpPr>
        <p:grpSpPr>
          <a:xfrm>
            <a:off x="6755303" y="991697"/>
            <a:ext cx="1548193" cy="2344556"/>
            <a:chOff x="874813" y="1108300"/>
            <a:chExt cx="1488647" cy="2254381"/>
          </a:xfrm>
        </p:grpSpPr>
        <p:sp>
          <p:nvSpPr>
            <p:cNvPr id="1501" name="Google Shape;1501;p81"/>
            <p:cNvSpPr/>
            <p:nvPr/>
          </p:nvSpPr>
          <p:spPr>
            <a:xfrm>
              <a:off x="1297461" y="2636239"/>
              <a:ext cx="644809" cy="563115"/>
            </a:xfrm>
            <a:custGeom>
              <a:rect b="b" l="l" r="r" t="t"/>
              <a:pathLst>
                <a:path extrusionOk="0" h="12497" w="14310">
                  <a:moveTo>
                    <a:pt x="1" y="0"/>
                  </a:moveTo>
                  <a:lnTo>
                    <a:pt x="1" y="12496"/>
                  </a:lnTo>
                  <a:lnTo>
                    <a:pt x="14310" y="12496"/>
                  </a:lnTo>
                  <a:lnTo>
                    <a:pt x="14310"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81"/>
            <p:cNvSpPr/>
            <p:nvPr/>
          </p:nvSpPr>
          <p:spPr>
            <a:xfrm>
              <a:off x="1297461" y="3199338"/>
              <a:ext cx="644809" cy="163342"/>
            </a:xfrm>
            <a:custGeom>
              <a:rect b="b" l="l" r="r" t="t"/>
              <a:pathLst>
                <a:path extrusionOk="0" h="3625" w="14310">
                  <a:moveTo>
                    <a:pt x="1" y="1"/>
                  </a:moveTo>
                  <a:lnTo>
                    <a:pt x="2840" y="3624"/>
                  </a:lnTo>
                  <a:lnTo>
                    <a:pt x="11471" y="3624"/>
                  </a:lnTo>
                  <a:lnTo>
                    <a:pt x="1431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81"/>
            <p:cNvSpPr/>
            <p:nvPr/>
          </p:nvSpPr>
          <p:spPr>
            <a:xfrm>
              <a:off x="874813" y="1108300"/>
              <a:ext cx="1488647" cy="1698266"/>
            </a:xfrm>
            <a:custGeom>
              <a:rect b="b" l="l" r="r" t="t"/>
              <a:pathLst>
                <a:path extrusionOk="0" h="37689" w="33037">
                  <a:moveTo>
                    <a:pt x="16539" y="0"/>
                  </a:moveTo>
                  <a:cubicBezTo>
                    <a:pt x="7530" y="0"/>
                    <a:pt x="108" y="7329"/>
                    <a:pt x="36" y="16364"/>
                  </a:cubicBezTo>
                  <a:cubicBezTo>
                    <a:pt x="0" y="20651"/>
                    <a:pt x="1601" y="24564"/>
                    <a:pt x="4251" y="27517"/>
                  </a:cubicBezTo>
                  <a:cubicBezTo>
                    <a:pt x="5795" y="29238"/>
                    <a:pt x="6617" y="31488"/>
                    <a:pt x="6617" y="33799"/>
                  </a:cubicBezTo>
                  <a:lnTo>
                    <a:pt x="6617" y="35435"/>
                  </a:lnTo>
                  <a:cubicBezTo>
                    <a:pt x="6617" y="36679"/>
                    <a:pt x="7627" y="37689"/>
                    <a:pt x="8871" y="37689"/>
                  </a:cubicBezTo>
                  <a:lnTo>
                    <a:pt x="24200" y="37689"/>
                  </a:lnTo>
                  <a:cubicBezTo>
                    <a:pt x="25444" y="37689"/>
                    <a:pt x="26453" y="36679"/>
                    <a:pt x="26453" y="35435"/>
                  </a:cubicBezTo>
                  <a:lnTo>
                    <a:pt x="26453" y="33764"/>
                  </a:lnTo>
                  <a:cubicBezTo>
                    <a:pt x="26453" y="31451"/>
                    <a:pt x="27301" y="29217"/>
                    <a:pt x="28842" y="27493"/>
                  </a:cubicBezTo>
                  <a:cubicBezTo>
                    <a:pt x="31451" y="24575"/>
                    <a:pt x="33036" y="20724"/>
                    <a:pt x="33036" y="16501"/>
                  </a:cubicBezTo>
                  <a:cubicBezTo>
                    <a:pt x="33036" y="7461"/>
                    <a:pt x="25768" y="119"/>
                    <a:pt x="16756" y="2"/>
                  </a:cubicBezTo>
                  <a:cubicBezTo>
                    <a:pt x="16684" y="1"/>
                    <a:pt x="16612" y="0"/>
                    <a:pt x="1653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81"/>
            <p:cNvSpPr/>
            <p:nvPr/>
          </p:nvSpPr>
          <p:spPr>
            <a:xfrm>
              <a:off x="1324857" y="2095671"/>
              <a:ext cx="295053" cy="710867"/>
            </a:xfrm>
            <a:custGeom>
              <a:rect b="b" l="l" r="r" t="t"/>
              <a:pathLst>
                <a:path extrusionOk="0" fill="none" h="15776" w="6548">
                  <a:moveTo>
                    <a:pt x="4251" y="15776"/>
                  </a:moveTo>
                  <a:lnTo>
                    <a:pt x="4251" y="2126"/>
                  </a:lnTo>
                  <a:cubicBezTo>
                    <a:pt x="4251" y="952"/>
                    <a:pt x="3300" y="1"/>
                    <a:pt x="2126" y="1"/>
                  </a:cubicBezTo>
                  <a:lnTo>
                    <a:pt x="2126" y="1"/>
                  </a:lnTo>
                  <a:cubicBezTo>
                    <a:pt x="953" y="1"/>
                    <a:pt x="0" y="952"/>
                    <a:pt x="0" y="2126"/>
                  </a:cubicBezTo>
                  <a:lnTo>
                    <a:pt x="0" y="2126"/>
                  </a:lnTo>
                  <a:cubicBezTo>
                    <a:pt x="0" y="3299"/>
                    <a:pt x="953" y="4252"/>
                    <a:pt x="2126" y="4252"/>
                  </a:cubicBezTo>
                  <a:lnTo>
                    <a:pt x="6547" y="4252"/>
                  </a:lnTo>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81"/>
            <p:cNvSpPr/>
            <p:nvPr/>
          </p:nvSpPr>
          <p:spPr>
            <a:xfrm>
              <a:off x="1619854" y="2095671"/>
              <a:ext cx="295053" cy="710867"/>
            </a:xfrm>
            <a:custGeom>
              <a:rect b="b" l="l" r="r" t="t"/>
              <a:pathLst>
                <a:path extrusionOk="0" fill="none" h="15776" w="6548">
                  <a:moveTo>
                    <a:pt x="2296" y="15776"/>
                  </a:moveTo>
                  <a:lnTo>
                    <a:pt x="2296" y="2126"/>
                  </a:lnTo>
                  <a:cubicBezTo>
                    <a:pt x="2296" y="952"/>
                    <a:pt x="3248" y="1"/>
                    <a:pt x="4423" y="1"/>
                  </a:cubicBezTo>
                  <a:lnTo>
                    <a:pt x="4423" y="1"/>
                  </a:lnTo>
                  <a:cubicBezTo>
                    <a:pt x="5596" y="1"/>
                    <a:pt x="6548" y="952"/>
                    <a:pt x="6548" y="2126"/>
                  </a:cubicBezTo>
                  <a:lnTo>
                    <a:pt x="6548" y="2126"/>
                  </a:lnTo>
                  <a:cubicBezTo>
                    <a:pt x="6548" y="3299"/>
                    <a:pt x="5596" y="4252"/>
                    <a:pt x="4423" y="4252"/>
                  </a:cubicBezTo>
                  <a:lnTo>
                    <a:pt x="0" y="4252"/>
                  </a:lnTo>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6" name="Google Shape;1506;p81"/>
          <p:cNvGrpSpPr/>
          <p:nvPr/>
        </p:nvGrpSpPr>
        <p:grpSpPr>
          <a:xfrm rot="10800000">
            <a:off x="3498733" y="-73"/>
            <a:ext cx="753870" cy="1800196"/>
            <a:chOff x="5088650" y="245050"/>
            <a:chExt cx="1046025" cy="2497844"/>
          </a:xfrm>
        </p:grpSpPr>
        <p:sp>
          <p:nvSpPr>
            <p:cNvPr id="1507" name="Google Shape;1507;p81"/>
            <p:cNvSpPr/>
            <p:nvPr/>
          </p:nvSpPr>
          <p:spPr>
            <a:xfrm>
              <a:off x="5547342" y="1157910"/>
              <a:ext cx="128662" cy="1584984"/>
            </a:xfrm>
            <a:custGeom>
              <a:rect b="b" l="l" r="r" t="t"/>
              <a:pathLst>
                <a:path extrusionOk="0" h="18637" w="5147">
                  <a:moveTo>
                    <a:pt x="0" y="0"/>
                  </a:moveTo>
                  <a:lnTo>
                    <a:pt x="0" y="18636"/>
                  </a:lnTo>
                  <a:lnTo>
                    <a:pt x="5147" y="18636"/>
                  </a:lnTo>
                  <a:lnTo>
                    <a:pt x="5147"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81"/>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81"/>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81"/>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81"/>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81"/>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6" name="Shape 1516"/>
        <p:cNvGrpSpPr/>
        <p:nvPr/>
      </p:nvGrpSpPr>
      <p:grpSpPr>
        <a:xfrm>
          <a:off x="0" y="0"/>
          <a:ext cx="0" cy="0"/>
          <a:chOff x="0" y="0"/>
          <a:chExt cx="0" cy="0"/>
        </a:xfrm>
      </p:grpSpPr>
      <p:sp>
        <p:nvSpPr>
          <p:cNvPr id="1517" name="Google Shape;1517;p82"/>
          <p:cNvSpPr txBox="1"/>
          <p:nvPr>
            <p:ph type="title"/>
          </p:nvPr>
        </p:nvSpPr>
        <p:spPr>
          <a:xfrm>
            <a:off x="720000" y="53500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b="1" lang="en-GB" sz="2400">
                <a:latin typeface="Open Sans"/>
                <a:ea typeface="Open Sans"/>
                <a:cs typeface="Open Sans"/>
                <a:sym typeface="Open Sans"/>
              </a:rPr>
              <a:t>Baseline Models </a:t>
            </a:r>
            <a:r>
              <a:rPr b="1" lang="en-GB" sz="2400">
                <a:latin typeface="Open Sans"/>
                <a:ea typeface="Open Sans"/>
                <a:cs typeface="Open Sans"/>
                <a:sym typeface="Open Sans"/>
              </a:rPr>
              <a:t>: Good as Silo, Poor as Aggregate  </a:t>
            </a:r>
            <a:endParaRPr b="1" sz="2400">
              <a:latin typeface="Open Sans"/>
              <a:ea typeface="Open Sans"/>
              <a:cs typeface="Open Sans"/>
              <a:sym typeface="Open Sans"/>
            </a:endParaRPr>
          </a:p>
        </p:txBody>
      </p:sp>
      <p:sp>
        <p:nvSpPr>
          <p:cNvPr id="1518" name="Google Shape;1518;p82"/>
          <p:cNvSpPr/>
          <p:nvPr/>
        </p:nvSpPr>
        <p:spPr>
          <a:xfrm>
            <a:off x="624813" y="1199262"/>
            <a:ext cx="573300" cy="573300"/>
          </a:xfrm>
          <a:prstGeom prst="roundRect">
            <a:avLst>
              <a:gd fmla="val 31579" name="adj"/>
            </a:avLst>
          </a:prstGeom>
          <a:noFill/>
          <a:ln cap="flat" cmpd="sng" w="11725">
            <a:solidFill>
              <a:schemeClr val="dk1"/>
            </a:solidFill>
            <a:prstDash val="solid"/>
            <a:round/>
            <a:headEnd len="sm" w="sm" type="none"/>
            <a:tailEnd len="sm" w="sm" type="none"/>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000000"/>
              </a:solidFill>
              <a:latin typeface="Arial"/>
              <a:ea typeface="Arial"/>
              <a:cs typeface="Arial"/>
              <a:sym typeface="Arial"/>
            </a:endParaRPr>
          </a:p>
        </p:txBody>
      </p:sp>
      <p:grpSp>
        <p:nvGrpSpPr>
          <p:cNvPr id="1519" name="Google Shape;1519;p82"/>
          <p:cNvGrpSpPr/>
          <p:nvPr/>
        </p:nvGrpSpPr>
        <p:grpSpPr>
          <a:xfrm>
            <a:off x="775316" y="1351082"/>
            <a:ext cx="272322" cy="269643"/>
            <a:chOff x="5049725" y="1435050"/>
            <a:chExt cx="486550" cy="481850"/>
          </a:xfrm>
        </p:grpSpPr>
        <p:sp>
          <p:nvSpPr>
            <p:cNvPr id="1520" name="Google Shape;1520;p82"/>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1"/>
            </a:solidFill>
            <a:ln>
              <a:noFill/>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435D74"/>
                </a:solidFill>
                <a:latin typeface="Arial"/>
                <a:ea typeface="Arial"/>
                <a:cs typeface="Arial"/>
                <a:sym typeface="Arial"/>
              </a:endParaRPr>
            </a:p>
          </p:txBody>
        </p:sp>
        <p:sp>
          <p:nvSpPr>
            <p:cNvPr id="1521" name="Google Shape;1521;p82"/>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1"/>
            </a:solidFill>
            <a:ln>
              <a:noFill/>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435D74"/>
                </a:solidFill>
                <a:latin typeface="Arial"/>
                <a:ea typeface="Arial"/>
                <a:cs typeface="Arial"/>
                <a:sym typeface="Arial"/>
              </a:endParaRPr>
            </a:p>
          </p:txBody>
        </p:sp>
        <p:sp>
          <p:nvSpPr>
            <p:cNvPr id="1522" name="Google Shape;1522;p82"/>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1"/>
            </a:solidFill>
            <a:ln>
              <a:noFill/>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435D74"/>
                </a:solidFill>
                <a:latin typeface="Arial"/>
                <a:ea typeface="Arial"/>
                <a:cs typeface="Arial"/>
                <a:sym typeface="Arial"/>
              </a:endParaRPr>
            </a:p>
          </p:txBody>
        </p:sp>
        <p:sp>
          <p:nvSpPr>
            <p:cNvPr id="1523" name="Google Shape;1523;p82"/>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1"/>
            </a:solidFill>
            <a:ln>
              <a:noFill/>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435D74"/>
                </a:solidFill>
                <a:latin typeface="Arial"/>
                <a:ea typeface="Arial"/>
                <a:cs typeface="Arial"/>
                <a:sym typeface="Arial"/>
              </a:endParaRPr>
            </a:p>
          </p:txBody>
        </p:sp>
      </p:grpSp>
      <p:sp>
        <p:nvSpPr>
          <p:cNvPr id="1524" name="Google Shape;1524;p82"/>
          <p:cNvSpPr txBox="1"/>
          <p:nvPr>
            <p:ph idx="4294967295" type="subTitle"/>
          </p:nvPr>
        </p:nvSpPr>
        <p:spPr>
          <a:xfrm>
            <a:off x="1216025" y="1199238"/>
            <a:ext cx="3425700" cy="1006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SzPts val="2400"/>
              <a:buNone/>
            </a:pPr>
            <a:r>
              <a:rPr b="1" lang="en-GB" sz="1400"/>
              <a:t>Majority Class Predictor:</a:t>
            </a:r>
            <a:br>
              <a:rPr b="1" lang="en-GB" sz="1400"/>
            </a:br>
            <a:br>
              <a:rPr b="1" lang="en-GB" sz="1400"/>
            </a:br>
            <a:r>
              <a:rPr lang="en-GB" sz="1400"/>
              <a:t>Predicts all cases as Not Fraud</a:t>
            </a:r>
            <a:br>
              <a:rPr lang="en-GB" sz="1400"/>
            </a:br>
            <a:r>
              <a:rPr lang="en-GB" sz="1400"/>
              <a:t>High Accuracy, Zero Recall/Precision</a:t>
            </a:r>
            <a:endParaRPr sz="1400"/>
          </a:p>
        </p:txBody>
      </p:sp>
      <p:sp>
        <p:nvSpPr>
          <p:cNvPr id="1525" name="Google Shape;1525;p82"/>
          <p:cNvSpPr/>
          <p:nvPr/>
        </p:nvSpPr>
        <p:spPr>
          <a:xfrm>
            <a:off x="4863625" y="1199262"/>
            <a:ext cx="573300" cy="573300"/>
          </a:xfrm>
          <a:prstGeom prst="roundRect">
            <a:avLst>
              <a:gd fmla="val 31579" name="adj"/>
            </a:avLst>
          </a:prstGeom>
          <a:noFill/>
          <a:ln cap="flat" cmpd="sng" w="11750">
            <a:solidFill>
              <a:schemeClr val="dk1"/>
            </a:solidFill>
            <a:prstDash val="solid"/>
            <a:round/>
            <a:headEnd len="sm" w="sm" type="none"/>
            <a:tailEnd len="sm" w="sm" type="none"/>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000000"/>
              </a:solidFill>
              <a:latin typeface="Arial"/>
              <a:ea typeface="Arial"/>
              <a:cs typeface="Arial"/>
              <a:sym typeface="Arial"/>
            </a:endParaRPr>
          </a:p>
        </p:txBody>
      </p:sp>
      <p:sp>
        <p:nvSpPr>
          <p:cNvPr id="1526" name="Google Shape;1526;p82"/>
          <p:cNvSpPr txBox="1"/>
          <p:nvPr>
            <p:ph idx="4294967295" type="subTitle"/>
          </p:nvPr>
        </p:nvSpPr>
        <p:spPr>
          <a:xfrm>
            <a:off x="5491075" y="1199113"/>
            <a:ext cx="3515100" cy="1006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b="1" lang="en-GB" sz="1400"/>
              <a:t>Simple Logistic Regression:</a:t>
            </a:r>
            <a:br>
              <a:rPr b="1" lang="en-GB" sz="1400"/>
            </a:br>
            <a:br>
              <a:rPr b="1" lang="en-GB" sz="1400"/>
            </a:br>
            <a:r>
              <a:rPr lang="en-GB" sz="1400"/>
              <a:t>Predicts 74% of Frauds, but</a:t>
            </a:r>
            <a:br>
              <a:rPr lang="en-GB" sz="1400"/>
            </a:br>
            <a:r>
              <a:rPr lang="en-GB" sz="1400"/>
              <a:t>Poor Precision at 9%</a:t>
            </a:r>
            <a:endParaRPr sz="1400"/>
          </a:p>
        </p:txBody>
      </p:sp>
      <p:grpSp>
        <p:nvGrpSpPr>
          <p:cNvPr id="1527" name="Google Shape;1527;p82"/>
          <p:cNvGrpSpPr/>
          <p:nvPr/>
        </p:nvGrpSpPr>
        <p:grpSpPr>
          <a:xfrm>
            <a:off x="4992661" y="1332255"/>
            <a:ext cx="315250" cy="307308"/>
            <a:chOff x="-31817400" y="3910025"/>
            <a:chExt cx="301675" cy="294075"/>
          </a:xfrm>
        </p:grpSpPr>
        <p:sp>
          <p:nvSpPr>
            <p:cNvPr id="1528" name="Google Shape;1528;p8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1"/>
            </a:solidFill>
            <a:ln>
              <a:noFill/>
            </a:ln>
          </p:spPr>
          <p:txBody>
            <a:bodyPr anchorCtr="0" anchor="ctr" bIns="78725" lIns="78725" spcFirstLastPara="1" rIns="78725" wrap="square" tIns="78725">
              <a:noAutofit/>
            </a:bodyPr>
            <a:lstStyle/>
            <a:p>
              <a:pPr indent="0" lvl="0" marL="0" marR="0" rtl="0" algn="l">
                <a:lnSpc>
                  <a:spcPct val="100000"/>
                </a:lnSpc>
                <a:spcBef>
                  <a:spcPts val="0"/>
                </a:spcBef>
                <a:spcAft>
                  <a:spcPts val="0"/>
                </a:spcAft>
                <a:buClr>
                  <a:srgbClr val="000000"/>
                </a:buClr>
                <a:buSzPts val="1206"/>
                <a:buFont typeface="Arial"/>
                <a:buNone/>
              </a:pPr>
              <a:r>
                <a:t/>
              </a:r>
              <a:endParaRPr b="0" i="0" sz="1205" u="none" cap="none" strike="noStrike">
                <a:solidFill>
                  <a:srgbClr val="000000"/>
                </a:solidFill>
                <a:latin typeface="Arial"/>
                <a:ea typeface="Arial"/>
                <a:cs typeface="Arial"/>
                <a:sym typeface="Arial"/>
              </a:endParaRPr>
            </a:p>
          </p:txBody>
        </p:sp>
        <p:sp>
          <p:nvSpPr>
            <p:cNvPr id="1529" name="Google Shape;1529;p8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1"/>
            </a:solidFill>
            <a:ln>
              <a:noFill/>
            </a:ln>
          </p:spPr>
          <p:txBody>
            <a:bodyPr anchorCtr="0" anchor="ctr" bIns="78725" lIns="78725" spcFirstLastPara="1" rIns="78725" wrap="square" tIns="78725">
              <a:noAutofit/>
            </a:bodyPr>
            <a:lstStyle/>
            <a:p>
              <a:pPr indent="0" lvl="0" marL="0" marR="0" rtl="0" algn="l">
                <a:lnSpc>
                  <a:spcPct val="100000"/>
                </a:lnSpc>
                <a:spcBef>
                  <a:spcPts val="0"/>
                </a:spcBef>
                <a:spcAft>
                  <a:spcPts val="0"/>
                </a:spcAft>
                <a:buClr>
                  <a:srgbClr val="000000"/>
                </a:buClr>
                <a:buSzPts val="1206"/>
                <a:buFont typeface="Arial"/>
                <a:buNone/>
              </a:pPr>
              <a:r>
                <a:t/>
              </a:r>
              <a:endParaRPr b="0" i="0" sz="1205" u="none" cap="none" strike="noStrike">
                <a:solidFill>
                  <a:srgbClr val="000000"/>
                </a:solidFill>
                <a:latin typeface="Arial"/>
                <a:ea typeface="Arial"/>
                <a:cs typeface="Arial"/>
                <a:sym typeface="Arial"/>
              </a:endParaRPr>
            </a:p>
          </p:txBody>
        </p:sp>
        <p:sp>
          <p:nvSpPr>
            <p:cNvPr id="1530" name="Google Shape;1530;p8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1"/>
            </a:solidFill>
            <a:ln>
              <a:noFill/>
            </a:ln>
          </p:spPr>
          <p:txBody>
            <a:bodyPr anchorCtr="0" anchor="ctr" bIns="78725" lIns="78725" spcFirstLastPara="1" rIns="78725" wrap="square" tIns="78725">
              <a:noAutofit/>
            </a:bodyPr>
            <a:lstStyle/>
            <a:p>
              <a:pPr indent="0" lvl="0" marL="0" marR="0" rtl="0" algn="l">
                <a:lnSpc>
                  <a:spcPct val="100000"/>
                </a:lnSpc>
                <a:spcBef>
                  <a:spcPts val="0"/>
                </a:spcBef>
                <a:spcAft>
                  <a:spcPts val="0"/>
                </a:spcAft>
                <a:buClr>
                  <a:srgbClr val="000000"/>
                </a:buClr>
                <a:buSzPts val="1206"/>
                <a:buFont typeface="Arial"/>
                <a:buNone/>
              </a:pPr>
              <a:r>
                <a:t/>
              </a:r>
              <a:endParaRPr b="0" i="0" sz="1205" u="none" cap="none" strike="noStrike">
                <a:solidFill>
                  <a:srgbClr val="000000"/>
                </a:solidFill>
                <a:latin typeface="Arial"/>
                <a:ea typeface="Arial"/>
                <a:cs typeface="Arial"/>
                <a:sym typeface="Arial"/>
              </a:endParaRPr>
            </a:p>
          </p:txBody>
        </p:sp>
      </p:grpSp>
      <p:pic>
        <p:nvPicPr>
          <p:cNvPr id="1531" name="Google Shape;1531;p82"/>
          <p:cNvPicPr preferRelativeResize="0"/>
          <p:nvPr/>
        </p:nvPicPr>
        <p:blipFill rotWithShape="1">
          <a:blip r:embed="rId3">
            <a:alphaModFix/>
          </a:blip>
          <a:srcRect b="768" l="0" r="0" t="758"/>
          <a:stretch/>
        </p:blipFill>
        <p:spPr>
          <a:xfrm>
            <a:off x="937251" y="2296850"/>
            <a:ext cx="3183551" cy="2437014"/>
          </a:xfrm>
          <a:prstGeom prst="rect">
            <a:avLst/>
          </a:prstGeom>
          <a:noFill/>
          <a:ln>
            <a:noFill/>
          </a:ln>
        </p:spPr>
      </p:pic>
      <p:pic>
        <p:nvPicPr>
          <p:cNvPr id="1532" name="Google Shape;1532;p82"/>
          <p:cNvPicPr preferRelativeResize="0"/>
          <p:nvPr/>
        </p:nvPicPr>
        <p:blipFill rotWithShape="1">
          <a:blip r:embed="rId4">
            <a:alphaModFix/>
          </a:blip>
          <a:srcRect b="768" l="0" r="0" t="758"/>
          <a:stretch/>
        </p:blipFill>
        <p:spPr>
          <a:xfrm>
            <a:off x="5187575" y="2296850"/>
            <a:ext cx="3183551" cy="2437014"/>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6" name="Shape 1536"/>
        <p:cNvGrpSpPr/>
        <p:nvPr/>
      </p:nvGrpSpPr>
      <p:grpSpPr>
        <a:xfrm>
          <a:off x="0" y="0"/>
          <a:ext cx="0" cy="0"/>
          <a:chOff x="0" y="0"/>
          <a:chExt cx="0" cy="0"/>
        </a:xfrm>
      </p:grpSpPr>
      <p:cxnSp>
        <p:nvCxnSpPr>
          <p:cNvPr id="1537" name="Google Shape;1537;p83"/>
          <p:cNvCxnSpPr/>
          <p:nvPr/>
        </p:nvCxnSpPr>
        <p:spPr>
          <a:xfrm>
            <a:off x="997589" y="2650125"/>
            <a:ext cx="7411800" cy="0"/>
          </a:xfrm>
          <a:prstGeom prst="straightConnector1">
            <a:avLst/>
          </a:prstGeom>
          <a:noFill/>
          <a:ln cap="flat" cmpd="sng" w="19050">
            <a:solidFill>
              <a:schemeClr val="dk1"/>
            </a:solidFill>
            <a:prstDash val="solid"/>
            <a:round/>
            <a:headEnd len="sm" w="sm" type="none"/>
            <a:tailEnd len="sm" w="sm" type="none"/>
          </a:ln>
        </p:spPr>
      </p:cxnSp>
      <p:cxnSp>
        <p:nvCxnSpPr>
          <p:cNvPr id="1538" name="Google Shape;1538;p83"/>
          <p:cNvCxnSpPr/>
          <p:nvPr/>
        </p:nvCxnSpPr>
        <p:spPr>
          <a:xfrm>
            <a:off x="990003" y="3283645"/>
            <a:ext cx="7411800" cy="0"/>
          </a:xfrm>
          <a:prstGeom prst="straightConnector1">
            <a:avLst/>
          </a:prstGeom>
          <a:noFill/>
          <a:ln cap="flat" cmpd="sng" w="19050">
            <a:solidFill>
              <a:schemeClr val="dk1"/>
            </a:solidFill>
            <a:prstDash val="solid"/>
            <a:round/>
            <a:headEnd len="sm" w="sm" type="none"/>
            <a:tailEnd len="sm" w="sm" type="none"/>
          </a:ln>
        </p:spPr>
      </p:cxnSp>
      <p:cxnSp>
        <p:nvCxnSpPr>
          <p:cNvPr id="1539" name="Google Shape;1539;p83"/>
          <p:cNvCxnSpPr/>
          <p:nvPr/>
        </p:nvCxnSpPr>
        <p:spPr>
          <a:xfrm>
            <a:off x="990003" y="3802875"/>
            <a:ext cx="7411800" cy="0"/>
          </a:xfrm>
          <a:prstGeom prst="straightConnector1">
            <a:avLst/>
          </a:prstGeom>
          <a:noFill/>
          <a:ln cap="flat" cmpd="sng" w="19050">
            <a:solidFill>
              <a:schemeClr val="dk1"/>
            </a:solidFill>
            <a:prstDash val="solid"/>
            <a:round/>
            <a:headEnd len="sm" w="sm" type="none"/>
            <a:tailEnd len="sm" w="sm" type="none"/>
          </a:ln>
        </p:spPr>
      </p:cxnSp>
      <p:cxnSp>
        <p:nvCxnSpPr>
          <p:cNvPr id="1540" name="Google Shape;1540;p83"/>
          <p:cNvCxnSpPr/>
          <p:nvPr/>
        </p:nvCxnSpPr>
        <p:spPr>
          <a:xfrm>
            <a:off x="990003" y="4379225"/>
            <a:ext cx="7411800" cy="0"/>
          </a:xfrm>
          <a:prstGeom prst="straightConnector1">
            <a:avLst/>
          </a:prstGeom>
          <a:noFill/>
          <a:ln cap="flat" cmpd="sng" w="19050">
            <a:solidFill>
              <a:schemeClr val="dk1"/>
            </a:solidFill>
            <a:prstDash val="solid"/>
            <a:round/>
            <a:headEnd len="sm" w="sm" type="none"/>
            <a:tailEnd len="sm" w="sm" type="none"/>
          </a:ln>
        </p:spPr>
      </p:cxnSp>
      <p:sp>
        <p:nvSpPr>
          <p:cNvPr id="1541" name="Google Shape;1541;p83"/>
          <p:cNvSpPr/>
          <p:nvPr/>
        </p:nvSpPr>
        <p:spPr>
          <a:xfrm>
            <a:off x="723360" y="2423375"/>
            <a:ext cx="1969800" cy="453600"/>
          </a:xfrm>
          <a:prstGeom prst="roundRect">
            <a:avLst>
              <a:gd fmla="val 29150" name="adj"/>
            </a:avLst>
          </a:prstGeom>
          <a:solidFill>
            <a:srgbClr val="CCCCCC"/>
          </a:solidFill>
          <a:ln cap="flat" cmpd="sng" w="19050">
            <a:solidFill>
              <a:srgbClr val="24242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lang="en-GB" sz="2200">
                <a:solidFill>
                  <a:schemeClr val="dk1"/>
                </a:solidFill>
                <a:latin typeface="Raleway SemiBold"/>
                <a:ea typeface="Raleway SemiBold"/>
                <a:cs typeface="Raleway SemiBold"/>
                <a:sym typeface="Raleway SemiBold"/>
              </a:rPr>
              <a:t>AUC</a:t>
            </a:r>
            <a:endParaRPr b="0" i="0" sz="2200" u="none" cap="none" strike="noStrike">
              <a:solidFill>
                <a:schemeClr val="dk1"/>
              </a:solidFill>
              <a:latin typeface="Raleway SemiBold"/>
              <a:ea typeface="Raleway SemiBold"/>
              <a:cs typeface="Raleway SemiBold"/>
              <a:sym typeface="Raleway SemiBold"/>
            </a:endParaRPr>
          </a:p>
        </p:txBody>
      </p:sp>
      <p:sp>
        <p:nvSpPr>
          <p:cNvPr id="1542" name="Google Shape;1542;p83"/>
          <p:cNvSpPr/>
          <p:nvPr/>
        </p:nvSpPr>
        <p:spPr>
          <a:xfrm>
            <a:off x="8065225" y="2460083"/>
            <a:ext cx="508800" cy="380100"/>
          </a:xfrm>
          <a:prstGeom prst="roundRect">
            <a:avLst>
              <a:gd fmla="val 2915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accent6"/>
                </a:solidFill>
                <a:latin typeface="Raleway"/>
                <a:ea typeface="Raleway"/>
                <a:cs typeface="Raleway"/>
                <a:sym typeface="Raleway"/>
              </a:rPr>
              <a:t>0.792</a:t>
            </a:r>
            <a:endParaRPr b="1" i="0" sz="1000" u="none" cap="none" strike="noStrike">
              <a:solidFill>
                <a:schemeClr val="accent6"/>
              </a:solidFill>
              <a:latin typeface="Raleway"/>
              <a:ea typeface="Raleway"/>
              <a:cs typeface="Raleway"/>
              <a:sym typeface="Raleway"/>
            </a:endParaRPr>
          </a:p>
        </p:txBody>
      </p:sp>
      <p:sp>
        <p:nvSpPr>
          <p:cNvPr id="1543" name="Google Shape;1543;p83"/>
          <p:cNvSpPr/>
          <p:nvPr/>
        </p:nvSpPr>
        <p:spPr>
          <a:xfrm>
            <a:off x="6178450" y="2460125"/>
            <a:ext cx="508800" cy="380100"/>
          </a:xfrm>
          <a:prstGeom prst="roundRect">
            <a:avLst>
              <a:gd fmla="val 2915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accent6"/>
                </a:solidFill>
                <a:latin typeface="Raleway"/>
                <a:ea typeface="Raleway"/>
                <a:cs typeface="Raleway"/>
                <a:sym typeface="Raleway"/>
              </a:rPr>
              <a:t>0.784</a:t>
            </a:r>
            <a:endParaRPr b="1" i="0" sz="1000" u="none" cap="none" strike="noStrike">
              <a:solidFill>
                <a:schemeClr val="accent6"/>
              </a:solidFill>
              <a:latin typeface="Raleway"/>
              <a:ea typeface="Raleway"/>
              <a:cs typeface="Raleway"/>
              <a:sym typeface="Raleway"/>
            </a:endParaRPr>
          </a:p>
        </p:txBody>
      </p:sp>
      <p:sp>
        <p:nvSpPr>
          <p:cNvPr id="1544" name="Google Shape;1544;p83"/>
          <p:cNvSpPr/>
          <p:nvPr/>
        </p:nvSpPr>
        <p:spPr>
          <a:xfrm>
            <a:off x="7158025" y="2460125"/>
            <a:ext cx="508800" cy="380100"/>
          </a:xfrm>
          <a:prstGeom prst="roundRect">
            <a:avLst>
              <a:gd fmla="val 29150" name="adj"/>
            </a:avLst>
          </a:prstGeom>
          <a:solidFill>
            <a:schemeClr val="lt2"/>
          </a:solidFill>
          <a:ln cap="flat" cmpd="sng" w="19050">
            <a:solidFill>
              <a:schemeClr val="lt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dk1"/>
                </a:solidFill>
                <a:latin typeface="Raleway"/>
                <a:ea typeface="Raleway"/>
                <a:cs typeface="Raleway"/>
                <a:sym typeface="Raleway"/>
              </a:rPr>
              <a:t>0.788</a:t>
            </a:r>
            <a:endParaRPr b="1" i="0" sz="1000" u="none" cap="none" strike="noStrike">
              <a:solidFill>
                <a:schemeClr val="dk1"/>
              </a:solidFill>
              <a:latin typeface="Raleway"/>
              <a:ea typeface="Raleway"/>
              <a:cs typeface="Raleway"/>
              <a:sym typeface="Raleway"/>
            </a:endParaRPr>
          </a:p>
        </p:txBody>
      </p:sp>
      <p:sp>
        <p:nvSpPr>
          <p:cNvPr id="1545" name="Google Shape;1545;p83"/>
          <p:cNvSpPr/>
          <p:nvPr/>
        </p:nvSpPr>
        <p:spPr>
          <a:xfrm>
            <a:off x="2547150" y="2013625"/>
            <a:ext cx="1595700" cy="320700"/>
          </a:xfrm>
          <a:prstGeom prst="roundRect">
            <a:avLst>
              <a:gd fmla="val 2915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1" i="0" lang="en-GB" sz="1200" u="none" cap="none" strike="noStrike">
                <a:solidFill>
                  <a:schemeClr val="dk1"/>
                </a:solidFill>
                <a:latin typeface="Open Sans"/>
                <a:ea typeface="Open Sans"/>
                <a:cs typeface="Open Sans"/>
                <a:sym typeface="Open Sans"/>
              </a:rPr>
              <a:t>Worst </a:t>
            </a:r>
            <a:r>
              <a:rPr b="1" lang="en-GB" sz="1200">
                <a:solidFill>
                  <a:schemeClr val="dk1"/>
                </a:solidFill>
                <a:latin typeface="Open Sans"/>
                <a:ea typeface="Open Sans"/>
                <a:cs typeface="Open Sans"/>
                <a:sym typeface="Open Sans"/>
              </a:rPr>
              <a:t>performing</a:t>
            </a:r>
            <a:endParaRPr b="1" i="0" sz="1200" u="none" cap="none" strike="noStrike">
              <a:solidFill>
                <a:schemeClr val="dk1"/>
              </a:solidFill>
              <a:latin typeface="Open Sans"/>
              <a:ea typeface="Open Sans"/>
              <a:cs typeface="Open Sans"/>
              <a:sym typeface="Open Sans"/>
            </a:endParaRPr>
          </a:p>
        </p:txBody>
      </p:sp>
      <p:sp>
        <p:nvSpPr>
          <p:cNvPr id="1546" name="Google Shape;1546;p83"/>
          <p:cNvSpPr/>
          <p:nvPr/>
        </p:nvSpPr>
        <p:spPr>
          <a:xfrm>
            <a:off x="7123375" y="2013625"/>
            <a:ext cx="1595700" cy="320700"/>
          </a:xfrm>
          <a:prstGeom prst="roundRect">
            <a:avLst>
              <a:gd fmla="val 2915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1" i="0" lang="en-GB" sz="1200" u="none" cap="none" strike="noStrike">
                <a:solidFill>
                  <a:schemeClr val="dk1"/>
                </a:solidFill>
                <a:latin typeface="Open Sans"/>
                <a:ea typeface="Open Sans"/>
                <a:cs typeface="Open Sans"/>
                <a:sym typeface="Open Sans"/>
              </a:rPr>
              <a:t> Best </a:t>
            </a:r>
            <a:r>
              <a:rPr b="1" lang="en-GB" sz="1200">
                <a:solidFill>
                  <a:schemeClr val="dk1"/>
                </a:solidFill>
                <a:latin typeface="Open Sans"/>
                <a:ea typeface="Open Sans"/>
                <a:cs typeface="Open Sans"/>
                <a:sym typeface="Open Sans"/>
              </a:rPr>
              <a:t>performing</a:t>
            </a:r>
            <a:endParaRPr b="1" i="0" sz="1200" u="none" cap="none" strike="noStrike">
              <a:solidFill>
                <a:schemeClr val="dk1"/>
              </a:solidFill>
              <a:latin typeface="Open Sans"/>
              <a:ea typeface="Open Sans"/>
              <a:cs typeface="Open Sans"/>
              <a:sym typeface="Open Sans"/>
            </a:endParaRPr>
          </a:p>
        </p:txBody>
      </p:sp>
      <p:sp>
        <p:nvSpPr>
          <p:cNvPr id="1547" name="Google Shape;1547;p83"/>
          <p:cNvSpPr/>
          <p:nvPr/>
        </p:nvSpPr>
        <p:spPr>
          <a:xfrm>
            <a:off x="720000" y="2999716"/>
            <a:ext cx="1969800" cy="453600"/>
          </a:xfrm>
          <a:prstGeom prst="roundRect">
            <a:avLst>
              <a:gd fmla="val 29150" name="adj"/>
            </a:avLst>
          </a:prstGeom>
          <a:solidFill>
            <a:srgbClr val="CCCCCC"/>
          </a:solidFill>
          <a:ln cap="flat" cmpd="sng" w="19050">
            <a:solidFill>
              <a:srgbClr val="24242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lang="en-GB" sz="2200">
                <a:solidFill>
                  <a:schemeClr val="dk1"/>
                </a:solidFill>
                <a:latin typeface="Raleway SemiBold"/>
                <a:ea typeface="Raleway SemiBold"/>
                <a:cs typeface="Raleway SemiBold"/>
                <a:sym typeface="Raleway SemiBold"/>
              </a:rPr>
              <a:t>Recall</a:t>
            </a:r>
            <a:endParaRPr b="0" i="0" sz="2200" u="none" cap="none" strike="noStrike">
              <a:solidFill>
                <a:schemeClr val="dk1"/>
              </a:solidFill>
              <a:latin typeface="Raleway SemiBold"/>
              <a:ea typeface="Raleway SemiBold"/>
              <a:cs typeface="Raleway SemiBold"/>
              <a:sym typeface="Raleway SemiBold"/>
            </a:endParaRPr>
          </a:p>
        </p:txBody>
      </p:sp>
      <p:sp>
        <p:nvSpPr>
          <p:cNvPr id="1548" name="Google Shape;1548;p83"/>
          <p:cNvSpPr/>
          <p:nvPr/>
        </p:nvSpPr>
        <p:spPr>
          <a:xfrm>
            <a:off x="720000" y="3576059"/>
            <a:ext cx="1969800" cy="453600"/>
          </a:xfrm>
          <a:prstGeom prst="roundRect">
            <a:avLst>
              <a:gd fmla="val 29150" name="adj"/>
            </a:avLst>
          </a:prstGeom>
          <a:solidFill>
            <a:srgbClr val="CCCCCC"/>
          </a:solidFill>
          <a:ln cap="flat" cmpd="sng" w="19050">
            <a:solidFill>
              <a:srgbClr val="24242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lang="en-GB" sz="2200">
                <a:solidFill>
                  <a:schemeClr val="dk1"/>
                </a:solidFill>
                <a:latin typeface="Raleway SemiBold"/>
                <a:ea typeface="Raleway SemiBold"/>
                <a:cs typeface="Raleway SemiBold"/>
                <a:sym typeface="Raleway SemiBold"/>
              </a:rPr>
              <a:t>Precision</a:t>
            </a:r>
            <a:endParaRPr b="0" i="0" sz="2200" u="none" cap="none" strike="noStrike">
              <a:solidFill>
                <a:schemeClr val="dk1"/>
              </a:solidFill>
              <a:latin typeface="Raleway SemiBold"/>
              <a:ea typeface="Raleway SemiBold"/>
              <a:cs typeface="Raleway SemiBold"/>
              <a:sym typeface="Raleway SemiBold"/>
            </a:endParaRPr>
          </a:p>
        </p:txBody>
      </p:sp>
      <p:sp>
        <p:nvSpPr>
          <p:cNvPr id="1549" name="Google Shape;1549;p83"/>
          <p:cNvSpPr/>
          <p:nvPr/>
        </p:nvSpPr>
        <p:spPr>
          <a:xfrm>
            <a:off x="4310275" y="3612789"/>
            <a:ext cx="508800" cy="380100"/>
          </a:xfrm>
          <a:prstGeom prst="roundRect">
            <a:avLst>
              <a:gd fmla="val 2915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accent3"/>
                </a:solidFill>
                <a:latin typeface="Raleway"/>
                <a:ea typeface="Raleway"/>
                <a:cs typeface="Raleway"/>
                <a:sym typeface="Raleway"/>
              </a:rPr>
              <a:t>0.112</a:t>
            </a:r>
            <a:endParaRPr b="1" i="0" sz="1000" u="none" cap="none" strike="noStrike">
              <a:solidFill>
                <a:schemeClr val="accent3"/>
              </a:solidFill>
              <a:latin typeface="Raleway"/>
              <a:ea typeface="Raleway"/>
              <a:cs typeface="Raleway"/>
              <a:sym typeface="Raleway"/>
            </a:endParaRPr>
          </a:p>
        </p:txBody>
      </p:sp>
      <p:sp>
        <p:nvSpPr>
          <p:cNvPr id="1550" name="Google Shape;1550;p83"/>
          <p:cNvSpPr/>
          <p:nvPr/>
        </p:nvSpPr>
        <p:spPr>
          <a:xfrm>
            <a:off x="720000" y="4152400"/>
            <a:ext cx="1969800" cy="453600"/>
          </a:xfrm>
          <a:prstGeom prst="roundRect">
            <a:avLst>
              <a:gd fmla="val 29150" name="adj"/>
            </a:avLst>
          </a:prstGeom>
          <a:solidFill>
            <a:srgbClr val="CCCCCC"/>
          </a:solidFill>
          <a:ln cap="flat" cmpd="sng" w="19050">
            <a:solidFill>
              <a:srgbClr val="24242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lang="en-GB" sz="2200">
                <a:solidFill>
                  <a:schemeClr val="dk1"/>
                </a:solidFill>
                <a:latin typeface="Raleway SemiBold"/>
                <a:ea typeface="Raleway SemiBold"/>
                <a:cs typeface="Raleway SemiBold"/>
                <a:sym typeface="Raleway SemiBold"/>
              </a:rPr>
              <a:t>F1</a:t>
            </a:r>
            <a:endParaRPr b="0" i="0" sz="2200" u="none" cap="none" strike="noStrike">
              <a:solidFill>
                <a:schemeClr val="dk1"/>
              </a:solidFill>
              <a:latin typeface="Raleway SemiBold"/>
              <a:ea typeface="Raleway SemiBold"/>
              <a:cs typeface="Raleway SemiBold"/>
              <a:sym typeface="Raleway SemiBold"/>
            </a:endParaRPr>
          </a:p>
        </p:txBody>
      </p:sp>
      <p:sp>
        <p:nvSpPr>
          <p:cNvPr id="1551" name="Google Shape;1551;p83"/>
          <p:cNvSpPr/>
          <p:nvPr/>
        </p:nvSpPr>
        <p:spPr>
          <a:xfrm>
            <a:off x="7961450" y="3612825"/>
            <a:ext cx="585300" cy="380100"/>
          </a:xfrm>
          <a:prstGeom prst="roundRect">
            <a:avLst>
              <a:gd fmla="val 29150" name="adj"/>
            </a:avLst>
          </a:prstGeom>
          <a:solidFill>
            <a:schemeClr val="lt2"/>
          </a:solidFill>
          <a:ln cap="flat" cmpd="sng" w="19050">
            <a:solidFill>
              <a:schemeClr val="lt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t/>
            </a:r>
            <a:endParaRPr b="1" i="0" sz="1000" u="none" cap="none" strike="noStrike">
              <a:solidFill>
                <a:schemeClr val="dk1"/>
              </a:solidFill>
              <a:latin typeface="Raleway"/>
              <a:ea typeface="Raleway"/>
              <a:cs typeface="Raleway"/>
              <a:sym typeface="Raleway"/>
            </a:endParaRPr>
          </a:p>
        </p:txBody>
      </p:sp>
      <p:sp>
        <p:nvSpPr>
          <p:cNvPr id="1552" name="Google Shape;1552;p83"/>
          <p:cNvSpPr/>
          <p:nvPr/>
        </p:nvSpPr>
        <p:spPr>
          <a:xfrm flipH="1">
            <a:off x="7182473" y="1392471"/>
            <a:ext cx="229416" cy="215357"/>
          </a:xfrm>
          <a:custGeom>
            <a:rect b="b" l="l" r="r" t="t"/>
            <a:pathLst>
              <a:path extrusionOk="0" h="124304" w="124852">
                <a:moveTo>
                  <a:pt x="31192" y="116261"/>
                </a:moveTo>
                <a:cubicBezTo>
                  <a:pt x="31190" y="116263"/>
                  <a:pt x="31187" y="116266"/>
                  <a:pt x="31185" y="116269"/>
                </a:cubicBezTo>
                <a:lnTo>
                  <a:pt x="31197" y="116282"/>
                </a:lnTo>
                <a:cubicBezTo>
                  <a:pt x="31196" y="116275"/>
                  <a:pt x="31194" y="116268"/>
                  <a:pt x="31192" y="116261"/>
                </a:cubicBezTo>
                <a:close/>
                <a:moveTo>
                  <a:pt x="68926" y="0"/>
                </a:moveTo>
                <a:lnTo>
                  <a:pt x="68926" y="0"/>
                </a:lnTo>
                <a:cubicBezTo>
                  <a:pt x="68595" y="408"/>
                  <a:pt x="68570" y="701"/>
                  <a:pt x="68519" y="994"/>
                </a:cubicBezTo>
                <a:cubicBezTo>
                  <a:pt x="67691" y="5870"/>
                  <a:pt x="67271" y="10786"/>
                  <a:pt x="66749" y="15701"/>
                </a:cubicBezTo>
                <a:cubicBezTo>
                  <a:pt x="66278" y="20030"/>
                  <a:pt x="65921" y="24385"/>
                  <a:pt x="65488" y="28714"/>
                </a:cubicBezTo>
                <a:cubicBezTo>
                  <a:pt x="65068" y="33005"/>
                  <a:pt x="64635" y="37296"/>
                  <a:pt x="64164" y="41588"/>
                </a:cubicBezTo>
                <a:cubicBezTo>
                  <a:pt x="63769" y="45280"/>
                  <a:pt x="63438" y="48986"/>
                  <a:pt x="62776" y="52640"/>
                </a:cubicBezTo>
                <a:cubicBezTo>
                  <a:pt x="62713" y="53009"/>
                  <a:pt x="62802" y="53659"/>
                  <a:pt x="62381" y="53659"/>
                </a:cubicBezTo>
                <a:cubicBezTo>
                  <a:pt x="61949" y="53659"/>
                  <a:pt x="62038" y="53022"/>
                  <a:pt x="61974" y="52653"/>
                </a:cubicBezTo>
                <a:cubicBezTo>
                  <a:pt x="61121" y="47509"/>
                  <a:pt x="60662" y="42313"/>
                  <a:pt x="60128" y="37131"/>
                </a:cubicBezTo>
                <a:cubicBezTo>
                  <a:pt x="59746" y="33387"/>
                  <a:pt x="59415" y="29644"/>
                  <a:pt x="59033" y="25900"/>
                </a:cubicBezTo>
                <a:cubicBezTo>
                  <a:pt x="58663" y="22156"/>
                  <a:pt x="58269" y="18413"/>
                  <a:pt x="57887" y="14669"/>
                </a:cubicBezTo>
                <a:cubicBezTo>
                  <a:pt x="57415" y="10047"/>
                  <a:pt x="56983" y="5438"/>
                  <a:pt x="56219" y="854"/>
                </a:cubicBezTo>
                <a:cubicBezTo>
                  <a:pt x="56168" y="612"/>
                  <a:pt x="56155" y="331"/>
                  <a:pt x="55773" y="77"/>
                </a:cubicBezTo>
                <a:lnTo>
                  <a:pt x="55773" y="77"/>
                </a:lnTo>
                <a:cubicBezTo>
                  <a:pt x="55773" y="484"/>
                  <a:pt x="55786" y="777"/>
                  <a:pt x="55773" y="1070"/>
                </a:cubicBezTo>
                <a:cubicBezTo>
                  <a:pt x="55722" y="3871"/>
                  <a:pt x="56104" y="6647"/>
                  <a:pt x="56384" y="9423"/>
                </a:cubicBezTo>
                <a:cubicBezTo>
                  <a:pt x="56792" y="13549"/>
                  <a:pt x="57199" y="17662"/>
                  <a:pt x="57632" y="21774"/>
                </a:cubicBezTo>
                <a:cubicBezTo>
                  <a:pt x="58052" y="25645"/>
                  <a:pt x="58511" y="29504"/>
                  <a:pt x="58931" y="33375"/>
                </a:cubicBezTo>
                <a:cubicBezTo>
                  <a:pt x="59325" y="36991"/>
                  <a:pt x="59746" y="40607"/>
                  <a:pt x="60089" y="44223"/>
                </a:cubicBezTo>
                <a:cubicBezTo>
                  <a:pt x="60370" y="47203"/>
                  <a:pt x="60764" y="50170"/>
                  <a:pt x="60739" y="53175"/>
                </a:cubicBezTo>
                <a:cubicBezTo>
                  <a:pt x="60726" y="53404"/>
                  <a:pt x="60853" y="53773"/>
                  <a:pt x="60561" y="53837"/>
                </a:cubicBezTo>
                <a:cubicBezTo>
                  <a:pt x="60534" y="53844"/>
                  <a:pt x="60510" y="53847"/>
                  <a:pt x="60488" y="53847"/>
                </a:cubicBezTo>
                <a:cubicBezTo>
                  <a:pt x="60252" y="53847"/>
                  <a:pt x="60235" y="53501"/>
                  <a:pt x="60153" y="53315"/>
                </a:cubicBezTo>
                <a:cubicBezTo>
                  <a:pt x="58625" y="49775"/>
                  <a:pt x="57530" y="46082"/>
                  <a:pt x="56320" y="42441"/>
                </a:cubicBezTo>
                <a:cubicBezTo>
                  <a:pt x="54652" y="37398"/>
                  <a:pt x="53099" y="32318"/>
                  <a:pt x="51482" y="27250"/>
                </a:cubicBezTo>
                <a:cubicBezTo>
                  <a:pt x="49966" y="22500"/>
                  <a:pt x="48451" y="17738"/>
                  <a:pt x="46910" y="12988"/>
                </a:cubicBezTo>
                <a:cubicBezTo>
                  <a:pt x="45930" y="9983"/>
                  <a:pt x="44937" y="6966"/>
                  <a:pt x="43778" y="4011"/>
                </a:cubicBezTo>
                <a:cubicBezTo>
                  <a:pt x="43638" y="3655"/>
                  <a:pt x="43549" y="3222"/>
                  <a:pt x="43141" y="2967"/>
                </a:cubicBezTo>
                <a:lnTo>
                  <a:pt x="43141" y="2967"/>
                </a:lnTo>
                <a:cubicBezTo>
                  <a:pt x="42989" y="3324"/>
                  <a:pt x="43078" y="3617"/>
                  <a:pt x="43154" y="3910"/>
                </a:cubicBezTo>
                <a:cubicBezTo>
                  <a:pt x="43409" y="4890"/>
                  <a:pt x="43651" y="5896"/>
                  <a:pt x="43944" y="6864"/>
                </a:cubicBezTo>
                <a:cubicBezTo>
                  <a:pt x="46248" y="14466"/>
                  <a:pt x="48820" y="21965"/>
                  <a:pt x="51303" y="29504"/>
                </a:cubicBezTo>
                <a:cubicBezTo>
                  <a:pt x="53341" y="35743"/>
                  <a:pt x="55480" y="41957"/>
                  <a:pt x="57415" y="48222"/>
                </a:cubicBezTo>
                <a:cubicBezTo>
                  <a:pt x="58001" y="50081"/>
                  <a:pt x="58561" y="51953"/>
                  <a:pt x="58994" y="53850"/>
                </a:cubicBezTo>
                <a:cubicBezTo>
                  <a:pt x="59045" y="54054"/>
                  <a:pt x="59185" y="54334"/>
                  <a:pt x="58918" y="54448"/>
                </a:cubicBezTo>
                <a:cubicBezTo>
                  <a:pt x="58884" y="54463"/>
                  <a:pt x="58853" y="54470"/>
                  <a:pt x="58825" y="54470"/>
                </a:cubicBezTo>
                <a:cubicBezTo>
                  <a:pt x="58662" y="54470"/>
                  <a:pt x="58583" y="54247"/>
                  <a:pt x="58485" y="54117"/>
                </a:cubicBezTo>
                <a:cubicBezTo>
                  <a:pt x="57938" y="53315"/>
                  <a:pt x="57377" y="52526"/>
                  <a:pt x="56868" y="51685"/>
                </a:cubicBezTo>
                <a:cubicBezTo>
                  <a:pt x="52959" y="45280"/>
                  <a:pt x="49266" y="38735"/>
                  <a:pt x="45548" y="32203"/>
                </a:cubicBezTo>
                <a:cubicBezTo>
                  <a:pt x="42581" y="26982"/>
                  <a:pt x="39601" y="21749"/>
                  <a:pt x="36571" y="16554"/>
                </a:cubicBezTo>
                <a:cubicBezTo>
                  <a:pt x="35030" y="13905"/>
                  <a:pt x="33528" y="11231"/>
                  <a:pt x="31732" y="8723"/>
                </a:cubicBezTo>
                <a:cubicBezTo>
                  <a:pt x="31592" y="8519"/>
                  <a:pt x="31490" y="8252"/>
                  <a:pt x="31146" y="8226"/>
                </a:cubicBezTo>
                <a:lnTo>
                  <a:pt x="31146" y="8226"/>
                </a:lnTo>
                <a:cubicBezTo>
                  <a:pt x="31070" y="8697"/>
                  <a:pt x="31337" y="9028"/>
                  <a:pt x="31516" y="9372"/>
                </a:cubicBezTo>
                <a:cubicBezTo>
                  <a:pt x="35183" y="16528"/>
                  <a:pt x="39410" y="23366"/>
                  <a:pt x="43447" y="30319"/>
                </a:cubicBezTo>
                <a:cubicBezTo>
                  <a:pt x="47878" y="37959"/>
                  <a:pt x="52449" y="45509"/>
                  <a:pt x="56664" y="53277"/>
                </a:cubicBezTo>
                <a:cubicBezTo>
                  <a:pt x="57021" y="53939"/>
                  <a:pt x="57377" y="54601"/>
                  <a:pt x="57415" y="55403"/>
                </a:cubicBezTo>
                <a:cubicBezTo>
                  <a:pt x="56868" y="55034"/>
                  <a:pt x="56346" y="54652"/>
                  <a:pt x="55913" y="54194"/>
                </a:cubicBezTo>
                <a:cubicBezTo>
                  <a:pt x="54283" y="52500"/>
                  <a:pt x="52666" y="50807"/>
                  <a:pt x="51087" y="49075"/>
                </a:cubicBezTo>
                <a:cubicBezTo>
                  <a:pt x="49177" y="46999"/>
                  <a:pt x="47292" y="44898"/>
                  <a:pt x="45421" y="42797"/>
                </a:cubicBezTo>
                <a:cubicBezTo>
                  <a:pt x="42772" y="39818"/>
                  <a:pt x="40136" y="36825"/>
                  <a:pt x="37475" y="33846"/>
                </a:cubicBezTo>
                <a:cubicBezTo>
                  <a:pt x="35145" y="31248"/>
                  <a:pt x="32802" y="28663"/>
                  <a:pt x="30472" y="26053"/>
                </a:cubicBezTo>
                <a:cubicBezTo>
                  <a:pt x="27645" y="22870"/>
                  <a:pt x="24780" y="19712"/>
                  <a:pt x="21787" y="16668"/>
                </a:cubicBezTo>
                <a:cubicBezTo>
                  <a:pt x="21444" y="16312"/>
                  <a:pt x="21074" y="15994"/>
                  <a:pt x="20501" y="15713"/>
                </a:cubicBezTo>
                <a:lnTo>
                  <a:pt x="20501" y="15713"/>
                </a:lnTo>
                <a:cubicBezTo>
                  <a:pt x="20692" y="16325"/>
                  <a:pt x="21023" y="16694"/>
                  <a:pt x="21316" y="17076"/>
                </a:cubicBezTo>
                <a:cubicBezTo>
                  <a:pt x="23214" y="19457"/>
                  <a:pt x="25251" y="21724"/>
                  <a:pt x="27288" y="23977"/>
                </a:cubicBezTo>
                <a:cubicBezTo>
                  <a:pt x="30128" y="27097"/>
                  <a:pt x="32942" y="30217"/>
                  <a:pt x="35781" y="33336"/>
                </a:cubicBezTo>
                <a:cubicBezTo>
                  <a:pt x="37997" y="35781"/>
                  <a:pt x="40238" y="38188"/>
                  <a:pt x="42441" y="40633"/>
                </a:cubicBezTo>
                <a:cubicBezTo>
                  <a:pt x="45815" y="44376"/>
                  <a:pt x="49164" y="48133"/>
                  <a:pt x="52526" y="51889"/>
                </a:cubicBezTo>
                <a:cubicBezTo>
                  <a:pt x="53697" y="53213"/>
                  <a:pt x="54856" y="54550"/>
                  <a:pt x="55900" y="55989"/>
                </a:cubicBezTo>
                <a:cubicBezTo>
                  <a:pt x="56028" y="56155"/>
                  <a:pt x="56308" y="56333"/>
                  <a:pt x="56091" y="56549"/>
                </a:cubicBezTo>
                <a:cubicBezTo>
                  <a:pt x="56042" y="56602"/>
                  <a:pt x="55988" y="56623"/>
                  <a:pt x="55933" y="56623"/>
                </a:cubicBezTo>
                <a:cubicBezTo>
                  <a:pt x="55789" y="56623"/>
                  <a:pt x="55631" y="56483"/>
                  <a:pt x="55493" y="56409"/>
                </a:cubicBezTo>
                <a:cubicBezTo>
                  <a:pt x="55022" y="56129"/>
                  <a:pt x="54550" y="55849"/>
                  <a:pt x="54105" y="55543"/>
                </a:cubicBezTo>
                <a:cubicBezTo>
                  <a:pt x="49126" y="52169"/>
                  <a:pt x="44275" y="48604"/>
                  <a:pt x="39436" y="45026"/>
                </a:cubicBezTo>
                <a:cubicBezTo>
                  <a:pt x="33451" y="40620"/>
                  <a:pt x="27454" y="36227"/>
                  <a:pt x="21456" y="31834"/>
                </a:cubicBezTo>
                <a:cubicBezTo>
                  <a:pt x="18566" y="29733"/>
                  <a:pt x="15688" y="27619"/>
                  <a:pt x="12645" y="25760"/>
                </a:cubicBezTo>
                <a:cubicBezTo>
                  <a:pt x="12471" y="25658"/>
                  <a:pt x="12314" y="25498"/>
                  <a:pt x="12094" y="25498"/>
                </a:cubicBezTo>
                <a:cubicBezTo>
                  <a:pt x="12040" y="25498"/>
                  <a:pt x="11982" y="25508"/>
                  <a:pt x="11919" y="25531"/>
                </a:cubicBezTo>
                <a:cubicBezTo>
                  <a:pt x="12034" y="25875"/>
                  <a:pt x="12288" y="26040"/>
                  <a:pt x="12505" y="26244"/>
                </a:cubicBezTo>
                <a:cubicBezTo>
                  <a:pt x="14364" y="27912"/>
                  <a:pt x="16388" y="29364"/>
                  <a:pt x="18400" y="30828"/>
                </a:cubicBezTo>
                <a:cubicBezTo>
                  <a:pt x="22513" y="33846"/>
                  <a:pt x="26639" y="36813"/>
                  <a:pt x="30777" y="39792"/>
                </a:cubicBezTo>
                <a:cubicBezTo>
                  <a:pt x="34635" y="42581"/>
                  <a:pt x="38532" y="45331"/>
                  <a:pt x="42377" y="48145"/>
                </a:cubicBezTo>
                <a:cubicBezTo>
                  <a:pt x="46503" y="51163"/>
                  <a:pt x="50692" y="54092"/>
                  <a:pt x="54640" y="57364"/>
                </a:cubicBezTo>
                <a:cubicBezTo>
                  <a:pt x="54818" y="57517"/>
                  <a:pt x="55162" y="57657"/>
                  <a:pt x="55022" y="57924"/>
                </a:cubicBezTo>
                <a:cubicBezTo>
                  <a:pt x="54964" y="58025"/>
                  <a:pt x="54885" y="58059"/>
                  <a:pt x="54797" y="58059"/>
                </a:cubicBezTo>
                <a:cubicBezTo>
                  <a:pt x="54650" y="58059"/>
                  <a:pt x="54477" y="57964"/>
                  <a:pt x="54334" y="57924"/>
                </a:cubicBezTo>
                <a:cubicBezTo>
                  <a:pt x="52921" y="57517"/>
                  <a:pt x="51571" y="56906"/>
                  <a:pt x="50221" y="56320"/>
                </a:cubicBezTo>
                <a:cubicBezTo>
                  <a:pt x="44949" y="54054"/>
                  <a:pt x="39716" y="51711"/>
                  <a:pt x="34495" y="49329"/>
                </a:cubicBezTo>
                <a:cubicBezTo>
                  <a:pt x="28116" y="46414"/>
                  <a:pt x="21724" y="43549"/>
                  <a:pt x="15319" y="40684"/>
                </a:cubicBezTo>
                <a:cubicBezTo>
                  <a:pt x="12301" y="39347"/>
                  <a:pt x="9309" y="37971"/>
                  <a:pt x="6189" y="36914"/>
                </a:cubicBezTo>
                <a:cubicBezTo>
                  <a:pt x="6033" y="36865"/>
                  <a:pt x="5876" y="36778"/>
                  <a:pt x="5685" y="36778"/>
                </a:cubicBezTo>
                <a:cubicBezTo>
                  <a:pt x="5581" y="36778"/>
                  <a:pt x="5466" y="36804"/>
                  <a:pt x="5336" y="36876"/>
                </a:cubicBezTo>
                <a:cubicBezTo>
                  <a:pt x="6342" y="37666"/>
                  <a:pt x="7450" y="38124"/>
                  <a:pt x="8519" y="38633"/>
                </a:cubicBezTo>
                <a:cubicBezTo>
                  <a:pt x="13473" y="41002"/>
                  <a:pt x="18502" y="43192"/>
                  <a:pt x="23532" y="45395"/>
                </a:cubicBezTo>
                <a:cubicBezTo>
                  <a:pt x="29542" y="48018"/>
                  <a:pt x="35565" y="50654"/>
                  <a:pt x="41562" y="53315"/>
                </a:cubicBezTo>
                <a:cubicBezTo>
                  <a:pt x="45522" y="55072"/>
                  <a:pt x="49508" y="56817"/>
                  <a:pt x="53366" y="58803"/>
                </a:cubicBezTo>
                <a:cubicBezTo>
                  <a:pt x="53748" y="59007"/>
                  <a:pt x="54168" y="59172"/>
                  <a:pt x="54436" y="59593"/>
                </a:cubicBezTo>
                <a:cubicBezTo>
                  <a:pt x="54244" y="59691"/>
                  <a:pt x="54062" y="59724"/>
                  <a:pt x="53888" y="59724"/>
                </a:cubicBezTo>
                <a:cubicBezTo>
                  <a:pt x="53681" y="59724"/>
                  <a:pt x="53483" y="59678"/>
                  <a:pt x="53290" y="59643"/>
                </a:cubicBezTo>
                <a:cubicBezTo>
                  <a:pt x="49266" y="59020"/>
                  <a:pt x="45281" y="58179"/>
                  <a:pt x="41308" y="57326"/>
                </a:cubicBezTo>
                <a:cubicBezTo>
                  <a:pt x="33680" y="55671"/>
                  <a:pt x="26053" y="53990"/>
                  <a:pt x="18413" y="52360"/>
                </a:cubicBezTo>
                <a:cubicBezTo>
                  <a:pt x="12976" y="51201"/>
                  <a:pt x="7551" y="49902"/>
                  <a:pt x="2038" y="49164"/>
                </a:cubicBezTo>
                <a:cubicBezTo>
                  <a:pt x="1920" y="49150"/>
                  <a:pt x="1775" y="49094"/>
                  <a:pt x="1658" y="49094"/>
                </a:cubicBezTo>
                <a:cubicBezTo>
                  <a:pt x="1560" y="49094"/>
                  <a:pt x="1481" y="49133"/>
                  <a:pt x="1452" y="49266"/>
                </a:cubicBezTo>
                <a:cubicBezTo>
                  <a:pt x="1389" y="49546"/>
                  <a:pt x="1732" y="49559"/>
                  <a:pt x="1923" y="49610"/>
                </a:cubicBezTo>
                <a:cubicBezTo>
                  <a:pt x="3273" y="49992"/>
                  <a:pt x="4623" y="50386"/>
                  <a:pt x="5985" y="50692"/>
                </a:cubicBezTo>
                <a:cubicBezTo>
                  <a:pt x="11855" y="51991"/>
                  <a:pt x="17738" y="53213"/>
                  <a:pt x="23634" y="54423"/>
                </a:cubicBezTo>
                <a:cubicBezTo>
                  <a:pt x="30790" y="55874"/>
                  <a:pt x="37946" y="57377"/>
                  <a:pt x="45102" y="58879"/>
                </a:cubicBezTo>
                <a:cubicBezTo>
                  <a:pt x="47891" y="59465"/>
                  <a:pt x="50679" y="60051"/>
                  <a:pt x="53392" y="60904"/>
                </a:cubicBezTo>
                <a:cubicBezTo>
                  <a:pt x="53608" y="60968"/>
                  <a:pt x="53977" y="60968"/>
                  <a:pt x="53926" y="61299"/>
                </a:cubicBezTo>
                <a:cubicBezTo>
                  <a:pt x="53888" y="61528"/>
                  <a:pt x="53557" y="61503"/>
                  <a:pt x="53341" y="61515"/>
                </a:cubicBezTo>
                <a:cubicBezTo>
                  <a:pt x="51112" y="61617"/>
                  <a:pt x="48897" y="61795"/>
                  <a:pt x="46681" y="61795"/>
                </a:cubicBezTo>
                <a:cubicBezTo>
                  <a:pt x="45712" y="61792"/>
                  <a:pt x="44742" y="61790"/>
                  <a:pt x="43773" y="61790"/>
                </a:cubicBezTo>
                <a:cubicBezTo>
                  <a:pt x="41349" y="61790"/>
                  <a:pt x="38925" y="61799"/>
                  <a:pt x="36501" y="61799"/>
                </a:cubicBezTo>
                <a:cubicBezTo>
                  <a:pt x="33107" y="61799"/>
                  <a:pt x="29714" y="61783"/>
                  <a:pt x="26321" y="61706"/>
                </a:cubicBezTo>
                <a:cubicBezTo>
                  <a:pt x="23719" y="61645"/>
                  <a:pt x="21115" y="61625"/>
                  <a:pt x="18511" y="61625"/>
                </a:cubicBezTo>
                <a:cubicBezTo>
                  <a:pt x="15124" y="61625"/>
                  <a:pt x="11737" y="61659"/>
                  <a:pt x="8354" y="61681"/>
                </a:cubicBezTo>
                <a:cubicBezTo>
                  <a:pt x="5756" y="61694"/>
                  <a:pt x="3158" y="61744"/>
                  <a:pt x="574" y="61974"/>
                </a:cubicBezTo>
                <a:cubicBezTo>
                  <a:pt x="555" y="61975"/>
                  <a:pt x="535" y="61975"/>
                  <a:pt x="515" y="61975"/>
                </a:cubicBezTo>
                <a:cubicBezTo>
                  <a:pt x="459" y="61975"/>
                  <a:pt x="398" y="61972"/>
                  <a:pt x="337" y="61972"/>
                </a:cubicBezTo>
                <a:cubicBezTo>
                  <a:pt x="170" y="61972"/>
                  <a:pt x="9" y="61995"/>
                  <a:pt x="1" y="62165"/>
                </a:cubicBezTo>
                <a:cubicBezTo>
                  <a:pt x="1" y="62377"/>
                  <a:pt x="146" y="62410"/>
                  <a:pt x="308" y="62410"/>
                </a:cubicBezTo>
                <a:cubicBezTo>
                  <a:pt x="381" y="62410"/>
                  <a:pt x="457" y="62403"/>
                  <a:pt x="525" y="62403"/>
                </a:cubicBezTo>
                <a:cubicBezTo>
                  <a:pt x="551" y="62403"/>
                  <a:pt x="576" y="62404"/>
                  <a:pt x="599" y="62407"/>
                </a:cubicBezTo>
                <a:cubicBezTo>
                  <a:pt x="2764" y="62687"/>
                  <a:pt x="4941" y="62661"/>
                  <a:pt x="7106" y="62674"/>
                </a:cubicBezTo>
                <a:cubicBezTo>
                  <a:pt x="9625" y="62699"/>
                  <a:pt x="12146" y="62709"/>
                  <a:pt x="14666" y="62709"/>
                </a:cubicBezTo>
                <a:cubicBezTo>
                  <a:pt x="21255" y="62709"/>
                  <a:pt x="27847" y="62640"/>
                  <a:pt x="34432" y="62585"/>
                </a:cubicBezTo>
                <a:cubicBezTo>
                  <a:pt x="37154" y="62568"/>
                  <a:pt x="39877" y="62530"/>
                  <a:pt x="42599" y="62530"/>
                </a:cubicBezTo>
                <a:cubicBezTo>
                  <a:pt x="46114" y="62530"/>
                  <a:pt x="49628" y="62594"/>
                  <a:pt x="53137" y="62852"/>
                </a:cubicBezTo>
                <a:cubicBezTo>
                  <a:pt x="53179" y="62856"/>
                  <a:pt x="53224" y="62857"/>
                  <a:pt x="53272" y="62857"/>
                </a:cubicBezTo>
                <a:cubicBezTo>
                  <a:pt x="53322" y="62857"/>
                  <a:pt x="53375" y="62856"/>
                  <a:pt x="53427" y="62856"/>
                </a:cubicBezTo>
                <a:cubicBezTo>
                  <a:pt x="53658" y="62856"/>
                  <a:pt x="53887" y="62877"/>
                  <a:pt x="53914" y="63107"/>
                </a:cubicBezTo>
                <a:cubicBezTo>
                  <a:pt x="53965" y="63451"/>
                  <a:pt x="53494" y="63451"/>
                  <a:pt x="53226" y="63527"/>
                </a:cubicBezTo>
                <a:cubicBezTo>
                  <a:pt x="50972" y="64253"/>
                  <a:pt x="48642" y="64750"/>
                  <a:pt x="46325" y="65233"/>
                </a:cubicBezTo>
                <a:cubicBezTo>
                  <a:pt x="38417" y="66902"/>
                  <a:pt x="30497" y="68506"/>
                  <a:pt x="22577" y="70161"/>
                </a:cubicBezTo>
                <a:cubicBezTo>
                  <a:pt x="17203" y="71282"/>
                  <a:pt x="11843" y="72428"/>
                  <a:pt x="6469" y="73599"/>
                </a:cubicBezTo>
                <a:cubicBezTo>
                  <a:pt x="4916" y="73930"/>
                  <a:pt x="3375" y="74389"/>
                  <a:pt x="1834" y="74796"/>
                </a:cubicBezTo>
                <a:cubicBezTo>
                  <a:pt x="1669" y="74847"/>
                  <a:pt x="1376" y="74860"/>
                  <a:pt x="1452" y="75140"/>
                </a:cubicBezTo>
                <a:cubicBezTo>
                  <a:pt x="1485" y="75245"/>
                  <a:pt x="1562" y="75272"/>
                  <a:pt x="1653" y="75272"/>
                </a:cubicBezTo>
                <a:cubicBezTo>
                  <a:pt x="1738" y="75272"/>
                  <a:pt x="1837" y="75248"/>
                  <a:pt x="1923" y="75242"/>
                </a:cubicBezTo>
                <a:cubicBezTo>
                  <a:pt x="2407" y="75178"/>
                  <a:pt x="2917" y="75140"/>
                  <a:pt x="3400" y="75064"/>
                </a:cubicBezTo>
                <a:cubicBezTo>
                  <a:pt x="8201" y="74236"/>
                  <a:pt x="12950" y="73205"/>
                  <a:pt x="17713" y="72186"/>
                </a:cubicBezTo>
                <a:cubicBezTo>
                  <a:pt x="22933" y="71065"/>
                  <a:pt x="28141" y="69907"/>
                  <a:pt x="33362" y="68773"/>
                </a:cubicBezTo>
                <a:cubicBezTo>
                  <a:pt x="39996" y="67334"/>
                  <a:pt x="46618" y="65806"/>
                  <a:pt x="53315" y="64724"/>
                </a:cubicBezTo>
                <a:cubicBezTo>
                  <a:pt x="53518" y="64695"/>
                  <a:pt x="53783" y="64612"/>
                  <a:pt x="53995" y="64612"/>
                </a:cubicBezTo>
                <a:cubicBezTo>
                  <a:pt x="54155" y="64612"/>
                  <a:pt x="54285" y="64660"/>
                  <a:pt x="54334" y="64813"/>
                </a:cubicBezTo>
                <a:cubicBezTo>
                  <a:pt x="54449" y="65183"/>
                  <a:pt x="53876" y="65310"/>
                  <a:pt x="53557" y="65475"/>
                </a:cubicBezTo>
                <a:cubicBezTo>
                  <a:pt x="50132" y="67271"/>
                  <a:pt x="46592" y="68837"/>
                  <a:pt x="43052" y="70403"/>
                </a:cubicBezTo>
                <a:cubicBezTo>
                  <a:pt x="35692" y="73663"/>
                  <a:pt x="28281" y="76846"/>
                  <a:pt x="20909" y="80106"/>
                </a:cubicBezTo>
                <a:cubicBezTo>
                  <a:pt x="16350" y="82118"/>
                  <a:pt x="11779" y="84130"/>
                  <a:pt x="7297" y="86333"/>
                </a:cubicBezTo>
                <a:cubicBezTo>
                  <a:pt x="6647" y="86651"/>
                  <a:pt x="5922" y="86931"/>
                  <a:pt x="5463" y="87568"/>
                </a:cubicBezTo>
                <a:cubicBezTo>
                  <a:pt x="6609" y="87415"/>
                  <a:pt x="7641" y="86982"/>
                  <a:pt x="8659" y="86549"/>
                </a:cubicBezTo>
                <a:cubicBezTo>
                  <a:pt x="17000" y="83073"/>
                  <a:pt x="25187" y="79240"/>
                  <a:pt x="33426" y="75535"/>
                </a:cubicBezTo>
                <a:cubicBezTo>
                  <a:pt x="39614" y="72746"/>
                  <a:pt x="45777" y="69907"/>
                  <a:pt x="52042" y="67296"/>
                </a:cubicBezTo>
                <a:cubicBezTo>
                  <a:pt x="52870" y="66952"/>
                  <a:pt x="53685" y="66583"/>
                  <a:pt x="54576" y="66392"/>
                </a:cubicBezTo>
                <a:cubicBezTo>
                  <a:pt x="54665" y="66372"/>
                  <a:pt x="54765" y="66333"/>
                  <a:pt x="54852" y="66333"/>
                </a:cubicBezTo>
                <a:cubicBezTo>
                  <a:pt x="54927" y="66333"/>
                  <a:pt x="54993" y="66362"/>
                  <a:pt x="55034" y="66456"/>
                </a:cubicBezTo>
                <a:cubicBezTo>
                  <a:pt x="55136" y="66660"/>
                  <a:pt x="54932" y="66761"/>
                  <a:pt x="54805" y="66889"/>
                </a:cubicBezTo>
                <a:cubicBezTo>
                  <a:pt x="54741" y="66952"/>
                  <a:pt x="54652" y="67003"/>
                  <a:pt x="54576" y="67067"/>
                </a:cubicBezTo>
                <a:cubicBezTo>
                  <a:pt x="50119" y="70747"/>
                  <a:pt x="45395" y="74045"/>
                  <a:pt x="40735" y="77432"/>
                </a:cubicBezTo>
                <a:cubicBezTo>
                  <a:pt x="33209" y="82907"/>
                  <a:pt x="25569" y="88217"/>
                  <a:pt x="18107" y="93782"/>
                </a:cubicBezTo>
                <a:cubicBezTo>
                  <a:pt x="16185" y="95221"/>
                  <a:pt x="14224" y="96596"/>
                  <a:pt x="12441" y="98200"/>
                </a:cubicBezTo>
                <a:cubicBezTo>
                  <a:pt x="12250" y="98378"/>
                  <a:pt x="11970" y="98544"/>
                  <a:pt x="11932" y="98990"/>
                </a:cubicBezTo>
                <a:cubicBezTo>
                  <a:pt x="12912" y="98544"/>
                  <a:pt x="13714" y="98009"/>
                  <a:pt x="14504" y="97462"/>
                </a:cubicBezTo>
                <a:cubicBezTo>
                  <a:pt x="20922" y="93056"/>
                  <a:pt x="27148" y="88383"/>
                  <a:pt x="33426" y="83773"/>
                </a:cubicBezTo>
                <a:cubicBezTo>
                  <a:pt x="38392" y="80131"/>
                  <a:pt x="43371" y="76490"/>
                  <a:pt x="48349" y="72861"/>
                </a:cubicBezTo>
                <a:cubicBezTo>
                  <a:pt x="50552" y="71269"/>
                  <a:pt x="52755" y="69652"/>
                  <a:pt x="55072" y="68239"/>
                </a:cubicBezTo>
                <a:cubicBezTo>
                  <a:pt x="55319" y="68091"/>
                  <a:pt x="55627" y="67759"/>
                  <a:pt x="55883" y="67759"/>
                </a:cubicBezTo>
                <a:cubicBezTo>
                  <a:pt x="55958" y="67759"/>
                  <a:pt x="56028" y="67788"/>
                  <a:pt x="56091" y="67857"/>
                </a:cubicBezTo>
                <a:cubicBezTo>
                  <a:pt x="56346" y="68149"/>
                  <a:pt x="55811" y="68531"/>
                  <a:pt x="55582" y="68824"/>
                </a:cubicBezTo>
                <a:cubicBezTo>
                  <a:pt x="53723" y="71205"/>
                  <a:pt x="51685" y="73434"/>
                  <a:pt x="49686" y="75688"/>
                </a:cubicBezTo>
                <a:cubicBezTo>
                  <a:pt x="46439" y="79342"/>
                  <a:pt x="43141" y="82958"/>
                  <a:pt x="39831" y="86549"/>
                </a:cubicBezTo>
                <a:cubicBezTo>
                  <a:pt x="38213" y="88319"/>
                  <a:pt x="36596" y="90076"/>
                  <a:pt x="34992" y="91859"/>
                </a:cubicBezTo>
                <a:cubicBezTo>
                  <a:pt x="31923" y="95259"/>
                  <a:pt x="28854" y="98671"/>
                  <a:pt x="25786" y="102084"/>
                </a:cubicBezTo>
                <a:cubicBezTo>
                  <a:pt x="24207" y="103854"/>
                  <a:pt x="22628" y="105624"/>
                  <a:pt x="21176" y="107495"/>
                </a:cubicBezTo>
                <a:cubicBezTo>
                  <a:pt x="20934" y="107814"/>
                  <a:pt x="20654" y="108119"/>
                  <a:pt x="20501" y="108705"/>
                </a:cubicBezTo>
                <a:cubicBezTo>
                  <a:pt x="20769" y="108527"/>
                  <a:pt x="20896" y="108463"/>
                  <a:pt x="21011" y="108374"/>
                </a:cubicBezTo>
                <a:cubicBezTo>
                  <a:pt x="22602" y="107139"/>
                  <a:pt x="23837" y="105560"/>
                  <a:pt x="25225" y="104121"/>
                </a:cubicBezTo>
                <a:cubicBezTo>
                  <a:pt x="26524" y="102784"/>
                  <a:pt x="27772" y="101396"/>
                  <a:pt x="29020" y="99996"/>
                </a:cubicBezTo>
                <a:cubicBezTo>
                  <a:pt x="31337" y="97423"/>
                  <a:pt x="33629" y="94826"/>
                  <a:pt x="35947" y="92241"/>
                </a:cubicBezTo>
                <a:cubicBezTo>
                  <a:pt x="38213" y="89682"/>
                  <a:pt x="40505" y="87148"/>
                  <a:pt x="42785" y="84601"/>
                </a:cubicBezTo>
                <a:cubicBezTo>
                  <a:pt x="45217" y="81889"/>
                  <a:pt x="47623" y="79164"/>
                  <a:pt x="50068" y="76464"/>
                </a:cubicBezTo>
                <a:cubicBezTo>
                  <a:pt x="51736" y="74618"/>
                  <a:pt x="53430" y="72784"/>
                  <a:pt x="55136" y="70963"/>
                </a:cubicBezTo>
                <a:cubicBezTo>
                  <a:pt x="55824" y="70225"/>
                  <a:pt x="56511" y="69474"/>
                  <a:pt x="57428" y="68939"/>
                </a:cubicBezTo>
                <a:lnTo>
                  <a:pt x="57428" y="68939"/>
                </a:lnTo>
                <a:cubicBezTo>
                  <a:pt x="57581" y="69308"/>
                  <a:pt x="57377" y="69563"/>
                  <a:pt x="57263" y="69817"/>
                </a:cubicBezTo>
                <a:cubicBezTo>
                  <a:pt x="56435" y="71753"/>
                  <a:pt x="55365" y="73561"/>
                  <a:pt x="54321" y="75369"/>
                </a:cubicBezTo>
                <a:cubicBezTo>
                  <a:pt x="48986" y="84563"/>
                  <a:pt x="43625" y="93743"/>
                  <a:pt x="38264" y="102924"/>
                </a:cubicBezTo>
                <a:cubicBezTo>
                  <a:pt x="35921" y="106961"/>
                  <a:pt x="33540" y="110972"/>
                  <a:pt x="31452" y="115161"/>
                </a:cubicBezTo>
                <a:cubicBezTo>
                  <a:pt x="31314" y="115450"/>
                  <a:pt x="31064" y="115727"/>
                  <a:pt x="31192" y="116261"/>
                </a:cubicBezTo>
                <a:lnTo>
                  <a:pt x="31192" y="116261"/>
                </a:lnTo>
                <a:cubicBezTo>
                  <a:pt x="31876" y="115538"/>
                  <a:pt x="32332" y="114802"/>
                  <a:pt x="32802" y="114079"/>
                </a:cubicBezTo>
                <a:cubicBezTo>
                  <a:pt x="35781" y="109316"/>
                  <a:pt x="38519" y="104414"/>
                  <a:pt x="41333" y="99550"/>
                </a:cubicBezTo>
                <a:cubicBezTo>
                  <a:pt x="45790" y="91808"/>
                  <a:pt x="50119" y="83990"/>
                  <a:pt x="54678" y="76299"/>
                </a:cubicBezTo>
                <a:cubicBezTo>
                  <a:pt x="55875" y="74274"/>
                  <a:pt x="57059" y="72250"/>
                  <a:pt x="58421" y="70340"/>
                </a:cubicBezTo>
                <a:cubicBezTo>
                  <a:pt x="58528" y="70190"/>
                  <a:pt x="58626" y="69897"/>
                  <a:pt x="58820" y="69897"/>
                </a:cubicBezTo>
                <a:cubicBezTo>
                  <a:pt x="58858" y="69897"/>
                  <a:pt x="58898" y="69907"/>
                  <a:pt x="58943" y="69932"/>
                </a:cubicBezTo>
                <a:cubicBezTo>
                  <a:pt x="59198" y="70059"/>
                  <a:pt x="59033" y="70390"/>
                  <a:pt x="58969" y="70620"/>
                </a:cubicBezTo>
                <a:cubicBezTo>
                  <a:pt x="58600" y="72046"/>
                  <a:pt x="58243" y="73472"/>
                  <a:pt x="57810" y="74885"/>
                </a:cubicBezTo>
                <a:cubicBezTo>
                  <a:pt x="55467" y="82513"/>
                  <a:pt x="52857" y="90064"/>
                  <a:pt x="50387" y="97665"/>
                </a:cubicBezTo>
                <a:cubicBezTo>
                  <a:pt x="48617" y="103090"/>
                  <a:pt x="46796" y="108514"/>
                  <a:pt x="45039" y="113951"/>
                </a:cubicBezTo>
                <a:cubicBezTo>
                  <a:pt x="44338" y="116078"/>
                  <a:pt x="43689" y="118230"/>
                  <a:pt x="43154" y="120420"/>
                </a:cubicBezTo>
                <a:cubicBezTo>
                  <a:pt x="43090" y="120725"/>
                  <a:pt x="42963" y="121057"/>
                  <a:pt x="43180" y="121426"/>
                </a:cubicBezTo>
                <a:cubicBezTo>
                  <a:pt x="43536" y="121044"/>
                  <a:pt x="43663" y="120636"/>
                  <a:pt x="43816" y="120242"/>
                </a:cubicBezTo>
                <a:cubicBezTo>
                  <a:pt x="45204" y="116714"/>
                  <a:pt x="46350" y="113098"/>
                  <a:pt x="47522" y="109482"/>
                </a:cubicBezTo>
                <a:cubicBezTo>
                  <a:pt x="49419" y="103625"/>
                  <a:pt x="51252" y="97742"/>
                  <a:pt x="53137" y="91872"/>
                </a:cubicBezTo>
                <a:cubicBezTo>
                  <a:pt x="54601" y="87275"/>
                  <a:pt x="56066" y="82691"/>
                  <a:pt x="57581" y="78120"/>
                </a:cubicBezTo>
                <a:cubicBezTo>
                  <a:pt x="58370" y="75726"/>
                  <a:pt x="59122" y="73319"/>
                  <a:pt x="60153" y="71014"/>
                </a:cubicBezTo>
                <a:cubicBezTo>
                  <a:pt x="60238" y="70833"/>
                  <a:pt x="60265" y="70515"/>
                  <a:pt x="60485" y="70515"/>
                </a:cubicBezTo>
                <a:cubicBezTo>
                  <a:pt x="60497" y="70515"/>
                  <a:pt x="60509" y="70516"/>
                  <a:pt x="60522" y="70518"/>
                </a:cubicBezTo>
                <a:cubicBezTo>
                  <a:pt x="60853" y="70569"/>
                  <a:pt x="60726" y="70925"/>
                  <a:pt x="60726" y="71154"/>
                </a:cubicBezTo>
                <a:cubicBezTo>
                  <a:pt x="60803" y="73701"/>
                  <a:pt x="60459" y="76222"/>
                  <a:pt x="60230" y="78756"/>
                </a:cubicBezTo>
                <a:cubicBezTo>
                  <a:pt x="59860" y="82882"/>
                  <a:pt x="59364" y="86982"/>
                  <a:pt x="58931" y="91108"/>
                </a:cubicBezTo>
                <a:cubicBezTo>
                  <a:pt x="58561" y="94444"/>
                  <a:pt x="58205" y="97793"/>
                  <a:pt x="57836" y="101142"/>
                </a:cubicBezTo>
                <a:cubicBezTo>
                  <a:pt x="57454" y="104707"/>
                  <a:pt x="57046" y="108272"/>
                  <a:pt x="56677" y="111850"/>
                </a:cubicBezTo>
                <a:cubicBezTo>
                  <a:pt x="56371" y="114741"/>
                  <a:pt x="56066" y="117644"/>
                  <a:pt x="55824" y="120560"/>
                </a:cubicBezTo>
                <a:cubicBezTo>
                  <a:pt x="55735" y="121757"/>
                  <a:pt x="55811" y="122967"/>
                  <a:pt x="55811" y="124304"/>
                </a:cubicBezTo>
                <a:cubicBezTo>
                  <a:pt x="56168" y="123972"/>
                  <a:pt x="56180" y="123680"/>
                  <a:pt x="56231" y="123399"/>
                </a:cubicBezTo>
                <a:cubicBezTo>
                  <a:pt x="56842" y="119681"/>
                  <a:pt x="57250" y="115938"/>
                  <a:pt x="57606" y="112194"/>
                </a:cubicBezTo>
                <a:cubicBezTo>
                  <a:pt x="58027" y="107827"/>
                  <a:pt x="58498" y="103459"/>
                  <a:pt x="58943" y="99091"/>
                </a:cubicBezTo>
                <a:cubicBezTo>
                  <a:pt x="59262" y="95895"/>
                  <a:pt x="59555" y="92699"/>
                  <a:pt x="59886" y="89491"/>
                </a:cubicBezTo>
                <a:cubicBezTo>
                  <a:pt x="60255" y="85874"/>
                  <a:pt x="60624" y="82258"/>
                  <a:pt x="61032" y="78642"/>
                </a:cubicBezTo>
                <a:cubicBezTo>
                  <a:pt x="61312" y="76159"/>
                  <a:pt x="61567" y="73676"/>
                  <a:pt x="62063" y="71231"/>
                </a:cubicBezTo>
                <a:cubicBezTo>
                  <a:pt x="62114" y="71014"/>
                  <a:pt x="62101" y="70683"/>
                  <a:pt x="62343" y="70671"/>
                </a:cubicBezTo>
                <a:cubicBezTo>
                  <a:pt x="62349" y="70670"/>
                  <a:pt x="62355" y="70670"/>
                  <a:pt x="62360" y="70670"/>
                </a:cubicBezTo>
                <a:cubicBezTo>
                  <a:pt x="62673" y="70670"/>
                  <a:pt x="62625" y="71018"/>
                  <a:pt x="62687" y="71244"/>
                </a:cubicBezTo>
                <a:cubicBezTo>
                  <a:pt x="62738" y="71435"/>
                  <a:pt x="62776" y="71626"/>
                  <a:pt x="62814" y="71829"/>
                </a:cubicBezTo>
                <a:cubicBezTo>
                  <a:pt x="63642" y="76923"/>
                  <a:pt x="64088" y="82067"/>
                  <a:pt x="64623" y="87198"/>
                </a:cubicBezTo>
                <a:cubicBezTo>
                  <a:pt x="65017" y="90942"/>
                  <a:pt x="65348" y="94698"/>
                  <a:pt x="65718" y="98442"/>
                </a:cubicBezTo>
                <a:cubicBezTo>
                  <a:pt x="66087" y="102186"/>
                  <a:pt x="66482" y="105929"/>
                  <a:pt x="66864" y="109673"/>
                </a:cubicBezTo>
                <a:cubicBezTo>
                  <a:pt x="67309" y="114040"/>
                  <a:pt x="67729" y="118408"/>
                  <a:pt x="68417" y="122737"/>
                </a:cubicBezTo>
                <a:cubicBezTo>
                  <a:pt x="68493" y="123234"/>
                  <a:pt x="68481" y="123769"/>
                  <a:pt x="68863" y="124189"/>
                </a:cubicBezTo>
                <a:cubicBezTo>
                  <a:pt x="68939" y="122967"/>
                  <a:pt x="69028" y="121744"/>
                  <a:pt x="68926" y="120547"/>
                </a:cubicBezTo>
                <a:cubicBezTo>
                  <a:pt x="68519" y="116129"/>
                  <a:pt x="68073" y="111710"/>
                  <a:pt x="67615" y="107304"/>
                </a:cubicBezTo>
                <a:cubicBezTo>
                  <a:pt x="67246" y="103777"/>
                  <a:pt x="66838" y="100263"/>
                  <a:pt x="66456" y="96749"/>
                </a:cubicBezTo>
                <a:cubicBezTo>
                  <a:pt x="66087" y="93349"/>
                  <a:pt x="65718" y="89949"/>
                  <a:pt x="65361" y="86562"/>
                </a:cubicBezTo>
                <a:cubicBezTo>
                  <a:pt x="65017" y="83378"/>
                  <a:pt x="64661" y="80208"/>
                  <a:pt x="64368" y="77037"/>
                </a:cubicBezTo>
                <a:cubicBezTo>
                  <a:pt x="64190" y="75051"/>
                  <a:pt x="63948" y="73064"/>
                  <a:pt x="64024" y="71065"/>
                </a:cubicBezTo>
                <a:cubicBezTo>
                  <a:pt x="64024" y="70874"/>
                  <a:pt x="63948" y="70594"/>
                  <a:pt x="64164" y="70531"/>
                </a:cubicBezTo>
                <a:cubicBezTo>
                  <a:pt x="64200" y="70521"/>
                  <a:pt x="64231" y="70516"/>
                  <a:pt x="64259" y="70516"/>
                </a:cubicBezTo>
                <a:cubicBezTo>
                  <a:pt x="64484" y="70516"/>
                  <a:pt x="64492" y="70805"/>
                  <a:pt x="64572" y="70963"/>
                </a:cubicBezTo>
                <a:cubicBezTo>
                  <a:pt x="65425" y="72797"/>
                  <a:pt x="66036" y="74720"/>
                  <a:pt x="66673" y="76643"/>
                </a:cubicBezTo>
                <a:cubicBezTo>
                  <a:pt x="68124" y="81023"/>
                  <a:pt x="69538" y="85416"/>
                  <a:pt x="70951" y="89822"/>
                </a:cubicBezTo>
                <a:cubicBezTo>
                  <a:pt x="72797" y="95590"/>
                  <a:pt x="74631" y="101371"/>
                  <a:pt x="76477" y="107139"/>
                </a:cubicBezTo>
                <a:cubicBezTo>
                  <a:pt x="77903" y="111557"/>
                  <a:pt x="79291" y="115989"/>
                  <a:pt x="80959" y="120318"/>
                </a:cubicBezTo>
                <a:cubicBezTo>
                  <a:pt x="81112" y="120700"/>
                  <a:pt x="81227" y="121107"/>
                  <a:pt x="81609" y="121451"/>
                </a:cubicBezTo>
                <a:cubicBezTo>
                  <a:pt x="81749" y="121057"/>
                  <a:pt x="81685" y="120764"/>
                  <a:pt x="81609" y="120484"/>
                </a:cubicBezTo>
                <a:cubicBezTo>
                  <a:pt x="81354" y="119490"/>
                  <a:pt x="81112" y="118497"/>
                  <a:pt x="80819" y="117517"/>
                </a:cubicBezTo>
                <a:cubicBezTo>
                  <a:pt x="78336" y="109355"/>
                  <a:pt x="75561" y="101282"/>
                  <a:pt x="72899" y="93170"/>
                </a:cubicBezTo>
                <a:cubicBezTo>
                  <a:pt x="70696" y="86460"/>
                  <a:pt x="68392" y="79788"/>
                  <a:pt x="66392" y="73014"/>
                </a:cubicBezTo>
                <a:cubicBezTo>
                  <a:pt x="66151" y="72173"/>
                  <a:pt x="65934" y="71320"/>
                  <a:pt x="65718" y="70480"/>
                </a:cubicBezTo>
                <a:cubicBezTo>
                  <a:pt x="65679" y="70289"/>
                  <a:pt x="65603" y="70034"/>
                  <a:pt x="65807" y="69932"/>
                </a:cubicBezTo>
                <a:cubicBezTo>
                  <a:pt x="65853" y="69905"/>
                  <a:pt x="65894" y="69894"/>
                  <a:pt x="65930" y="69894"/>
                </a:cubicBezTo>
                <a:cubicBezTo>
                  <a:pt x="66087" y="69894"/>
                  <a:pt x="66168" y="70101"/>
                  <a:pt x="66240" y="70225"/>
                </a:cubicBezTo>
                <a:cubicBezTo>
                  <a:pt x="66800" y="71027"/>
                  <a:pt x="67360" y="71817"/>
                  <a:pt x="67870" y="72644"/>
                </a:cubicBezTo>
                <a:cubicBezTo>
                  <a:pt x="71002" y="77801"/>
                  <a:pt x="74020" y="83035"/>
                  <a:pt x="76999" y="88294"/>
                </a:cubicBezTo>
                <a:cubicBezTo>
                  <a:pt x="80106" y="93756"/>
                  <a:pt x="83239" y="99219"/>
                  <a:pt x="86358" y="104669"/>
                </a:cubicBezTo>
                <a:cubicBezTo>
                  <a:pt x="88345" y="108107"/>
                  <a:pt x="90331" y="111545"/>
                  <a:pt x="92483" y="114881"/>
                </a:cubicBezTo>
                <a:cubicBezTo>
                  <a:pt x="92776" y="115339"/>
                  <a:pt x="93031" y="115861"/>
                  <a:pt x="93629" y="116205"/>
                </a:cubicBezTo>
                <a:cubicBezTo>
                  <a:pt x="93667" y="115721"/>
                  <a:pt x="93451" y="115416"/>
                  <a:pt x="93285" y="115085"/>
                </a:cubicBezTo>
                <a:cubicBezTo>
                  <a:pt x="90217" y="109023"/>
                  <a:pt x="86677" y="103230"/>
                  <a:pt x="83264" y="97372"/>
                </a:cubicBezTo>
                <a:cubicBezTo>
                  <a:pt x="78184" y="88625"/>
                  <a:pt x="72937" y="79991"/>
                  <a:pt x="68111" y="71116"/>
                </a:cubicBezTo>
                <a:cubicBezTo>
                  <a:pt x="67742" y="70454"/>
                  <a:pt x="67386" y="69767"/>
                  <a:pt x="67207" y="68786"/>
                </a:cubicBezTo>
                <a:lnTo>
                  <a:pt x="67207" y="68786"/>
                </a:lnTo>
                <a:cubicBezTo>
                  <a:pt x="68239" y="69537"/>
                  <a:pt x="69003" y="70276"/>
                  <a:pt x="69729" y="71053"/>
                </a:cubicBezTo>
                <a:cubicBezTo>
                  <a:pt x="72772" y="74389"/>
                  <a:pt x="75815" y="77712"/>
                  <a:pt x="78858" y="81048"/>
                </a:cubicBezTo>
                <a:cubicBezTo>
                  <a:pt x="80730" y="83124"/>
                  <a:pt x="82589" y="85199"/>
                  <a:pt x="84448" y="87288"/>
                </a:cubicBezTo>
                <a:cubicBezTo>
                  <a:pt x="87135" y="90305"/>
                  <a:pt x="89809" y="93336"/>
                  <a:pt x="92509" y="96341"/>
                </a:cubicBezTo>
                <a:cubicBezTo>
                  <a:pt x="94011" y="98035"/>
                  <a:pt x="95539" y="99715"/>
                  <a:pt x="97067" y="101396"/>
                </a:cubicBezTo>
                <a:cubicBezTo>
                  <a:pt x="99066" y="103625"/>
                  <a:pt x="101078" y="105840"/>
                  <a:pt x="103217" y="107941"/>
                </a:cubicBezTo>
                <a:cubicBezTo>
                  <a:pt x="103485" y="108196"/>
                  <a:pt x="103765" y="108476"/>
                  <a:pt x="104287" y="108603"/>
                </a:cubicBezTo>
                <a:cubicBezTo>
                  <a:pt x="104020" y="108030"/>
                  <a:pt x="103727" y="107636"/>
                  <a:pt x="103408" y="107254"/>
                </a:cubicBezTo>
                <a:cubicBezTo>
                  <a:pt x="101091" y="104350"/>
                  <a:pt x="98582" y="101613"/>
                  <a:pt x="96087" y="98862"/>
                </a:cubicBezTo>
                <a:cubicBezTo>
                  <a:pt x="93273" y="95755"/>
                  <a:pt x="90471" y="92648"/>
                  <a:pt x="87645" y="89541"/>
                </a:cubicBezTo>
                <a:cubicBezTo>
                  <a:pt x="85875" y="87593"/>
                  <a:pt x="84066" y="85658"/>
                  <a:pt x="82296" y="83697"/>
                </a:cubicBezTo>
                <a:cubicBezTo>
                  <a:pt x="79622" y="80755"/>
                  <a:pt x="76961" y="77827"/>
                  <a:pt x="74325" y="74860"/>
                </a:cubicBezTo>
                <a:cubicBezTo>
                  <a:pt x="72479" y="72772"/>
                  <a:pt x="70594" y="70709"/>
                  <a:pt x="68914" y="68468"/>
                </a:cubicBezTo>
                <a:cubicBezTo>
                  <a:pt x="68774" y="68277"/>
                  <a:pt x="68455" y="68048"/>
                  <a:pt x="68646" y="67844"/>
                </a:cubicBezTo>
                <a:cubicBezTo>
                  <a:pt x="68711" y="67769"/>
                  <a:pt x="68778" y="67740"/>
                  <a:pt x="68846" y="67740"/>
                </a:cubicBezTo>
                <a:cubicBezTo>
                  <a:pt x="69021" y="67740"/>
                  <a:pt x="69204" y="67930"/>
                  <a:pt x="69359" y="68022"/>
                </a:cubicBezTo>
                <a:cubicBezTo>
                  <a:pt x="71117" y="69028"/>
                  <a:pt x="72759" y="70212"/>
                  <a:pt x="74402" y="71396"/>
                </a:cubicBezTo>
                <a:cubicBezTo>
                  <a:pt x="80501" y="75815"/>
                  <a:pt x="86600" y="80246"/>
                  <a:pt x="92661" y="84715"/>
                </a:cubicBezTo>
                <a:cubicBezTo>
                  <a:pt x="98481" y="89007"/>
                  <a:pt x="104287" y="93336"/>
                  <a:pt x="110259" y="97436"/>
                </a:cubicBezTo>
                <a:cubicBezTo>
                  <a:pt x="111061" y="97984"/>
                  <a:pt x="111863" y="98557"/>
                  <a:pt x="112844" y="98837"/>
                </a:cubicBezTo>
                <a:cubicBezTo>
                  <a:pt x="112551" y="98417"/>
                  <a:pt x="112220" y="98047"/>
                  <a:pt x="111838" y="97742"/>
                </a:cubicBezTo>
                <a:cubicBezTo>
                  <a:pt x="107929" y="94571"/>
                  <a:pt x="103816" y="91642"/>
                  <a:pt x="99741" y="88688"/>
                </a:cubicBezTo>
                <a:cubicBezTo>
                  <a:pt x="94266" y="84715"/>
                  <a:pt x="88727" y="80832"/>
                  <a:pt x="83264" y="76859"/>
                </a:cubicBezTo>
                <a:cubicBezTo>
                  <a:pt x="78858" y="73663"/>
                  <a:pt x="74389" y="70543"/>
                  <a:pt x="70200" y="67067"/>
                </a:cubicBezTo>
                <a:cubicBezTo>
                  <a:pt x="69996" y="66902"/>
                  <a:pt x="69614" y="66749"/>
                  <a:pt x="69741" y="66469"/>
                </a:cubicBezTo>
                <a:cubicBezTo>
                  <a:pt x="69803" y="66346"/>
                  <a:pt x="69894" y="66304"/>
                  <a:pt x="69997" y="66304"/>
                </a:cubicBezTo>
                <a:cubicBezTo>
                  <a:pt x="70173" y="66304"/>
                  <a:pt x="70383" y="66425"/>
                  <a:pt x="70544" y="66481"/>
                </a:cubicBezTo>
                <a:cubicBezTo>
                  <a:pt x="71868" y="66978"/>
                  <a:pt x="73205" y="67462"/>
                  <a:pt x="74516" y="68035"/>
                </a:cubicBezTo>
                <a:cubicBezTo>
                  <a:pt x="79750" y="70301"/>
                  <a:pt x="84970" y="72632"/>
                  <a:pt x="90166" y="75000"/>
                </a:cubicBezTo>
                <a:cubicBezTo>
                  <a:pt x="96634" y="77954"/>
                  <a:pt x="103128" y="80870"/>
                  <a:pt x="109622" y="83760"/>
                </a:cubicBezTo>
                <a:cubicBezTo>
                  <a:pt x="112564" y="85072"/>
                  <a:pt x="115492" y="86409"/>
                  <a:pt x="118548" y="87440"/>
                </a:cubicBezTo>
                <a:cubicBezTo>
                  <a:pt x="118714" y="87493"/>
                  <a:pt x="118880" y="87605"/>
                  <a:pt x="119070" y="87605"/>
                </a:cubicBezTo>
                <a:cubicBezTo>
                  <a:pt x="119158" y="87605"/>
                  <a:pt x="119250" y="87581"/>
                  <a:pt x="119351" y="87517"/>
                </a:cubicBezTo>
                <a:cubicBezTo>
                  <a:pt x="119160" y="87186"/>
                  <a:pt x="118841" y="87046"/>
                  <a:pt x="118536" y="86893"/>
                </a:cubicBezTo>
                <a:cubicBezTo>
                  <a:pt x="117224" y="86231"/>
                  <a:pt x="115925" y="85543"/>
                  <a:pt x="114576" y="84945"/>
                </a:cubicBezTo>
                <a:cubicBezTo>
                  <a:pt x="109661" y="82729"/>
                  <a:pt x="104745" y="80539"/>
                  <a:pt x="99818" y="78349"/>
                </a:cubicBezTo>
                <a:cubicBezTo>
                  <a:pt x="93858" y="75726"/>
                  <a:pt x="87886" y="73128"/>
                  <a:pt x="81927" y="70492"/>
                </a:cubicBezTo>
                <a:cubicBezTo>
                  <a:pt x="78285" y="68862"/>
                  <a:pt x="74631" y="67245"/>
                  <a:pt x="71091" y="65399"/>
                </a:cubicBezTo>
                <a:cubicBezTo>
                  <a:pt x="70798" y="65246"/>
                  <a:pt x="70442" y="65157"/>
                  <a:pt x="70365" y="64737"/>
                </a:cubicBezTo>
                <a:cubicBezTo>
                  <a:pt x="70538" y="64669"/>
                  <a:pt x="70701" y="64646"/>
                  <a:pt x="70860" y="64646"/>
                </a:cubicBezTo>
                <a:cubicBezTo>
                  <a:pt x="71030" y="64646"/>
                  <a:pt x="71194" y="64672"/>
                  <a:pt x="71359" y="64699"/>
                </a:cubicBezTo>
                <a:cubicBezTo>
                  <a:pt x="72912" y="64966"/>
                  <a:pt x="74465" y="65195"/>
                  <a:pt x="76006" y="65514"/>
                </a:cubicBezTo>
                <a:cubicBezTo>
                  <a:pt x="81036" y="66558"/>
                  <a:pt x="86066" y="67615"/>
                  <a:pt x="91095" y="68697"/>
                </a:cubicBezTo>
                <a:cubicBezTo>
                  <a:pt x="97093" y="69996"/>
                  <a:pt x="103090" y="71320"/>
                  <a:pt x="109088" y="72606"/>
                </a:cubicBezTo>
                <a:cubicBezTo>
                  <a:pt x="113213" y="73497"/>
                  <a:pt x="117339" y="74376"/>
                  <a:pt x="121503" y="75064"/>
                </a:cubicBezTo>
                <a:cubicBezTo>
                  <a:pt x="121933" y="75137"/>
                  <a:pt x="122377" y="75223"/>
                  <a:pt x="122853" y="75223"/>
                </a:cubicBezTo>
                <a:cubicBezTo>
                  <a:pt x="123039" y="75223"/>
                  <a:pt x="123229" y="75210"/>
                  <a:pt x="123425" y="75178"/>
                </a:cubicBezTo>
                <a:cubicBezTo>
                  <a:pt x="123158" y="74758"/>
                  <a:pt x="122814" y="74733"/>
                  <a:pt x="122509" y="74656"/>
                </a:cubicBezTo>
                <a:cubicBezTo>
                  <a:pt x="121261" y="74312"/>
                  <a:pt x="120013" y="73956"/>
                  <a:pt x="118752" y="73676"/>
                </a:cubicBezTo>
                <a:cubicBezTo>
                  <a:pt x="112882" y="72364"/>
                  <a:pt x="106987" y="71142"/>
                  <a:pt x="101104" y="69945"/>
                </a:cubicBezTo>
                <a:cubicBezTo>
                  <a:pt x="93935" y="68480"/>
                  <a:pt x="86779" y="66978"/>
                  <a:pt x="79622" y="65475"/>
                </a:cubicBezTo>
                <a:cubicBezTo>
                  <a:pt x="76859" y="64890"/>
                  <a:pt x="74109" y="64317"/>
                  <a:pt x="71409" y="63476"/>
                </a:cubicBezTo>
                <a:cubicBezTo>
                  <a:pt x="71180" y="63413"/>
                  <a:pt x="70811" y="63400"/>
                  <a:pt x="70836" y="63107"/>
                </a:cubicBezTo>
                <a:cubicBezTo>
                  <a:pt x="70862" y="62801"/>
                  <a:pt x="71231" y="62891"/>
                  <a:pt x="71460" y="62852"/>
                </a:cubicBezTo>
                <a:cubicBezTo>
                  <a:pt x="73192" y="62585"/>
                  <a:pt x="74962" y="62610"/>
                  <a:pt x="76694" y="62598"/>
                </a:cubicBezTo>
                <a:cubicBezTo>
                  <a:pt x="80105" y="62585"/>
                  <a:pt x="83518" y="62570"/>
                  <a:pt x="86932" y="62570"/>
                </a:cubicBezTo>
                <a:cubicBezTo>
                  <a:pt x="90681" y="62570"/>
                  <a:pt x="94430" y="62589"/>
                  <a:pt x="98175" y="62649"/>
                </a:cubicBezTo>
                <a:cubicBezTo>
                  <a:pt x="101846" y="62711"/>
                  <a:pt x="105518" y="62751"/>
                  <a:pt x="109189" y="62751"/>
                </a:cubicBezTo>
                <a:cubicBezTo>
                  <a:pt x="113756" y="62751"/>
                  <a:pt x="118323" y="62689"/>
                  <a:pt x="122891" y="62534"/>
                </a:cubicBezTo>
                <a:cubicBezTo>
                  <a:pt x="123527" y="62521"/>
                  <a:pt x="124177" y="62381"/>
                  <a:pt x="124851" y="62292"/>
                </a:cubicBezTo>
                <a:cubicBezTo>
                  <a:pt x="124686" y="61935"/>
                  <a:pt x="124469" y="61986"/>
                  <a:pt x="124278" y="61961"/>
                </a:cubicBezTo>
                <a:cubicBezTo>
                  <a:pt x="122139" y="61668"/>
                  <a:pt x="119987" y="61706"/>
                  <a:pt x="117848" y="61694"/>
                </a:cubicBezTo>
                <a:cubicBezTo>
                  <a:pt x="114472" y="61681"/>
                  <a:pt x="111094" y="61663"/>
                  <a:pt x="107714" y="61663"/>
                </a:cubicBezTo>
                <a:cubicBezTo>
                  <a:pt x="104056" y="61663"/>
                  <a:pt x="100396" y="61684"/>
                  <a:pt x="96736" y="61757"/>
                </a:cubicBezTo>
                <a:cubicBezTo>
                  <a:pt x="93786" y="61820"/>
                  <a:pt x="90834" y="61844"/>
                  <a:pt x="87881" y="61844"/>
                </a:cubicBezTo>
                <a:cubicBezTo>
                  <a:pt x="84219" y="61844"/>
                  <a:pt x="80556" y="61807"/>
                  <a:pt x="76898" y="61757"/>
                </a:cubicBezTo>
                <a:cubicBezTo>
                  <a:pt x="75051" y="61744"/>
                  <a:pt x="73205" y="61757"/>
                  <a:pt x="71371" y="61503"/>
                </a:cubicBezTo>
                <a:cubicBezTo>
                  <a:pt x="71168" y="61464"/>
                  <a:pt x="70849" y="61528"/>
                  <a:pt x="70836" y="61235"/>
                </a:cubicBezTo>
                <a:cubicBezTo>
                  <a:pt x="70824" y="61006"/>
                  <a:pt x="71104" y="60980"/>
                  <a:pt x="71282" y="60917"/>
                </a:cubicBezTo>
                <a:cubicBezTo>
                  <a:pt x="71422" y="60853"/>
                  <a:pt x="71575" y="60828"/>
                  <a:pt x="71715" y="60777"/>
                </a:cubicBezTo>
                <a:cubicBezTo>
                  <a:pt x="73905" y="60089"/>
                  <a:pt x="76159" y="59618"/>
                  <a:pt x="78400" y="59134"/>
                </a:cubicBezTo>
                <a:cubicBezTo>
                  <a:pt x="84372" y="57861"/>
                  <a:pt x="90369" y="56651"/>
                  <a:pt x="96354" y="55403"/>
                </a:cubicBezTo>
                <a:cubicBezTo>
                  <a:pt x="102785" y="54066"/>
                  <a:pt x="109202" y="52729"/>
                  <a:pt x="115620" y="51367"/>
                </a:cubicBezTo>
                <a:cubicBezTo>
                  <a:pt x="117899" y="50883"/>
                  <a:pt x="120166" y="50399"/>
                  <a:pt x="122394" y="49750"/>
                </a:cubicBezTo>
                <a:cubicBezTo>
                  <a:pt x="122725" y="49648"/>
                  <a:pt x="123183" y="49661"/>
                  <a:pt x="123413" y="49088"/>
                </a:cubicBezTo>
                <a:lnTo>
                  <a:pt x="123413" y="49088"/>
                </a:lnTo>
                <a:cubicBezTo>
                  <a:pt x="122649" y="49177"/>
                  <a:pt x="121986" y="49215"/>
                  <a:pt x="121324" y="49317"/>
                </a:cubicBezTo>
                <a:cubicBezTo>
                  <a:pt x="116728" y="50119"/>
                  <a:pt x="112169" y="51087"/>
                  <a:pt x="107610" y="52080"/>
                </a:cubicBezTo>
                <a:cubicBezTo>
                  <a:pt x="101728" y="53366"/>
                  <a:pt x="95858" y="54652"/>
                  <a:pt x="89975" y="55913"/>
                </a:cubicBezTo>
                <a:cubicBezTo>
                  <a:pt x="83824" y="57224"/>
                  <a:pt x="77700" y="58650"/>
                  <a:pt x="71486" y="59643"/>
                </a:cubicBezTo>
                <a:cubicBezTo>
                  <a:pt x="71279" y="59672"/>
                  <a:pt x="71064" y="59717"/>
                  <a:pt x="70852" y="59717"/>
                </a:cubicBezTo>
                <a:cubicBezTo>
                  <a:pt x="70686" y="59717"/>
                  <a:pt x="70522" y="59689"/>
                  <a:pt x="70365" y="59605"/>
                </a:cubicBezTo>
                <a:cubicBezTo>
                  <a:pt x="70403" y="59376"/>
                  <a:pt x="70544" y="59300"/>
                  <a:pt x="70671" y="59223"/>
                </a:cubicBezTo>
                <a:cubicBezTo>
                  <a:pt x="71932" y="58459"/>
                  <a:pt x="73269" y="57835"/>
                  <a:pt x="74606" y="57211"/>
                </a:cubicBezTo>
                <a:cubicBezTo>
                  <a:pt x="79572" y="54881"/>
                  <a:pt x="84601" y="52678"/>
                  <a:pt x="89631" y="50475"/>
                </a:cubicBezTo>
                <a:cubicBezTo>
                  <a:pt x="94011" y="48540"/>
                  <a:pt x="98391" y="46592"/>
                  <a:pt x="102797" y="44695"/>
                </a:cubicBezTo>
                <a:cubicBezTo>
                  <a:pt x="107738" y="42568"/>
                  <a:pt x="112653" y="40365"/>
                  <a:pt x="117517" y="38022"/>
                </a:cubicBezTo>
                <a:cubicBezTo>
                  <a:pt x="118166" y="37717"/>
                  <a:pt x="118854" y="37424"/>
                  <a:pt x="119414" y="36825"/>
                </a:cubicBezTo>
                <a:cubicBezTo>
                  <a:pt x="119300" y="36788"/>
                  <a:pt x="119197" y="36773"/>
                  <a:pt x="119102" y="36773"/>
                </a:cubicBezTo>
                <a:cubicBezTo>
                  <a:pt x="118840" y="36773"/>
                  <a:pt x="118643" y="36887"/>
                  <a:pt x="118447" y="36953"/>
                </a:cubicBezTo>
                <a:cubicBezTo>
                  <a:pt x="114907" y="38188"/>
                  <a:pt x="111507" y="39767"/>
                  <a:pt x="108094" y="41295"/>
                </a:cubicBezTo>
                <a:cubicBezTo>
                  <a:pt x="103167" y="43485"/>
                  <a:pt x="98277" y="45739"/>
                  <a:pt x="93362" y="47942"/>
                </a:cubicBezTo>
                <a:cubicBezTo>
                  <a:pt x="87441" y="50603"/>
                  <a:pt x="81520" y="53251"/>
                  <a:pt x="75586" y="55874"/>
                </a:cubicBezTo>
                <a:cubicBezTo>
                  <a:pt x="73943" y="56600"/>
                  <a:pt x="72250" y="57224"/>
                  <a:pt x="70582" y="57874"/>
                </a:cubicBezTo>
                <a:cubicBezTo>
                  <a:pt x="70417" y="57940"/>
                  <a:pt x="70188" y="58064"/>
                  <a:pt x="70002" y="58064"/>
                </a:cubicBezTo>
                <a:cubicBezTo>
                  <a:pt x="69901" y="58064"/>
                  <a:pt x="69812" y="58028"/>
                  <a:pt x="69754" y="57924"/>
                </a:cubicBezTo>
                <a:cubicBezTo>
                  <a:pt x="69576" y="57619"/>
                  <a:pt x="70021" y="57466"/>
                  <a:pt x="70225" y="57275"/>
                </a:cubicBezTo>
                <a:cubicBezTo>
                  <a:pt x="71957" y="55760"/>
                  <a:pt x="73816" y="54410"/>
                  <a:pt x="75675" y="53060"/>
                </a:cubicBezTo>
                <a:cubicBezTo>
                  <a:pt x="81762" y="48616"/>
                  <a:pt x="87874" y="44211"/>
                  <a:pt x="93986" y="39792"/>
                </a:cubicBezTo>
                <a:cubicBezTo>
                  <a:pt x="99932" y="35514"/>
                  <a:pt x="105955" y="31312"/>
                  <a:pt x="111685" y="26740"/>
                </a:cubicBezTo>
                <a:cubicBezTo>
                  <a:pt x="112118" y="26397"/>
                  <a:pt x="112576" y="26053"/>
                  <a:pt x="112869" y="25480"/>
                </a:cubicBezTo>
                <a:cubicBezTo>
                  <a:pt x="112856" y="25479"/>
                  <a:pt x="112843" y="25479"/>
                  <a:pt x="112829" y="25479"/>
                </a:cubicBezTo>
                <a:cubicBezTo>
                  <a:pt x="112510" y="25479"/>
                  <a:pt x="112326" y="25625"/>
                  <a:pt x="112118" y="25747"/>
                </a:cubicBezTo>
                <a:cubicBezTo>
                  <a:pt x="109762" y="27161"/>
                  <a:pt x="107534" y="28765"/>
                  <a:pt x="105318" y="30369"/>
                </a:cubicBezTo>
                <a:cubicBezTo>
                  <a:pt x="98226" y="35527"/>
                  <a:pt x="91159" y="40696"/>
                  <a:pt x="84117" y="45904"/>
                </a:cubicBezTo>
                <a:cubicBezTo>
                  <a:pt x="80234" y="48782"/>
                  <a:pt x="76299" y="51609"/>
                  <a:pt x="72352" y="54397"/>
                </a:cubicBezTo>
                <a:cubicBezTo>
                  <a:pt x="71333" y="55123"/>
                  <a:pt x="70263" y="55773"/>
                  <a:pt x="69207" y="56435"/>
                </a:cubicBezTo>
                <a:cubicBezTo>
                  <a:pt x="69088" y="56508"/>
                  <a:pt x="68949" y="56627"/>
                  <a:pt x="68814" y="56627"/>
                </a:cubicBezTo>
                <a:cubicBezTo>
                  <a:pt x="68762" y="56627"/>
                  <a:pt x="68709" y="56609"/>
                  <a:pt x="68659" y="56562"/>
                </a:cubicBezTo>
                <a:cubicBezTo>
                  <a:pt x="68468" y="56371"/>
                  <a:pt x="68697" y="56193"/>
                  <a:pt x="68812" y="56053"/>
                </a:cubicBezTo>
                <a:cubicBezTo>
                  <a:pt x="69079" y="55658"/>
                  <a:pt x="69359" y="55276"/>
                  <a:pt x="69665" y="54919"/>
                </a:cubicBezTo>
                <a:cubicBezTo>
                  <a:pt x="73345" y="50475"/>
                  <a:pt x="77254" y="46248"/>
                  <a:pt x="81112" y="41970"/>
                </a:cubicBezTo>
                <a:cubicBezTo>
                  <a:pt x="84690" y="38010"/>
                  <a:pt x="88281" y="34062"/>
                  <a:pt x="91897" y="30140"/>
                </a:cubicBezTo>
                <a:cubicBezTo>
                  <a:pt x="95386" y="26346"/>
                  <a:pt x="98837" y="22500"/>
                  <a:pt x="102212" y="18591"/>
                </a:cubicBezTo>
                <a:cubicBezTo>
                  <a:pt x="102937" y="17738"/>
                  <a:pt x="103727" y="16898"/>
                  <a:pt x="104236" y="15853"/>
                </a:cubicBezTo>
                <a:cubicBezTo>
                  <a:pt x="104178" y="15833"/>
                  <a:pt x="104127" y="15824"/>
                  <a:pt x="104083" y="15824"/>
                </a:cubicBezTo>
                <a:cubicBezTo>
                  <a:pt x="103906" y="15824"/>
                  <a:pt x="103829" y="15963"/>
                  <a:pt x="103727" y="16044"/>
                </a:cubicBezTo>
                <a:cubicBezTo>
                  <a:pt x="102453" y="17025"/>
                  <a:pt x="101422" y="18247"/>
                  <a:pt x="100340" y="19419"/>
                </a:cubicBezTo>
                <a:cubicBezTo>
                  <a:pt x="98417" y="21520"/>
                  <a:pt x="96469" y="23595"/>
                  <a:pt x="94571" y="25696"/>
                </a:cubicBezTo>
                <a:cubicBezTo>
                  <a:pt x="92139" y="28383"/>
                  <a:pt x="89746" y="31095"/>
                  <a:pt x="87339" y="33782"/>
                </a:cubicBezTo>
                <a:cubicBezTo>
                  <a:pt x="85543" y="35794"/>
                  <a:pt x="83748" y="37793"/>
                  <a:pt x="81953" y="39805"/>
                </a:cubicBezTo>
                <a:cubicBezTo>
                  <a:pt x="79648" y="42390"/>
                  <a:pt x="77356" y="45000"/>
                  <a:pt x="75038" y="47572"/>
                </a:cubicBezTo>
                <a:cubicBezTo>
                  <a:pt x="73256" y="49533"/>
                  <a:pt x="71460" y="51469"/>
                  <a:pt x="69639" y="53391"/>
                </a:cubicBezTo>
                <a:cubicBezTo>
                  <a:pt x="68939" y="54130"/>
                  <a:pt x="68277" y="54919"/>
                  <a:pt x="67233" y="55480"/>
                </a:cubicBezTo>
                <a:cubicBezTo>
                  <a:pt x="67386" y="54614"/>
                  <a:pt x="67717" y="53977"/>
                  <a:pt x="68048" y="53353"/>
                </a:cubicBezTo>
                <a:cubicBezTo>
                  <a:pt x="69690" y="50374"/>
                  <a:pt x="71308" y="47394"/>
                  <a:pt x="73014" y="44465"/>
                </a:cubicBezTo>
                <a:cubicBezTo>
                  <a:pt x="78400" y="35208"/>
                  <a:pt x="83837" y="25989"/>
                  <a:pt x="89223" y="16732"/>
                </a:cubicBezTo>
                <a:cubicBezTo>
                  <a:pt x="90675" y="14236"/>
                  <a:pt x="92127" y="11728"/>
                  <a:pt x="93362" y="9105"/>
                </a:cubicBezTo>
                <a:cubicBezTo>
                  <a:pt x="93489" y="8837"/>
                  <a:pt x="93731" y="8570"/>
                  <a:pt x="93591" y="8226"/>
                </a:cubicBezTo>
                <a:lnTo>
                  <a:pt x="93591" y="8226"/>
                </a:lnTo>
                <a:cubicBezTo>
                  <a:pt x="93260" y="8264"/>
                  <a:pt x="93171" y="8532"/>
                  <a:pt x="93031" y="8723"/>
                </a:cubicBezTo>
                <a:cubicBezTo>
                  <a:pt x="91363" y="11028"/>
                  <a:pt x="89962" y="13511"/>
                  <a:pt x="88536" y="15968"/>
                </a:cubicBezTo>
                <a:cubicBezTo>
                  <a:pt x="85021" y="22016"/>
                  <a:pt x="81571" y="28090"/>
                  <a:pt x="78094" y="34151"/>
                </a:cubicBezTo>
                <a:cubicBezTo>
                  <a:pt x="75548" y="38583"/>
                  <a:pt x="73014" y="43026"/>
                  <a:pt x="70429" y="47445"/>
                </a:cubicBezTo>
                <a:cubicBezTo>
                  <a:pt x="69117" y="49711"/>
                  <a:pt x="67819" y="51991"/>
                  <a:pt x="66265" y="54104"/>
                </a:cubicBezTo>
                <a:cubicBezTo>
                  <a:pt x="66177" y="54237"/>
                  <a:pt x="66098" y="54465"/>
                  <a:pt x="65929" y="54465"/>
                </a:cubicBezTo>
                <a:cubicBezTo>
                  <a:pt x="65903" y="54465"/>
                  <a:pt x="65875" y="54460"/>
                  <a:pt x="65845" y="54448"/>
                </a:cubicBezTo>
                <a:cubicBezTo>
                  <a:pt x="65578" y="54346"/>
                  <a:pt x="65705" y="54066"/>
                  <a:pt x="65730" y="53850"/>
                </a:cubicBezTo>
                <a:cubicBezTo>
                  <a:pt x="65730" y="53748"/>
                  <a:pt x="65781" y="53659"/>
                  <a:pt x="65807" y="53557"/>
                </a:cubicBezTo>
                <a:cubicBezTo>
                  <a:pt x="66787" y="49686"/>
                  <a:pt x="68035" y="45891"/>
                  <a:pt x="69283" y="42097"/>
                </a:cubicBezTo>
                <a:cubicBezTo>
                  <a:pt x="71257" y="36074"/>
                  <a:pt x="73281" y="30077"/>
                  <a:pt x="75280" y="24054"/>
                </a:cubicBezTo>
                <a:cubicBezTo>
                  <a:pt x="76426" y="20578"/>
                  <a:pt x="77585" y="17089"/>
                  <a:pt x="78706" y="13600"/>
                </a:cubicBezTo>
                <a:cubicBezTo>
                  <a:pt x="79686" y="10531"/>
                  <a:pt x="80692" y="7475"/>
                  <a:pt x="81494" y="4355"/>
                </a:cubicBezTo>
                <a:cubicBezTo>
                  <a:pt x="81609" y="3922"/>
                  <a:pt x="81787" y="3477"/>
                  <a:pt x="81622" y="2904"/>
                </a:cubicBezTo>
                <a:lnTo>
                  <a:pt x="81622" y="2904"/>
                </a:lnTo>
                <a:cubicBezTo>
                  <a:pt x="81227" y="3286"/>
                  <a:pt x="81100" y="3693"/>
                  <a:pt x="80947" y="4075"/>
                </a:cubicBezTo>
                <a:cubicBezTo>
                  <a:pt x="79572" y="7615"/>
                  <a:pt x="78413" y="11231"/>
                  <a:pt x="77241" y="14835"/>
                </a:cubicBezTo>
                <a:cubicBezTo>
                  <a:pt x="75280" y="20883"/>
                  <a:pt x="73383" y="26957"/>
                  <a:pt x="71448" y="33018"/>
                </a:cubicBezTo>
                <a:cubicBezTo>
                  <a:pt x="70034" y="37437"/>
                  <a:pt x="68634" y="41868"/>
                  <a:pt x="67169" y="46273"/>
                </a:cubicBezTo>
                <a:cubicBezTo>
                  <a:pt x="66380" y="48629"/>
                  <a:pt x="65641" y="51023"/>
                  <a:pt x="64610" y="53302"/>
                </a:cubicBezTo>
                <a:cubicBezTo>
                  <a:pt x="64527" y="53491"/>
                  <a:pt x="64510" y="53844"/>
                  <a:pt x="64265" y="53844"/>
                </a:cubicBezTo>
                <a:cubicBezTo>
                  <a:pt x="64246" y="53844"/>
                  <a:pt x="64225" y="53842"/>
                  <a:pt x="64202" y="53837"/>
                </a:cubicBezTo>
                <a:cubicBezTo>
                  <a:pt x="63909" y="53786"/>
                  <a:pt x="64024" y="53417"/>
                  <a:pt x="64024" y="53188"/>
                </a:cubicBezTo>
                <a:cubicBezTo>
                  <a:pt x="63960" y="50590"/>
                  <a:pt x="64317" y="48005"/>
                  <a:pt x="64546" y="45433"/>
                </a:cubicBezTo>
                <a:cubicBezTo>
                  <a:pt x="64864" y="41855"/>
                  <a:pt x="65285" y="38290"/>
                  <a:pt x="65667" y="34724"/>
                </a:cubicBezTo>
                <a:cubicBezTo>
                  <a:pt x="66087" y="30853"/>
                  <a:pt x="66507" y="26982"/>
                  <a:pt x="66927" y="23124"/>
                </a:cubicBezTo>
                <a:cubicBezTo>
                  <a:pt x="67309" y="19648"/>
                  <a:pt x="67704" y="16185"/>
                  <a:pt x="68073" y="12708"/>
                </a:cubicBezTo>
                <a:cubicBezTo>
                  <a:pt x="68379" y="9792"/>
                  <a:pt x="68672" y="6864"/>
                  <a:pt x="68914" y="3935"/>
                </a:cubicBezTo>
                <a:cubicBezTo>
                  <a:pt x="69003" y="2687"/>
                  <a:pt x="68926" y="1439"/>
                  <a:pt x="68926" y="0"/>
                </a:cubicBezTo>
                <a:close/>
              </a:path>
            </a:pathLst>
          </a:custGeom>
          <a:solidFill>
            <a:srgbClr val="E3E0E0"/>
          </a:solidFill>
          <a:ln cap="flat" cmpd="sng" w="9525">
            <a:solidFill>
              <a:srgbClr val="E3E0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 name="Google Shape;1553;p83"/>
          <p:cNvSpPr/>
          <p:nvPr/>
        </p:nvSpPr>
        <p:spPr>
          <a:xfrm>
            <a:off x="7365088" y="1392450"/>
            <a:ext cx="995700" cy="215400"/>
          </a:xfrm>
          <a:prstGeom prst="roundRect">
            <a:avLst>
              <a:gd fmla="val 0" name="adj"/>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1" lang="en-GB" sz="1200">
                <a:solidFill>
                  <a:schemeClr val="dk1"/>
                </a:solidFill>
                <a:latin typeface="Open Sans"/>
                <a:ea typeface="Open Sans"/>
                <a:cs typeface="Open Sans"/>
                <a:sym typeface="Open Sans"/>
              </a:rPr>
              <a:t>Voting</a:t>
            </a:r>
            <a:br>
              <a:rPr b="1" lang="en-GB" sz="1200">
                <a:solidFill>
                  <a:schemeClr val="dk1"/>
                </a:solidFill>
                <a:latin typeface="Open Sans"/>
                <a:ea typeface="Open Sans"/>
                <a:cs typeface="Open Sans"/>
                <a:sym typeface="Open Sans"/>
              </a:rPr>
            </a:br>
            <a:r>
              <a:rPr b="1" lang="en-GB" sz="1200">
                <a:solidFill>
                  <a:schemeClr val="dk1"/>
                </a:solidFill>
                <a:latin typeface="Open Sans"/>
                <a:ea typeface="Open Sans"/>
                <a:cs typeface="Open Sans"/>
                <a:sym typeface="Open Sans"/>
              </a:rPr>
              <a:t>Ensemble</a:t>
            </a:r>
            <a:endParaRPr b="1" i="0" sz="1200" u="none" cap="none" strike="noStrike">
              <a:solidFill>
                <a:schemeClr val="dk1"/>
              </a:solidFill>
              <a:latin typeface="Open Sans"/>
              <a:ea typeface="Open Sans"/>
              <a:cs typeface="Open Sans"/>
              <a:sym typeface="Open Sans"/>
            </a:endParaRPr>
          </a:p>
        </p:txBody>
      </p:sp>
      <p:sp>
        <p:nvSpPr>
          <p:cNvPr id="1554" name="Google Shape;1554;p83"/>
          <p:cNvSpPr/>
          <p:nvPr/>
        </p:nvSpPr>
        <p:spPr>
          <a:xfrm>
            <a:off x="7265380" y="1413750"/>
            <a:ext cx="184200" cy="172800"/>
          </a:xfrm>
          <a:prstGeom prst="roundRect">
            <a:avLst>
              <a:gd fmla="val 2915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t/>
            </a:r>
            <a:endParaRPr b="1" i="0" sz="1000" u="none" cap="none" strike="noStrike">
              <a:solidFill>
                <a:srgbClr val="000000"/>
              </a:solidFill>
              <a:latin typeface="Raleway"/>
              <a:ea typeface="Raleway"/>
              <a:cs typeface="Raleway"/>
              <a:sym typeface="Raleway"/>
            </a:endParaRPr>
          </a:p>
        </p:txBody>
      </p:sp>
      <p:sp>
        <p:nvSpPr>
          <p:cNvPr id="1555" name="Google Shape;1555;p83"/>
          <p:cNvSpPr/>
          <p:nvPr/>
        </p:nvSpPr>
        <p:spPr>
          <a:xfrm>
            <a:off x="2758225" y="1419751"/>
            <a:ext cx="1546500" cy="172800"/>
          </a:xfrm>
          <a:prstGeom prst="roundRect">
            <a:avLst>
              <a:gd fmla="val 0" name="adj"/>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1" lang="en-GB" sz="1200">
                <a:solidFill>
                  <a:schemeClr val="dk1"/>
                </a:solidFill>
                <a:latin typeface="Open Sans"/>
                <a:ea typeface="Open Sans"/>
                <a:cs typeface="Open Sans"/>
                <a:sym typeface="Open Sans"/>
              </a:rPr>
              <a:t>RF Balanced</a:t>
            </a:r>
            <a:br>
              <a:rPr b="1" lang="en-GB" sz="1200">
                <a:solidFill>
                  <a:schemeClr val="dk1"/>
                </a:solidFill>
                <a:latin typeface="Open Sans"/>
                <a:ea typeface="Open Sans"/>
                <a:cs typeface="Open Sans"/>
                <a:sym typeface="Open Sans"/>
              </a:rPr>
            </a:br>
            <a:r>
              <a:rPr b="1" lang="en-GB" sz="1200">
                <a:solidFill>
                  <a:schemeClr val="dk1"/>
                </a:solidFill>
                <a:latin typeface="Open Sans"/>
                <a:ea typeface="Open Sans"/>
                <a:cs typeface="Open Sans"/>
                <a:sym typeface="Open Sans"/>
              </a:rPr>
              <a:t>(Tuned)</a:t>
            </a:r>
            <a:endParaRPr b="1" i="0" sz="1200" u="none" cap="none" strike="noStrike">
              <a:solidFill>
                <a:schemeClr val="dk1"/>
              </a:solidFill>
              <a:latin typeface="Open Sans"/>
              <a:ea typeface="Open Sans"/>
              <a:cs typeface="Open Sans"/>
              <a:sym typeface="Open Sans"/>
            </a:endParaRPr>
          </a:p>
        </p:txBody>
      </p:sp>
      <p:sp>
        <p:nvSpPr>
          <p:cNvPr id="1556" name="Google Shape;1556;p83"/>
          <p:cNvSpPr/>
          <p:nvPr/>
        </p:nvSpPr>
        <p:spPr>
          <a:xfrm>
            <a:off x="2819118" y="1414987"/>
            <a:ext cx="184200" cy="172800"/>
          </a:xfrm>
          <a:prstGeom prst="roundRect">
            <a:avLst>
              <a:gd fmla="val 29150" name="adj"/>
            </a:avLst>
          </a:prstGeom>
          <a:solidFill>
            <a:schemeClr val="lt2"/>
          </a:solidFill>
          <a:ln cap="flat" cmpd="sng" w="19050">
            <a:solidFill>
              <a:schemeClr val="lt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t/>
            </a:r>
            <a:endParaRPr b="1" i="0" sz="1000" u="none" cap="none" strike="noStrike">
              <a:solidFill>
                <a:srgbClr val="000000"/>
              </a:solidFill>
              <a:latin typeface="Raleway"/>
              <a:ea typeface="Raleway"/>
              <a:cs typeface="Raleway"/>
              <a:sym typeface="Raleway"/>
            </a:endParaRPr>
          </a:p>
        </p:txBody>
      </p:sp>
      <p:sp>
        <p:nvSpPr>
          <p:cNvPr id="1557" name="Google Shape;1557;p83"/>
          <p:cNvSpPr/>
          <p:nvPr/>
        </p:nvSpPr>
        <p:spPr>
          <a:xfrm>
            <a:off x="4351363" y="1396036"/>
            <a:ext cx="1191300" cy="215400"/>
          </a:xfrm>
          <a:prstGeom prst="roundRect">
            <a:avLst>
              <a:gd fmla="val 0" name="adj"/>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1" lang="en-GB" sz="1200">
                <a:solidFill>
                  <a:schemeClr val="dk1"/>
                </a:solidFill>
                <a:latin typeface="Open Sans"/>
                <a:ea typeface="Open Sans"/>
                <a:cs typeface="Open Sans"/>
                <a:sym typeface="Open Sans"/>
              </a:rPr>
              <a:t>RF Grid- Search</a:t>
            </a:r>
            <a:endParaRPr b="1" i="0" sz="1200" u="none" cap="none" strike="noStrike">
              <a:solidFill>
                <a:schemeClr val="dk1"/>
              </a:solidFill>
              <a:latin typeface="Open Sans"/>
              <a:ea typeface="Open Sans"/>
              <a:cs typeface="Open Sans"/>
              <a:sym typeface="Open Sans"/>
            </a:endParaRPr>
          </a:p>
        </p:txBody>
      </p:sp>
      <p:sp>
        <p:nvSpPr>
          <p:cNvPr id="1558" name="Google Shape;1558;p83"/>
          <p:cNvSpPr/>
          <p:nvPr/>
        </p:nvSpPr>
        <p:spPr>
          <a:xfrm>
            <a:off x="4351381" y="1438700"/>
            <a:ext cx="184200" cy="172800"/>
          </a:xfrm>
          <a:prstGeom prst="roundRect">
            <a:avLst>
              <a:gd fmla="val 2915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t/>
            </a:r>
            <a:endParaRPr b="1" i="0" sz="1000" u="none" cap="none" strike="noStrike">
              <a:solidFill>
                <a:srgbClr val="000000"/>
              </a:solidFill>
              <a:latin typeface="Raleway"/>
              <a:ea typeface="Raleway"/>
              <a:cs typeface="Raleway"/>
              <a:sym typeface="Raleway"/>
            </a:endParaRPr>
          </a:p>
        </p:txBody>
      </p:sp>
      <p:pic>
        <p:nvPicPr>
          <p:cNvPr id="1559" name="Google Shape;1559;p83"/>
          <p:cNvPicPr preferRelativeResize="0"/>
          <p:nvPr/>
        </p:nvPicPr>
        <p:blipFill>
          <a:blip r:embed="rId3">
            <a:alphaModFix/>
          </a:blip>
          <a:stretch>
            <a:fillRect/>
          </a:stretch>
        </p:blipFill>
        <p:spPr>
          <a:xfrm>
            <a:off x="-2900396" y="5305075"/>
            <a:ext cx="5594522" cy="2466550"/>
          </a:xfrm>
          <a:prstGeom prst="rect">
            <a:avLst/>
          </a:prstGeom>
          <a:noFill/>
          <a:ln>
            <a:noFill/>
          </a:ln>
        </p:spPr>
      </p:pic>
      <p:sp>
        <p:nvSpPr>
          <p:cNvPr id="1560" name="Google Shape;1560;p83"/>
          <p:cNvSpPr/>
          <p:nvPr/>
        </p:nvSpPr>
        <p:spPr>
          <a:xfrm>
            <a:off x="5669650" y="2460075"/>
            <a:ext cx="508800" cy="380100"/>
          </a:xfrm>
          <a:prstGeom prst="roundRect">
            <a:avLst>
              <a:gd fmla="val 29150" name="adj"/>
            </a:avLst>
          </a:prstGeom>
          <a:solidFill>
            <a:schemeClr val="dk2"/>
          </a:solidFill>
          <a:ln cap="flat" cmpd="sng" w="19050">
            <a:solidFill>
              <a:schemeClr val="dk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dk1"/>
                </a:solidFill>
                <a:latin typeface="Raleway"/>
                <a:ea typeface="Raleway"/>
                <a:cs typeface="Raleway"/>
                <a:sym typeface="Raleway"/>
              </a:rPr>
              <a:t>0.783</a:t>
            </a:r>
            <a:endParaRPr b="1" i="0" sz="1000" u="none" cap="none" strike="noStrike">
              <a:solidFill>
                <a:schemeClr val="dk1"/>
              </a:solidFill>
              <a:latin typeface="Raleway"/>
              <a:ea typeface="Raleway"/>
              <a:cs typeface="Raleway"/>
              <a:sym typeface="Raleway"/>
            </a:endParaRPr>
          </a:p>
        </p:txBody>
      </p:sp>
      <p:sp>
        <p:nvSpPr>
          <p:cNvPr id="1561" name="Google Shape;1561;p83"/>
          <p:cNvSpPr/>
          <p:nvPr/>
        </p:nvSpPr>
        <p:spPr>
          <a:xfrm>
            <a:off x="3667125" y="2460075"/>
            <a:ext cx="508800" cy="380100"/>
          </a:xfrm>
          <a:prstGeom prst="roundRect">
            <a:avLst>
              <a:gd fmla="val 29150" name="adj"/>
            </a:avLst>
          </a:prstGeom>
          <a:solidFill>
            <a:schemeClr val="dk1"/>
          </a:solidFill>
          <a:ln cap="flat" cmpd="sng" w="19050">
            <a:solidFill>
              <a:schemeClr val="dk1"/>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lt1"/>
                </a:solidFill>
                <a:latin typeface="Raleway"/>
                <a:ea typeface="Raleway"/>
                <a:cs typeface="Raleway"/>
                <a:sym typeface="Raleway"/>
              </a:rPr>
              <a:t>0.777</a:t>
            </a:r>
            <a:endParaRPr b="1" i="0" sz="1000" u="none" cap="none" strike="noStrike">
              <a:solidFill>
                <a:schemeClr val="lt1"/>
              </a:solidFill>
              <a:latin typeface="Raleway"/>
              <a:ea typeface="Raleway"/>
              <a:cs typeface="Raleway"/>
              <a:sym typeface="Raleway"/>
            </a:endParaRPr>
          </a:p>
        </p:txBody>
      </p:sp>
      <p:sp>
        <p:nvSpPr>
          <p:cNvPr id="1562" name="Google Shape;1562;p83"/>
          <p:cNvSpPr/>
          <p:nvPr/>
        </p:nvSpPr>
        <p:spPr>
          <a:xfrm>
            <a:off x="9602700" y="3691625"/>
            <a:ext cx="791400" cy="754200"/>
          </a:xfrm>
          <a:prstGeom prst="roundRect">
            <a:avLst>
              <a:gd fmla="val 16667" name="adj"/>
            </a:avLst>
          </a:prstGeom>
          <a:solidFill>
            <a:srgbClr val="E8E6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83"/>
          <p:cNvSpPr/>
          <p:nvPr/>
        </p:nvSpPr>
        <p:spPr>
          <a:xfrm>
            <a:off x="9949845" y="4740775"/>
            <a:ext cx="791400" cy="754200"/>
          </a:xfrm>
          <a:prstGeom prst="roundRect">
            <a:avLst>
              <a:gd fmla="val 50000" name="adj"/>
            </a:avLst>
          </a:prstGeom>
          <a:solidFill>
            <a:srgbClr val="FEB5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83"/>
          <p:cNvSpPr/>
          <p:nvPr/>
        </p:nvSpPr>
        <p:spPr>
          <a:xfrm>
            <a:off x="8607164" y="5271425"/>
            <a:ext cx="791400" cy="754200"/>
          </a:xfrm>
          <a:prstGeom prst="roundRect">
            <a:avLst>
              <a:gd fmla="val 16667" name="adj"/>
            </a:avLst>
          </a:prstGeom>
          <a:solidFill>
            <a:srgbClr val="F4612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83"/>
          <p:cNvSpPr txBox="1"/>
          <p:nvPr/>
        </p:nvSpPr>
        <p:spPr>
          <a:xfrm>
            <a:off x="9602700" y="38486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rgbClr val="000000"/>
                </a:solidFill>
                <a:latin typeface="Arial"/>
                <a:ea typeface="Arial"/>
                <a:cs typeface="Arial"/>
                <a:sym typeface="Arial"/>
              </a:rPr>
              <a:t>#e8e6d6</a:t>
            </a:r>
            <a:endParaRPr b="0" i="0" sz="1000" u="none" cap="none" strike="noStrike">
              <a:solidFill>
                <a:srgbClr val="FFFFFF"/>
              </a:solidFill>
              <a:latin typeface="Arial"/>
              <a:ea typeface="Arial"/>
              <a:cs typeface="Arial"/>
              <a:sym typeface="Arial"/>
            </a:endParaRPr>
          </a:p>
        </p:txBody>
      </p:sp>
      <p:sp>
        <p:nvSpPr>
          <p:cNvPr id="1566" name="Google Shape;1566;p83"/>
          <p:cNvSpPr txBox="1"/>
          <p:nvPr/>
        </p:nvSpPr>
        <p:spPr>
          <a:xfrm>
            <a:off x="9949850" y="48978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rgbClr val="000000"/>
                </a:solidFill>
                <a:latin typeface="Arial"/>
                <a:ea typeface="Arial"/>
                <a:cs typeface="Arial"/>
                <a:sym typeface="Arial"/>
              </a:rPr>
              <a:t>#feb530</a:t>
            </a:r>
            <a:endParaRPr b="0" i="0" sz="1000" u="none" cap="none" strike="noStrike">
              <a:solidFill>
                <a:srgbClr val="FFFFFF"/>
              </a:solidFill>
              <a:latin typeface="Arial"/>
              <a:ea typeface="Arial"/>
              <a:cs typeface="Arial"/>
              <a:sym typeface="Arial"/>
            </a:endParaRPr>
          </a:p>
        </p:txBody>
      </p:sp>
      <p:sp>
        <p:nvSpPr>
          <p:cNvPr id="1567" name="Google Shape;1567;p83"/>
          <p:cNvSpPr txBox="1"/>
          <p:nvPr/>
        </p:nvSpPr>
        <p:spPr>
          <a:xfrm>
            <a:off x="8607175" y="54284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rgbClr val="000000"/>
                </a:solidFill>
                <a:latin typeface="Arial"/>
                <a:ea typeface="Arial"/>
                <a:cs typeface="Arial"/>
                <a:sym typeface="Arial"/>
              </a:rPr>
              <a:t>#f46123</a:t>
            </a:r>
            <a:endParaRPr b="0" i="0" sz="1000" u="none" cap="none" strike="noStrike">
              <a:solidFill>
                <a:srgbClr val="FFFFFF"/>
              </a:solidFill>
              <a:latin typeface="Arial"/>
              <a:ea typeface="Arial"/>
              <a:cs typeface="Arial"/>
              <a:sym typeface="Arial"/>
            </a:endParaRPr>
          </a:p>
        </p:txBody>
      </p:sp>
      <p:sp>
        <p:nvSpPr>
          <p:cNvPr id="1568" name="Google Shape;1568;p83"/>
          <p:cNvSpPr/>
          <p:nvPr/>
        </p:nvSpPr>
        <p:spPr>
          <a:xfrm>
            <a:off x="5254950" y="5485275"/>
            <a:ext cx="791400" cy="754200"/>
          </a:xfrm>
          <a:prstGeom prst="roundRect">
            <a:avLst>
              <a:gd fmla="val 16667" name="adj"/>
            </a:avLst>
          </a:prstGeom>
          <a:solidFill>
            <a:srgbClr val="1F8E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83"/>
          <p:cNvSpPr/>
          <p:nvPr/>
        </p:nvSpPr>
        <p:spPr>
          <a:xfrm>
            <a:off x="6428670" y="5476650"/>
            <a:ext cx="791400" cy="754200"/>
          </a:xfrm>
          <a:prstGeom prst="roundRect">
            <a:avLst>
              <a:gd fmla="val 16667" name="adj"/>
            </a:avLst>
          </a:prstGeom>
          <a:solidFill>
            <a:srgbClr val="2E83C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83"/>
          <p:cNvSpPr/>
          <p:nvPr/>
        </p:nvSpPr>
        <p:spPr>
          <a:xfrm>
            <a:off x="7602389" y="541347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83"/>
          <p:cNvSpPr txBox="1"/>
          <p:nvPr/>
        </p:nvSpPr>
        <p:spPr>
          <a:xfrm>
            <a:off x="5254950" y="55855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chemeClr val="lt1"/>
                </a:solidFill>
                <a:latin typeface="Arial"/>
                <a:ea typeface="Arial"/>
                <a:cs typeface="Arial"/>
                <a:sym typeface="Arial"/>
              </a:rPr>
              <a:t>#1f8e2e</a:t>
            </a:r>
            <a:endParaRPr b="0" i="0" sz="1000" u="none" cap="none" strike="noStrike">
              <a:solidFill>
                <a:schemeClr val="lt1"/>
              </a:solidFill>
              <a:latin typeface="Arial"/>
              <a:ea typeface="Arial"/>
              <a:cs typeface="Arial"/>
              <a:sym typeface="Arial"/>
            </a:endParaRPr>
          </a:p>
        </p:txBody>
      </p:sp>
      <p:sp>
        <p:nvSpPr>
          <p:cNvPr id="1572" name="Google Shape;1572;p83"/>
          <p:cNvSpPr txBox="1"/>
          <p:nvPr/>
        </p:nvSpPr>
        <p:spPr>
          <a:xfrm>
            <a:off x="6428675" y="55432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chemeClr val="lt1"/>
                </a:solidFill>
                <a:latin typeface="Arial"/>
                <a:ea typeface="Arial"/>
                <a:cs typeface="Arial"/>
                <a:sym typeface="Arial"/>
              </a:rPr>
              <a:t>#2e83c7</a:t>
            </a:r>
            <a:endParaRPr b="0" i="0" sz="1000" u="none" cap="none" strike="noStrike">
              <a:solidFill>
                <a:schemeClr val="lt1"/>
              </a:solidFill>
              <a:latin typeface="Arial"/>
              <a:ea typeface="Arial"/>
              <a:cs typeface="Arial"/>
              <a:sym typeface="Arial"/>
            </a:endParaRPr>
          </a:p>
        </p:txBody>
      </p:sp>
      <p:sp>
        <p:nvSpPr>
          <p:cNvPr id="1573" name="Google Shape;1573;p83"/>
          <p:cNvSpPr txBox="1"/>
          <p:nvPr/>
        </p:nvSpPr>
        <p:spPr>
          <a:xfrm>
            <a:off x="7602400" y="54949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rgbClr val="FFFFFF"/>
                </a:solidFill>
                <a:latin typeface="Arial"/>
                <a:ea typeface="Arial"/>
                <a:cs typeface="Arial"/>
                <a:sym typeface="Arial"/>
              </a:rPr>
              <a:t>#191919</a:t>
            </a:r>
            <a:endParaRPr b="0" i="0" sz="1000" u="none" cap="none" strike="noStrike">
              <a:solidFill>
                <a:srgbClr val="FFFFFF"/>
              </a:solidFill>
              <a:latin typeface="Arial"/>
              <a:ea typeface="Arial"/>
              <a:cs typeface="Arial"/>
              <a:sym typeface="Arial"/>
            </a:endParaRPr>
          </a:p>
        </p:txBody>
      </p:sp>
      <p:sp>
        <p:nvSpPr>
          <p:cNvPr id="1574" name="Google Shape;1574;p83"/>
          <p:cNvSpPr/>
          <p:nvPr/>
        </p:nvSpPr>
        <p:spPr>
          <a:xfrm>
            <a:off x="8099900" y="3106600"/>
            <a:ext cx="508800" cy="380100"/>
          </a:xfrm>
          <a:prstGeom prst="roundRect">
            <a:avLst>
              <a:gd fmla="val 29150" name="adj"/>
            </a:avLst>
          </a:prstGeom>
          <a:solidFill>
            <a:schemeClr val="dk1"/>
          </a:solidFill>
          <a:ln cap="flat" cmpd="sng" w="19050">
            <a:solidFill>
              <a:schemeClr val="dk1"/>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lt1"/>
                </a:solidFill>
                <a:latin typeface="Raleway"/>
                <a:ea typeface="Raleway"/>
                <a:cs typeface="Raleway"/>
                <a:sym typeface="Raleway"/>
              </a:rPr>
              <a:t>0.660</a:t>
            </a:r>
            <a:endParaRPr b="1" i="0" sz="1000" u="none" cap="none" strike="noStrike">
              <a:solidFill>
                <a:schemeClr val="lt1"/>
              </a:solidFill>
              <a:latin typeface="Raleway"/>
              <a:ea typeface="Raleway"/>
              <a:cs typeface="Raleway"/>
              <a:sym typeface="Raleway"/>
            </a:endParaRPr>
          </a:p>
        </p:txBody>
      </p:sp>
      <p:sp>
        <p:nvSpPr>
          <p:cNvPr id="1575" name="Google Shape;1575;p83"/>
          <p:cNvSpPr/>
          <p:nvPr/>
        </p:nvSpPr>
        <p:spPr>
          <a:xfrm>
            <a:off x="7666825" y="3110126"/>
            <a:ext cx="508800" cy="380100"/>
          </a:xfrm>
          <a:prstGeom prst="roundRect">
            <a:avLst>
              <a:gd fmla="val 2915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accent6"/>
                </a:solidFill>
                <a:latin typeface="Raleway"/>
                <a:ea typeface="Raleway"/>
                <a:cs typeface="Raleway"/>
                <a:sym typeface="Raleway"/>
              </a:rPr>
              <a:t>0.650</a:t>
            </a:r>
            <a:endParaRPr b="1" i="0" sz="1000" u="none" cap="none" strike="noStrike">
              <a:solidFill>
                <a:schemeClr val="accent6"/>
              </a:solidFill>
              <a:latin typeface="Raleway"/>
              <a:ea typeface="Raleway"/>
              <a:cs typeface="Raleway"/>
              <a:sym typeface="Raleway"/>
            </a:endParaRPr>
          </a:p>
        </p:txBody>
      </p:sp>
      <p:sp>
        <p:nvSpPr>
          <p:cNvPr id="1576" name="Google Shape;1576;p83"/>
          <p:cNvSpPr/>
          <p:nvPr/>
        </p:nvSpPr>
        <p:spPr>
          <a:xfrm>
            <a:off x="5810850" y="3106600"/>
            <a:ext cx="508800" cy="380100"/>
          </a:xfrm>
          <a:prstGeom prst="roundRect">
            <a:avLst>
              <a:gd fmla="val 29150" name="adj"/>
            </a:avLst>
          </a:prstGeom>
          <a:solidFill>
            <a:schemeClr val="dk2"/>
          </a:solidFill>
          <a:ln cap="flat" cmpd="sng" w="19050">
            <a:solidFill>
              <a:schemeClr val="dk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dk1"/>
                </a:solidFill>
                <a:latin typeface="Raleway"/>
                <a:ea typeface="Raleway"/>
                <a:cs typeface="Raleway"/>
                <a:sym typeface="Raleway"/>
              </a:rPr>
              <a:t>0.621</a:t>
            </a:r>
            <a:endParaRPr b="1" i="0" sz="1000" u="none" cap="none" strike="noStrike">
              <a:solidFill>
                <a:schemeClr val="dk1"/>
              </a:solidFill>
              <a:latin typeface="Raleway"/>
              <a:ea typeface="Raleway"/>
              <a:cs typeface="Raleway"/>
              <a:sym typeface="Raleway"/>
            </a:endParaRPr>
          </a:p>
        </p:txBody>
      </p:sp>
      <p:sp>
        <p:nvSpPr>
          <p:cNvPr id="1577" name="Google Shape;1577;p83"/>
          <p:cNvSpPr/>
          <p:nvPr/>
        </p:nvSpPr>
        <p:spPr>
          <a:xfrm>
            <a:off x="3851325" y="3110125"/>
            <a:ext cx="508800" cy="380100"/>
          </a:xfrm>
          <a:prstGeom prst="roundRect">
            <a:avLst>
              <a:gd fmla="val 2915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accent6"/>
                </a:solidFill>
                <a:latin typeface="Raleway"/>
                <a:ea typeface="Raleway"/>
                <a:cs typeface="Raleway"/>
                <a:sym typeface="Raleway"/>
              </a:rPr>
              <a:t>0.563</a:t>
            </a:r>
            <a:endParaRPr b="1" i="0" sz="1000" u="none" cap="none" strike="noStrike">
              <a:solidFill>
                <a:schemeClr val="accent6"/>
              </a:solidFill>
              <a:latin typeface="Raleway"/>
              <a:ea typeface="Raleway"/>
              <a:cs typeface="Raleway"/>
              <a:sym typeface="Raleway"/>
            </a:endParaRPr>
          </a:p>
        </p:txBody>
      </p:sp>
      <p:sp>
        <p:nvSpPr>
          <p:cNvPr id="1578" name="Google Shape;1578;p83"/>
          <p:cNvSpPr/>
          <p:nvPr/>
        </p:nvSpPr>
        <p:spPr>
          <a:xfrm>
            <a:off x="3090600" y="3093602"/>
            <a:ext cx="508800" cy="380100"/>
          </a:xfrm>
          <a:prstGeom prst="roundRect">
            <a:avLst>
              <a:gd fmla="val 29150" name="adj"/>
            </a:avLst>
          </a:prstGeom>
          <a:solidFill>
            <a:schemeClr val="lt2"/>
          </a:solidFill>
          <a:ln cap="flat" cmpd="sng" w="19050">
            <a:solidFill>
              <a:schemeClr val="lt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dk1"/>
                </a:solidFill>
                <a:latin typeface="Raleway"/>
                <a:ea typeface="Raleway"/>
                <a:cs typeface="Raleway"/>
                <a:sym typeface="Raleway"/>
              </a:rPr>
              <a:t>0.553</a:t>
            </a:r>
            <a:endParaRPr b="1" i="0" sz="1000" u="none" cap="none" strike="noStrike">
              <a:solidFill>
                <a:schemeClr val="dk1"/>
              </a:solidFill>
              <a:latin typeface="Raleway"/>
              <a:ea typeface="Raleway"/>
              <a:cs typeface="Raleway"/>
              <a:sym typeface="Raleway"/>
            </a:endParaRPr>
          </a:p>
        </p:txBody>
      </p:sp>
      <p:sp>
        <p:nvSpPr>
          <p:cNvPr id="1579" name="Google Shape;1579;p83"/>
          <p:cNvSpPr/>
          <p:nvPr/>
        </p:nvSpPr>
        <p:spPr>
          <a:xfrm>
            <a:off x="7875250" y="3612825"/>
            <a:ext cx="402900" cy="380100"/>
          </a:xfrm>
          <a:prstGeom prst="roundRect">
            <a:avLst>
              <a:gd fmla="val 2915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t/>
            </a:r>
            <a:endParaRPr b="1" i="0" sz="1000" u="none" cap="none" strike="noStrike">
              <a:solidFill>
                <a:schemeClr val="dk1"/>
              </a:solidFill>
              <a:latin typeface="Raleway"/>
              <a:ea typeface="Raleway"/>
              <a:cs typeface="Raleway"/>
              <a:sym typeface="Raleway"/>
            </a:endParaRPr>
          </a:p>
        </p:txBody>
      </p:sp>
      <p:sp>
        <p:nvSpPr>
          <p:cNvPr id="1580" name="Google Shape;1580;p83"/>
          <p:cNvSpPr txBox="1"/>
          <p:nvPr/>
        </p:nvSpPr>
        <p:spPr>
          <a:xfrm>
            <a:off x="7858400" y="35828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1" lang="en-GB" sz="1000">
                <a:solidFill>
                  <a:srgbClr val="FFFFFF"/>
                </a:solidFill>
                <a:latin typeface="Raleway"/>
                <a:ea typeface="Raleway"/>
                <a:cs typeface="Raleway"/>
                <a:sym typeface="Raleway"/>
              </a:rPr>
              <a:t>0.130</a:t>
            </a:r>
            <a:endParaRPr b="1" i="0" sz="1000" u="none" cap="none" strike="noStrike">
              <a:solidFill>
                <a:srgbClr val="FFFFFF"/>
              </a:solidFill>
              <a:latin typeface="Raleway"/>
              <a:ea typeface="Raleway"/>
              <a:cs typeface="Raleway"/>
              <a:sym typeface="Raleway"/>
            </a:endParaRPr>
          </a:p>
        </p:txBody>
      </p:sp>
      <p:sp>
        <p:nvSpPr>
          <p:cNvPr id="1581" name="Google Shape;1581;p83"/>
          <p:cNvSpPr/>
          <p:nvPr/>
        </p:nvSpPr>
        <p:spPr>
          <a:xfrm>
            <a:off x="6039025" y="3612788"/>
            <a:ext cx="508800" cy="380100"/>
          </a:xfrm>
          <a:prstGeom prst="roundRect">
            <a:avLst>
              <a:gd fmla="val 29150" name="adj"/>
            </a:avLst>
          </a:prstGeom>
          <a:solidFill>
            <a:schemeClr val="dk2"/>
          </a:solidFill>
          <a:ln cap="flat" cmpd="sng" w="19050">
            <a:solidFill>
              <a:schemeClr val="dk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dk1"/>
                </a:solidFill>
                <a:latin typeface="Raleway"/>
                <a:ea typeface="Raleway"/>
                <a:cs typeface="Raleway"/>
                <a:sym typeface="Raleway"/>
              </a:rPr>
              <a:t>0.119</a:t>
            </a:r>
            <a:endParaRPr b="1" i="0" sz="1000" u="none" cap="none" strike="noStrike">
              <a:solidFill>
                <a:schemeClr val="dk1"/>
              </a:solidFill>
              <a:latin typeface="Raleway"/>
              <a:ea typeface="Raleway"/>
              <a:cs typeface="Raleway"/>
              <a:sym typeface="Raleway"/>
            </a:endParaRPr>
          </a:p>
        </p:txBody>
      </p:sp>
      <p:sp>
        <p:nvSpPr>
          <p:cNvPr id="1582" name="Google Shape;1582;p83"/>
          <p:cNvSpPr/>
          <p:nvPr/>
        </p:nvSpPr>
        <p:spPr>
          <a:xfrm>
            <a:off x="3090600" y="3612775"/>
            <a:ext cx="508800" cy="380100"/>
          </a:xfrm>
          <a:prstGeom prst="roundRect">
            <a:avLst>
              <a:gd fmla="val 29150" name="adj"/>
            </a:avLst>
          </a:prstGeom>
          <a:solidFill>
            <a:schemeClr val="dk1"/>
          </a:solidFill>
          <a:ln cap="flat" cmpd="sng" w="19050">
            <a:solidFill>
              <a:schemeClr val="dk1"/>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lt1"/>
                </a:solidFill>
                <a:latin typeface="Raleway"/>
                <a:ea typeface="Raleway"/>
                <a:cs typeface="Raleway"/>
                <a:sym typeface="Raleway"/>
              </a:rPr>
              <a:t>0.107</a:t>
            </a:r>
            <a:endParaRPr b="1" i="0" sz="1000" u="none" cap="none" strike="noStrike">
              <a:solidFill>
                <a:schemeClr val="lt1"/>
              </a:solidFill>
              <a:latin typeface="Raleway"/>
              <a:ea typeface="Raleway"/>
              <a:cs typeface="Raleway"/>
              <a:sym typeface="Raleway"/>
            </a:endParaRPr>
          </a:p>
        </p:txBody>
      </p:sp>
      <p:sp>
        <p:nvSpPr>
          <p:cNvPr id="1583" name="Google Shape;1583;p83"/>
          <p:cNvSpPr/>
          <p:nvPr/>
        </p:nvSpPr>
        <p:spPr>
          <a:xfrm>
            <a:off x="7961450" y="4187412"/>
            <a:ext cx="585300" cy="380100"/>
          </a:xfrm>
          <a:prstGeom prst="roundRect">
            <a:avLst>
              <a:gd fmla="val 29150" name="adj"/>
            </a:avLst>
          </a:prstGeom>
          <a:solidFill>
            <a:schemeClr val="lt2"/>
          </a:solidFill>
          <a:ln cap="flat" cmpd="sng" w="19050">
            <a:solidFill>
              <a:schemeClr val="lt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t/>
            </a:r>
            <a:endParaRPr b="1" i="0" sz="1000" u="none" cap="none" strike="noStrike">
              <a:solidFill>
                <a:schemeClr val="dk1"/>
              </a:solidFill>
              <a:latin typeface="Raleway"/>
              <a:ea typeface="Raleway"/>
              <a:cs typeface="Raleway"/>
              <a:sym typeface="Raleway"/>
            </a:endParaRPr>
          </a:p>
        </p:txBody>
      </p:sp>
      <p:sp>
        <p:nvSpPr>
          <p:cNvPr id="1584" name="Google Shape;1584;p83"/>
          <p:cNvSpPr/>
          <p:nvPr/>
        </p:nvSpPr>
        <p:spPr>
          <a:xfrm>
            <a:off x="7875250" y="4187413"/>
            <a:ext cx="402900" cy="380100"/>
          </a:xfrm>
          <a:prstGeom prst="roundRect">
            <a:avLst>
              <a:gd fmla="val 2915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t/>
            </a:r>
            <a:endParaRPr b="1" i="0" sz="1000" u="none" cap="none" strike="noStrike">
              <a:solidFill>
                <a:schemeClr val="dk1"/>
              </a:solidFill>
              <a:latin typeface="Raleway"/>
              <a:ea typeface="Raleway"/>
              <a:cs typeface="Raleway"/>
              <a:sym typeface="Raleway"/>
            </a:endParaRPr>
          </a:p>
        </p:txBody>
      </p:sp>
      <p:sp>
        <p:nvSpPr>
          <p:cNvPr id="1585" name="Google Shape;1585;p83"/>
          <p:cNvSpPr txBox="1"/>
          <p:nvPr/>
        </p:nvSpPr>
        <p:spPr>
          <a:xfrm>
            <a:off x="7858400" y="4157413"/>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1" lang="en-GB" sz="1000">
                <a:solidFill>
                  <a:srgbClr val="FFFFFF"/>
                </a:solidFill>
                <a:latin typeface="Raleway"/>
                <a:ea typeface="Raleway"/>
                <a:cs typeface="Raleway"/>
                <a:sym typeface="Raleway"/>
              </a:rPr>
              <a:t>0.211</a:t>
            </a:r>
            <a:endParaRPr b="1" i="0" sz="1000" u="none" cap="none" strike="noStrike">
              <a:solidFill>
                <a:srgbClr val="FFFFFF"/>
              </a:solidFill>
              <a:latin typeface="Raleway"/>
              <a:ea typeface="Raleway"/>
              <a:cs typeface="Raleway"/>
              <a:sym typeface="Raleway"/>
            </a:endParaRPr>
          </a:p>
        </p:txBody>
      </p:sp>
      <p:sp>
        <p:nvSpPr>
          <p:cNvPr id="1586" name="Google Shape;1586;p83"/>
          <p:cNvSpPr/>
          <p:nvPr/>
        </p:nvSpPr>
        <p:spPr>
          <a:xfrm>
            <a:off x="6088075" y="4189163"/>
            <a:ext cx="508800" cy="380100"/>
          </a:xfrm>
          <a:prstGeom prst="roundRect">
            <a:avLst>
              <a:gd fmla="val 29150" name="adj"/>
            </a:avLst>
          </a:prstGeom>
          <a:solidFill>
            <a:schemeClr val="dk2"/>
          </a:solidFill>
          <a:ln cap="flat" cmpd="sng" w="19050">
            <a:solidFill>
              <a:schemeClr val="dk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dk1"/>
                </a:solidFill>
                <a:latin typeface="Raleway"/>
                <a:ea typeface="Raleway"/>
                <a:cs typeface="Raleway"/>
                <a:sym typeface="Raleway"/>
              </a:rPr>
              <a:t>0.199</a:t>
            </a:r>
            <a:endParaRPr b="1" i="0" sz="1000" u="none" cap="none" strike="noStrike">
              <a:solidFill>
                <a:schemeClr val="dk1"/>
              </a:solidFill>
              <a:latin typeface="Raleway"/>
              <a:ea typeface="Raleway"/>
              <a:cs typeface="Raleway"/>
              <a:sym typeface="Raleway"/>
            </a:endParaRPr>
          </a:p>
        </p:txBody>
      </p:sp>
      <p:sp>
        <p:nvSpPr>
          <p:cNvPr id="1587" name="Google Shape;1587;p83"/>
          <p:cNvSpPr/>
          <p:nvPr/>
        </p:nvSpPr>
        <p:spPr>
          <a:xfrm>
            <a:off x="4564675" y="4189183"/>
            <a:ext cx="508800" cy="380100"/>
          </a:xfrm>
          <a:prstGeom prst="roundRect">
            <a:avLst>
              <a:gd fmla="val 2915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accent6"/>
                </a:solidFill>
                <a:latin typeface="Raleway"/>
                <a:ea typeface="Raleway"/>
                <a:cs typeface="Raleway"/>
                <a:sym typeface="Raleway"/>
              </a:rPr>
              <a:t>0.191</a:t>
            </a:r>
            <a:endParaRPr b="1" i="0" sz="1000" u="none" cap="none" strike="noStrike">
              <a:solidFill>
                <a:schemeClr val="accent6"/>
              </a:solidFill>
              <a:latin typeface="Raleway"/>
              <a:ea typeface="Raleway"/>
              <a:cs typeface="Raleway"/>
              <a:sym typeface="Raleway"/>
            </a:endParaRPr>
          </a:p>
        </p:txBody>
      </p:sp>
      <p:sp>
        <p:nvSpPr>
          <p:cNvPr id="1588" name="Google Shape;1588;p83"/>
          <p:cNvSpPr/>
          <p:nvPr/>
        </p:nvSpPr>
        <p:spPr>
          <a:xfrm>
            <a:off x="3221375" y="4189150"/>
            <a:ext cx="508800" cy="380100"/>
          </a:xfrm>
          <a:prstGeom prst="roundRect">
            <a:avLst>
              <a:gd fmla="val 29150" name="adj"/>
            </a:avLst>
          </a:prstGeom>
          <a:solidFill>
            <a:schemeClr val="dk1"/>
          </a:solidFill>
          <a:ln cap="flat" cmpd="sng" w="19050">
            <a:solidFill>
              <a:schemeClr val="dk1"/>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lang="en-GB" sz="1000">
                <a:solidFill>
                  <a:schemeClr val="lt1"/>
                </a:solidFill>
                <a:latin typeface="Raleway"/>
                <a:ea typeface="Raleway"/>
                <a:cs typeface="Raleway"/>
                <a:sym typeface="Raleway"/>
              </a:rPr>
              <a:t>0.184</a:t>
            </a:r>
            <a:endParaRPr b="1" i="0" sz="1000" u="none" cap="none" strike="noStrike">
              <a:solidFill>
                <a:schemeClr val="lt1"/>
              </a:solidFill>
              <a:latin typeface="Raleway"/>
              <a:ea typeface="Raleway"/>
              <a:cs typeface="Raleway"/>
              <a:sym typeface="Raleway"/>
            </a:endParaRPr>
          </a:p>
        </p:txBody>
      </p:sp>
      <p:sp>
        <p:nvSpPr>
          <p:cNvPr id="1589" name="Google Shape;1589;p83"/>
          <p:cNvSpPr/>
          <p:nvPr/>
        </p:nvSpPr>
        <p:spPr>
          <a:xfrm>
            <a:off x="5589313" y="1437501"/>
            <a:ext cx="1546500" cy="172800"/>
          </a:xfrm>
          <a:prstGeom prst="roundRect">
            <a:avLst>
              <a:gd fmla="val 0" name="adj"/>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1" lang="en-GB" sz="1200">
                <a:solidFill>
                  <a:schemeClr val="dk1"/>
                </a:solidFill>
                <a:latin typeface="Open Sans"/>
                <a:ea typeface="Open Sans"/>
                <a:cs typeface="Open Sans"/>
                <a:sym typeface="Open Sans"/>
              </a:rPr>
              <a:t>RF Random- Search</a:t>
            </a:r>
            <a:endParaRPr b="1" i="0" sz="1200" u="none" cap="none" strike="noStrike">
              <a:solidFill>
                <a:schemeClr val="dk1"/>
              </a:solidFill>
              <a:latin typeface="Open Sans"/>
              <a:ea typeface="Open Sans"/>
              <a:cs typeface="Open Sans"/>
              <a:sym typeface="Open Sans"/>
            </a:endParaRPr>
          </a:p>
        </p:txBody>
      </p:sp>
      <p:sp>
        <p:nvSpPr>
          <p:cNvPr id="1590" name="Google Shape;1590;p83"/>
          <p:cNvSpPr/>
          <p:nvPr/>
        </p:nvSpPr>
        <p:spPr>
          <a:xfrm>
            <a:off x="5620231" y="1432737"/>
            <a:ext cx="184200" cy="172800"/>
          </a:xfrm>
          <a:prstGeom prst="roundRect">
            <a:avLst>
              <a:gd fmla="val 29150" name="adj"/>
            </a:avLst>
          </a:prstGeom>
          <a:solidFill>
            <a:schemeClr val="dk2"/>
          </a:solidFill>
          <a:ln cap="flat" cmpd="sng" w="19050">
            <a:solidFill>
              <a:schemeClr val="dk2"/>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t/>
            </a:r>
            <a:endParaRPr b="1" i="0" sz="1000" u="none" cap="none" strike="noStrike">
              <a:solidFill>
                <a:srgbClr val="000000"/>
              </a:solidFill>
              <a:latin typeface="Raleway"/>
              <a:ea typeface="Raleway"/>
              <a:cs typeface="Raleway"/>
              <a:sym typeface="Raleway"/>
            </a:endParaRPr>
          </a:p>
        </p:txBody>
      </p:sp>
      <p:sp>
        <p:nvSpPr>
          <p:cNvPr id="1591" name="Google Shape;1591;p83"/>
          <p:cNvSpPr/>
          <p:nvPr/>
        </p:nvSpPr>
        <p:spPr>
          <a:xfrm>
            <a:off x="1520288" y="1400836"/>
            <a:ext cx="1191300" cy="215400"/>
          </a:xfrm>
          <a:prstGeom prst="roundRect">
            <a:avLst>
              <a:gd fmla="val 0" name="adj"/>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1" lang="en-GB" sz="1200">
                <a:solidFill>
                  <a:schemeClr val="dk1"/>
                </a:solidFill>
                <a:latin typeface="Open Sans"/>
                <a:ea typeface="Open Sans"/>
                <a:cs typeface="Open Sans"/>
                <a:sym typeface="Open Sans"/>
              </a:rPr>
              <a:t>XGBoost</a:t>
            </a:r>
            <a:br>
              <a:rPr b="1" lang="en-GB" sz="1200">
                <a:solidFill>
                  <a:schemeClr val="dk1"/>
                </a:solidFill>
                <a:latin typeface="Open Sans"/>
                <a:ea typeface="Open Sans"/>
                <a:cs typeface="Open Sans"/>
                <a:sym typeface="Open Sans"/>
              </a:rPr>
            </a:br>
            <a:r>
              <a:rPr b="1" lang="en-GB" sz="1200">
                <a:solidFill>
                  <a:schemeClr val="dk1"/>
                </a:solidFill>
                <a:latin typeface="Open Sans"/>
                <a:ea typeface="Open Sans"/>
                <a:cs typeface="Open Sans"/>
                <a:sym typeface="Open Sans"/>
              </a:rPr>
              <a:t>(Tuned)</a:t>
            </a:r>
            <a:endParaRPr b="1" i="0" sz="1200" u="none" cap="none" strike="noStrike">
              <a:solidFill>
                <a:schemeClr val="dk1"/>
              </a:solidFill>
              <a:latin typeface="Open Sans"/>
              <a:ea typeface="Open Sans"/>
              <a:cs typeface="Open Sans"/>
              <a:sym typeface="Open Sans"/>
            </a:endParaRPr>
          </a:p>
        </p:txBody>
      </p:sp>
      <p:sp>
        <p:nvSpPr>
          <p:cNvPr id="1592" name="Google Shape;1592;p83"/>
          <p:cNvSpPr/>
          <p:nvPr/>
        </p:nvSpPr>
        <p:spPr>
          <a:xfrm>
            <a:off x="1495475" y="1422138"/>
            <a:ext cx="184200" cy="172800"/>
          </a:xfrm>
          <a:prstGeom prst="roundRect">
            <a:avLst>
              <a:gd fmla="val 29150" name="adj"/>
            </a:avLst>
          </a:prstGeom>
          <a:solidFill>
            <a:schemeClr val="dk1"/>
          </a:solidFill>
          <a:ln cap="flat" cmpd="sng" w="19050">
            <a:solidFill>
              <a:schemeClr val="dk1"/>
            </a:solidFill>
            <a:prstDash val="solid"/>
            <a:round/>
            <a:headEnd len="sm" w="sm" type="none"/>
            <a:tailEnd len="sm" w="sm" type="none"/>
          </a:ln>
        </p:spPr>
        <p:txBody>
          <a:bodyPr anchorCtr="0" anchor="ctr" bIns="91425" lIns="0" spcFirstLastPara="1" rIns="0" wrap="square" tIns="91425">
            <a:noAutofit/>
          </a:bodyPr>
          <a:lstStyle/>
          <a:p>
            <a:pPr indent="0" lvl="0" marL="0" marR="0" rtl="0" algn="ctr">
              <a:lnSpc>
                <a:spcPct val="100000"/>
              </a:lnSpc>
              <a:spcBef>
                <a:spcPts val="0"/>
              </a:spcBef>
              <a:spcAft>
                <a:spcPts val="0"/>
              </a:spcAft>
              <a:buClr>
                <a:srgbClr val="000000"/>
              </a:buClr>
              <a:buSzPts val="1000"/>
              <a:buFont typeface="Arial"/>
              <a:buNone/>
            </a:pPr>
            <a:r>
              <a:t/>
            </a:r>
            <a:endParaRPr b="1" i="0" sz="1000" u="none" cap="none" strike="noStrike">
              <a:solidFill>
                <a:srgbClr val="000000"/>
              </a:solidFill>
              <a:latin typeface="Raleway"/>
              <a:ea typeface="Raleway"/>
              <a:cs typeface="Raleway"/>
              <a:sym typeface="Raleway"/>
            </a:endParaRPr>
          </a:p>
        </p:txBody>
      </p:sp>
      <p:sp>
        <p:nvSpPr>
          <p:cNvPr id="1593" name="Google Shape;1593;p83"/>
          <p:cNvSpPr txBox="1"/>
          <p:nvPr>
            <p:ph type="title"/>
          </p:nvPr>
        </p:nvSpPr>
        <p:spPr>
          <a:xfrm>
            <a:off x="720000" y="53500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b="1" lang="en-GB" sz="2600">
                <a:latin typeface="Open Sans"/>
                <a:ea typeface="Open Sans"/>
                <a:cs typeface="Open Sans"/>
                <a:sym typeface="Open Sans"/>
              </a:rPr>
              <a:t>Top 5 Models : Voting Ensemble Wins</a:t>
            </a:r>
            <a:endParaRPr b="1" sz="2600">
              <a:latin typeface="Open Sans"/>
              <a:ea typeface="Open Sans"/>
              <a:cs typeface="Open Sans"/>
              <a:sym typeface="Open Sans"/>
            </a:endParaRPr>
          </a:p>
        </p:txBody>
      </p:sp>
      <p:sp>
        <p:nvSpPr>
          <p:cNvPr id="1594" name="Google Shape;1594;p83"/>
          <p:cNvSpPr/>
          <p:nvPr/>
        </p:nvSpPr>
        <p:spPr>
          <a:xfrm>
            <a:off x="7991629" y="2348841"/>
            <a:ext cx="650700" cy="573300"/>
          </a:xfrm>
          <a:prstGeom prst="ellipse">
            <a:avLst/>
          </a:prstGeom>
          <a:noFill/>
          <a:ln cap="flat" cmpd="sng" w="28575">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95" name="Google Shape;1595;p83"/>
          <p:cNvSpPr/>
          <p:nvPr/>
        </p:nvSpPr>
        <p:spPr>
          <a:xfrm>
            <a:off x="7499877" y="3003556"/>
            <a:ext cx="650700" cy="573300"/>
          </a:xfrm>
          <a:prstGeom prst="ellipse">
            <a:avLst/>
          </a:prstGeom>
          <a:noFill/>
          <a:ln cap="flat" cmpd="sng" w="28575">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9" name="Shape 1599"/>
        <p:cNvGrpSpPr/>
        <p:nvPr/>
      </p:nvGrpSpPr>
      <p:grpSpPr>
        <a:xfrm>
          <a:off x="0" y="0"/>
          <a:ext cx="0" cy="0"/>
          <a:chOff x="0" y="0"/>
          <a:chExt cx="0" cy="0"/>
        </a:xfrm>
      </p:grpSpPr>
      <p:sp>
        <p:nvSpPr>
          <p:cNvPr id="1600" name="Google Shape;1600;p84"/>
          <p:cNvSpPr txBox="1"/>
          <p:nvPr>
            <p:ph type="title"/>
          </p:nvPr>
        </p:nvSpPr>
        <p:spPr>
          <a:xfrm>
            <a:off x="720000" y="53500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b="1" lang="en-GB" sz="2600">
                <a:latin typeface="Open Sans"/>
                <a:ea typeface="Open Sans"/>
                <a:cs typeface="Open Sans"/>
                <a:sym typeface="Open Sans"/>
              </a:rPr>
              <a:t>ROC - AUC</a:t>
            </a:r>
            <a:r>
              <a:rPr b="1" lang="en-GB" sz="2600">
                <a:latin typeface="Open Sans"/>
                <a:ea typeface="Open Sans"/>
                <a:cs typeface="Open Sans"/>
                <a:sym typeface="Open Sans"/>
              </a:rPr>
              <a:t> : Bend it like (Sir) Beckham</a:t>
            </a:r>
            <a:endParaRPr b="1" sz="2600">
              <a:latin typeface="Open Sans"/>
              <a:ea typeface="Open Sans"/>
              <a:cs typeface="Open Sans"/>
              <a:sym typeface="Open Sans"/>
            </a:endParaRPr>
          </a:p>
        </p:txBody>
      </p:sp>
      <p:pic>
        <p:nvPicPr>
          <p:cNvPr id="1601" name="Google Shape;1601;p84"/>
          <p:cNvPicPr preferRelativeResize="0"/>
          <p:nvPr/>
        </p:nvPicPr>
        <p:blipFill>
          <a:blip r:embed="rId3">
            <a:alphaModFix/>
          </a:blip>
          <a:stretch>
            <a:fillRect/>
          </a:stretch>
        </p:blipFill>
        <p:spPr>
          <a:xfrm>
            <a:off x="565800" y="1390500"/>
            <a:ext cx="3616700" cy="2874800"/>
          </a:xfrm>
          <a:prstGeom prst="rect">
            <a:avLst/>
          </a:prstGeom>
          <a:noFill/>
          <a:ln>
            <a:noFill/>
          </a:ln>
        </p:spPr>
      </p:pic>
      <p:sp>
        <p:nvSpPr>
          <p:cNvPr id="1602" name="Google Shape;1602;p84"/>
          <p:cNvSpPr/>
          <p:nvPr/>
        </p:nvSpPr>
        <p:spPr>
          <a:xfrm>
            <a:off x="4432488" y="1927775"/>
            <a:ext cx="573300" cy="573300"/>
          </a:xfrm>
          <a:prstGeom prst="roundRect">
            <a:avLst>
              <a:gd fmla="val 31579" name="adj"/>
            </a:avLst>
          </a:prstGeom>
          <a:noFill/>
          <a:ln cap="flat" cmpd="sng" w="11725">
            <a:solidFill>
              <a:schemeClr val="dk1"/>
            </a:solidFill>
            <a:prstDash val="solid"/>
            <a:round/>
            <a:headEnd len="sm" w="sm" type="none"/>
            <a:tailEnd len="sm" w="sm" type="none"/>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000000"/>
              </a:solidFill>
              <a:latin typeface="Arial"/>
              <a:ea typeface="Arial"/>
              <a:cs typeface="Arial"/>
              <a:sym typeface="Arial"/>
            </a:endParaRPr>
          </a:p>
        </p:txBody>
      </p:sp>
      <p:grpSp>
        <p:nvGrpSpPr>
          <p:cNvPr id="1603" name="Google Shape;1603;p84"/>
          <p:cNvGrpSpPr/>
          <p:nvPr/>
        </p:nvGrpSpPr>
        <p:grpSpPr>
          <a:xfrm>
            <a:off x="4579054" y="2079720"/>
            <a:ext cx="272322" cy="269643"/>
            <a:chOff x="5049725" y="1435050"/>
            <a:chExt cx="486550" cy="481850"/>
          </a:xfrm>
        </p:grpSpPr>
        <p:sp>
          <p:nvSpPr>
            <p:cNvPr id="1604" name="Google Shape;1604;p8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1"/>
            </a:solidFill>
            <a:ln>
              <a:noFill/>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435D74"/>
                </a:solidFill>
                <a:latin typeface="Arial"/>
                <a:ea typeface="Arial"/>
                <a:cs typeface="Arial"/>
                <a:sym typeface="Arial"/>
              </a:endParaRPr>
            </a:p>
          </p:txBody>
        </p:sp>
        <p:sp>
          <p:nvSpPr>
            <p:cNvPr id="1605" name="Google Shape;1605;p8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1"/>
            </a:solidFill>
            <a:ln>
              <a:noFill/>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435D74"/>
                </a:solidFill>
                <a:latin typeface="Arial"/>
                <a:ea typeface="Arial"/>
                <a:cs typeface="Arial"/>
                <a:sym typeface="Arial"/>
              </a:endParaRPr>
            </a:p>
          </p:txBody>
        </p:sp>
        <p:sp>
          <p:nvSpPr>
            <p:cNvPr id="1606" name="Google Shape;1606;p8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1"/>
            </a:solidFill>
            <a:ln>
              <a:noFill/>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435D74"/>
                </a:solidFill>
                <a:latin typeface="Arial"/>
                <a:ea typeface="Arial"/>
                <a:cs typeface="Arial"/>
                <a:sym typeface="Arial"/>
              </a:endParaRPr>
            </a:p>
          </p:txBody>
        </p:sp>
        <p:sp>
          <p:nvSpPr>
            <p:cNvPr id="1607" name="Google Shape;1607;p8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1"/>
            </a:solidFill>
            <a:ln>
              <a:noFill/>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435D74"/>
                </a:solidFill>
                <a:latin typeface="Arial"/>
                <a:ea typeface="Arial"/>
                <a:cs typeface="Arial"/>
                <a:sym typeface="Arial"/>
              </a:endParaRPr>
            </a:p>
          </p:txBody>
        </p:sp>
      </p:grpSp>
      <p:sp>
        <p:nvSpPr>
          <p:cNvPr id="1608" name="Google Shape;1608;p84"/>
          <p:cNvSpPr txBox="1"/>
          <p:nvPr>
            <p:ph idx="4294967295" type="subTitle"/>
          </p:nvPr>
        </p:nvSpPr>
        <p:spPr>
          <a:xfrm>
            <a:off x="5170250" y="1711150"/>
            <a:ext cx="3425700" cy="1006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SzPts val="2400"/>
              <a:buNone/>
            </a:pPr>
            <a:r>
              <a:rPr b="1" lang="en-GB" sz="1400"/>
              <a:t>Voting Ensemble </a:t>
            </a:r>
            <a:r>
              <a:rPr lang="en-GB" sz="1400"/>
              <a:t>has the largest area under the curve &gt;&gt;  </a:t>
            </a:r>
            <a:r>
              <a:rPr b="1" lang="en-GB" sz="1400"/>
              <a:t>AUC = 0.792 </a:t>
            </a:r>
            <a:endParaRPr b="1" sz="1400"/>
          </a:p>
        </p:txBody>
      </p:sp>
      <p:sp>
        <p:nvSpPr>
          <p:cNvPr id="1609" name="Google Shape;1609;p84"/>
          <p:cNvSpPr/>
          <p:nvPr/>
        </p:nvSpPr>
        <p:spPr>
          <a:xfrm>
            <a:off x="4432500" y="3146650"/>
            <a:ext cx="573300" cy="573300"/>
          </a:xfrm>
          <a:prstGeom prst="roundRect">
            <a:avLst>
              <a:gd fmla="val 31579" name="adj"/>
            </a:avLst>
          </a:prstGeom>
          <a:noFill/>
          <a:ln cap="flat" cmpd="sng" w="11750">
            <a:solidFill>
              <a:schemeClr val="dk1"/>
            </a:solidFill>
            <a:prstDash val="solid"/>
            <a:round/>
            <a:headEnd len="sm" w="sm" type="none"/>
            <a:tailEnd len="sm" w="sm" type="none"/>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000000"/>
              </a:solidFill>
              <a:latin typeface="Arial"/>
              <a:ea typeface="Arial"/>
              <a:cs typeface="Arial"/>
              <a:sym typeface="Arial"/>
            </a:endParaRPr>
          </a:p>
        </p:txBody>
      </p:sp>
      <p:sp>
        <p:nvSpPr>
          <p:cNvPr id="1610" name="Google Shape;1610;p84"/>
          <p:cNvSpPr txBox="1"/>
          <p:nvPr>
            <p:ph idx="4294967295" type="subTitle"/>
          </p:nvPr>
        </p:nvSpPr>
        <p:spPr>
          <a:xfrm>
            <a:off x="5170250" y="2893275"/>
            <a:ext cx="3515100" cy="1006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GB" sz="1400"/>
              <a:t>AUC Curves for </a:t>
            </a:r>
            <a:r>
              <a:rPr b="1" lang="en-GB" sz="1400"/>
              <a:t>all models are good</a:t>
            </a:r>
            <a:r>
              <a:rPr lang="en-GB" sz="1400"/>
              <a:t>, even for Logistic Regression baseline, implying </a:t>
            </a:r>
            <a:r>
              <a:rPr b="1" lang="en-GB" sz="1400"/>
              <a:t>good feature engineering</a:t>
            </a:r>
            <a:endParaRPr b="1" sz="1400"/>
          </a:p>
        </p:txBody>
      </p:sp>
      <p:grpSp>
        <p:nvGrpSpPr>
          <p:cNvPr id="1611" name="Google Shape;1611;p84"/>
          <p:cNvGrpSpPr/>
          <p:nvPr/>
        </p:nvGrpSpPr>
        <p:grpSpPr>
          <a:xfrm>
            <a:off x="4561536" y="3279643"/>
            <a:ext cx="315250" cy="307308"/>
            <a:chOff x="-31817400" y="3910025"/>
            <a:chExt cx="301675" cy="294075"/>
          </a:xfrm>
        </p:grpSpPr>
        <p:sp>
          <p:nvSpPr>
            <p:cNvPr id="1612" name="Google Shape;1612;p8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1"/>
            </a:solidFill>
            <a:ln>
              <a:noFill/>
            </a:ln>
          </p:spPr>
          <p:txBody>
            <a:bodyPr anchorCtr="0" anchor="ctr" bIns="78725" lIns="78725" spcFirstLastPara="1" rIns="78725" wrap="square" tIns="78725">
              <a:noAutofit/>
            </a:bodyPr>
            <a:lstStyle/>
            <a:p>
              <a:pPr indent="0" lvl="0" marL="0" marR="0" rtl="0" algn="l">
                <a:lnSpc>
                  <a:spcPct val="100000"/>
                </a:lnSpc>
                <a:spcBef>
                  <a:spcPts val="0"/>
                </a:spcBef>
                <a:spcAft>
                  <a:spcPts val="0"/>
                </a:spcAft>
                <a:buClr>
                  <a:srgbClr val="000000"/>
                </a:buClr>
                <a:buSzPts val="1206"/>
                <a:buFont typeface="Arial"/>
                <a:buNone/>
              </a:pPr>
              <a:r>
                <a:t/>
              </a:r>
              <a:endParaRPr b="0" i="0" sz="1205" u="none" cap="none" strike="noStrike">
                <a:solidFill>
                  <a:srgbClr val="000000"/>
                </a:solidFill>
                <a:latin typeface="Arial"/>
                <a:ea typeface="Arial"/>
                <a:cs typeface="Arial"/>
                <a:sym typeface="Arial"/>
              </a:endParaRPr>
            </a:p>
          </p:txBody>
        </p:sp>
        <p:sp>
          <p:nvSpPr>
            <p:cNvPr id="1613" name="Google Shape;1613;p8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1"/>
            </a:solidFill>
            <a:ln>
              <a:noFill/>
            </a:ln>
          </p:spPr>
          <p:txBody>
            <a:bodyPr anchorCtr="0" anchor="ctr" bIns="78725" lIns="78725" spcFirstLastPara="1" rIns="78725" wrap="square" tIns="78725">
              <a:noAutofit/>
            </a:bodyPr>
            <a:lstStyle/>
            <a:p>
              <a:pPr indent="0" lvl="0" marL="0" marR="0" rtl="0" algn="l">
                <a:lnSpc>
                  <a:spcPct val="100000"/>
                </a:lnSpc>
                <a:spcBef>
                  <a:spcPts val="0"/>
                </a:spcBef>
                <a:spcAft>
                  <a:spcPts val="0"/>
                </a:spcAft>
                <a:buClr>
                  <a:srgbClr val="000000"/>
                </a:buClr>
                <a:buSzPts val="1206"/>
                <a:buFont typeface="Arial"/>
                <a:buNone/>
              </a:pPr>
              <a:r>
                <a:t/>
              </a:r>
              <a:endParaRPr b="0" i="0" sz="1205" u="none" cap="none" strike="noStrike">
                <a:solidFill>
                  <a:srgbClr val="000000"/>
                </a:solidFill>
                <a:latin typeface="Arial"/>
                <a:ea typeface="Arial"/>
                <a:cs typeface="Arial"/>
                <a:sym typeface="Arial"/>
              </a:endParaRPr>
            </a:p>
          </p:txBody>
        </p:sp>
        <p:sp>
          <p:nvSpPr>
            <p:cNvPr id="1614" name="Google Shape;1614;p8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1"/>
            </a:solidFill>
            <a:ln>
              <a:noFill/>
            </a:ln>
          </p:spPr>
          <p:txBody>
            <a:bodyPr anchorCtr="0" anchor="ctr" bIns="78725" lIns="78725" spcFirstLastPara="1" rIns="78725" wrap="square" tIns="78725">
              <a:noAutofit/>
            </a:bodyPr>
            <a:lstStyle/>
            <a:p>
              <a:pPr indent="0" lvl="0" marL="0" marR="0" rtl="0" algn="l">
                <a:lnSpc>
                  <a:spcPct val="100000"/>
                </a:lnSpc>
                <a:spcBef>
                  <a:spcPts val="0"/>
                </a:spcBef>
                <a:spcAft>
                  <a:spcPts val="0"/>
                </a:spcAft>
                <a:buClr>
                  <a:srgbClr val="000000"/>
                </a:buClr>
                <a:buSzPts val="1206"/>
                <a:buFont typeface="Arial"/>
                <a:buNone/>
              </a:pPr>
              <a:r>
                <a:t/>
              </a:r>
              <a:endParaRPr b="0" i="0" sz="1205" u="none" cap="none" strike="noStrike">
                <a:solidFill>
                  <a:srgbClr val="000000"/>
                </a:solidFill>
                <a:latin typeface="Arial"/>
                <a:ea typeface="Arial"/>
                <a:cs typeface="Arial"/>
                <a:sym typeface="Aria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8" name="Shape 1618"/>
        <p:cNvGrpSpPr/>
        <p:nvPr/>
      </p:nvGrpSpPr>
      <p:grpSpPr>
        <a:xfrm>
          <a:off x="0" y="0"/>
          <a:ext cx="0" cy="0"/>
          <a:chOff x="0" y="0"/>
          <a:chExt cx="0" cy="0"/>
        </a:xfrm>
      </p:grpSpPr>
      <p:sp>
        <p:nvSpPr>
          <p:cNvPr id="1619" name="Google Shape;1619;p85"/>
          <p:cNvSpPr/>
          <p:nvPr/>
        </p:nvSpPr>
        <p:spPr>
          <a:xfrm>
            <a:off x="5914800" y="-75"/>
            <a:ext cx="3229200" cy="51435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85"/>
          <p:cNvSpPr/>
          <p:nvPr/>
        </p:nvSpPr>
        <p:spPr>
          <a:xfrm>
            <a:off x="930338" y="639781"/>
            <a:ext cx="1792800" cy="17928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85"/>
          <p:cNvSpPr txBox="1"/>
          <p:nvPr>
            <p:ph type="title"/>
          </p:nvPr>
        </p:nvSpPr>
        <p:spPr>
          <a:xfrm flipH="1">
            <a:off x="791307" y="2616238"/>
            <a:ext cx="4462200" cy="1426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600"/>
              <a:buNone/>
            </a:pPr>
            <a:r>
              <a:rPr lang="en-GB">
                <a:latin typeface="Raleway ExtraBold"/>
                <a:ea typeface="Raleway ExtraBold"/>
                <a:cs typeface="Raleway ExtraBold"/>
                <a:sym typeface="Raleway ExtraBold"/>
              </a:rPr>
              <a:t>Business Impact</a:t>
            </a:r>
            <a:endParaRPr/>
          </a:p>
        </p:txBody>
      </p:sp>
      <p:sp>
        <p:nvSpPr>
          <p:cNvPr id="1622" name="Google Shape;1622;p85"/>
          <p:cNvSpPr txBox="1"/>
          <p:nvPr>
            <p:ph idx="2" type="title"/>
          </p:nvPr>
        </p:nvSpPr>
        <p:spPr>
          <a:xfrm flipH="1">
            <a:off x="791300" y="639775"/>
            <a:ext cx="2070900" cy="1448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000"/>
              <a:buNone/>
            </a:pPr>
            <a:r>
              <a:rPr lang="en-GB"/>
              <a:t>04</a:t>
            </a:r>
            <a:endParaRPr/>
          </a:p>
        </p:txBody>
      </p:sp>
      <p:grpSp>
        <p:nvGrpSpPr>
          <p:cNvPr id="1623" name="Google Shape;1623;p85"/>
          <p:cNvGrpSpPr/>
          <p:nvPr/>
        </p:nvGrpSpPr>
        <p:grpSpPr>
          <a:xfrm>
            <a:off x="6755303" y="991697"/>
            <a:ext cx="1548193" cy="2344556"/>
            <a:chOff x="874813" y="1108300"/>
            <a:chExt cx="1488647" cy="2254381"/>
          </a:xfrm>
        </p:grpSpPr>
        <p:sp>
          <p:nvSpPr>
            <p:cNvPr id="1624" name="Google Shape;1624;p85"/>
            <p:cNvSpPr/>
            <p:nvPr/>
          </p:nvSpPr>
          <p:spPr>
            <a:xfrm>
              <a:off x="1297461" y="2636239"/>
              <a:ext cx="644809" cy="563115"/>
            </a:xfrm>
            <a:custGeom>
              <a:rect b="b" l="l" r="r" t="t"/>
              <a:pathLst>
                <a:path extrusionOk="0" h="12497" w="14310">
                  <a:moveTo>
                    <a:pt x="1" y="0"/>
                  </a:moveTo>
                  <a:lnTo>
                    <a:pt x="1" y="12496"/>
                  </a:lnTo>
                  <a:lnTo>
                    <a:pt x="14310" y="12496"/>
                  </a:lnTo>
                  <a:lnTo>
                    <a:pt x="14310"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85"/>
            <p:cNvSpPr/>
            <p:nvPr/>
          </p:nvSpPr>
          <p:spPr>
            <a:xfrm>
              <a:off x="1297461" y="3199338"/>
              <a:ext cx="644809" cy="163342"/>
            </a:xfrm>
            <a:custGeom>
              <a:rect b="b" l="l" r="r" t="t"/>
              <a:pathLst>
                <a:path extrusionOk="0" h="3625" w="14310">
                  <a:moveTo>
                    <a:pt x="1" y="1"/>
                  </a:moveTo>
                  <a:lnTo>
                    <a:pt x="2840" y="3624"/>
                  </a:lnTo>
                  <a:lnTo>
                    <a:pt x="11471" y="3624"/>
                  </a:lnTo>
                  <a:lnTo>
                    <a:pt x="1431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85"/>
            <p:cNvSpPr/>
            <p:nvPr/>
          </p:nvSpPr>
          <p:spPr>
            <a:xfrm>
              <a:off x="874813" y="1108300"/>
              <a:ext cx="1488647" cy="1698266"/>
            </a:xfrm>
            <a:custGeom>
              <a:rect b="b" l="l" r="r" t="t"/>
              <a:pathLst>
                <a:path extrusionOk="0" h="37689" w="33037">
                  <a:moveTo>
                    <a:pt x="16539" y="0"/>
                  </a:moveTo>
                  <a:cubicBezTo>
                    <a:pt x="7530" y="0"/>
                    <a:pt x="108" y="7329"/>
                    <a:pt x="36" y="16364"/>
                  </a:cubicBezTo>
                  <a:cubicBezTo>
                    <a:pt x="0" y="20651"/>
                    <a:pt x="1601" y="24564"/>
                    <a:pt x="4251" y="27517"/>
                  </a:cubicBezTo>
                  <a:cubicBezTo>
                    <a:pt x="5795" y="29238"/>
                    <a:pt x="6617" y="31488"/>
                    <a:pt x="6617" y="33799"/>
                  </a:cubicBezTo>
                  <a:lnTo>
                    <a:pt x="6617" y="35435"/>
                  </a:lnTo>
                  <a:cubicBezTo>
                    <a:pt x="6617" y="36679"/>
                    <a:pt x="7627" y="37689"/>
                    <a:pt x="8871" y="37689"/>
                  </a:cubicBezTo>
                  <a:lnTo>
                    <a:pt x="24200" y="37689"/>
                  </a:lnTo>
                  <a:cubicBezTo>
                    <a:pt x="25444" y="37689"/>
                    <a:pt x="26453" y="36679"/>
                    <a:pt x="26453" y="35435"/>
                  </a:cubicBezTo>
                  <a:lnTo>
                    <a:pt x="26453" y="33764"/>
                  </a:lnTo>
                  <a:cubicBezTo>
                    <a:pt x="26453" y="31451"/>
                    <a:pt x="27301" y="29217"/>
                    <a:pt x="28842" y="27493"/>
                  </a:cubicBezTo>
                  <a:cubicBezTo>
                    <a:pt x="31451" y="24575"/>
                    <a:pt x="33036" y="20724"/>
                    <a:pt x="33036" y="16501"/>
                  </a:cubicBezTo>
                  <a:cubicBezTo>
                    <a:pt x="33036" y="7461"/>
                    <a:pt x="25768" y="119"/>
                    <a:pt x="16756" y="2"/>
                  </a:cubicBezTo>
                  <a:cubicBezTo>
                    <a:pt x="16684" y="1"/>
                    <a:pt x="16612" y="0"/>
                    <a:pt x="1653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7" name="Google Shape;1627;p85"/>
          <p:cNvGrpSpPr/>
          <p:nvPr/>
        </p:nvGrpSpPr>
        <p:grpSpPr>
          <a:xfrm rot="10800000">
            <a:off x="3498733" y="-73"/>
            <a:ext cx="753870" cy="1800196"/>
            <a:chOff x="5088650" y="245050"/>
            <a:chExt cx="1046025" cy="2497844"/>
          </a:xfrm>
        </p:grpSpPr>
        <p:sp>
          <p:nvSpPr>
            <p:cNvPr id="1628" name="Google Shape;1628;p85"/>
            <p:cNvSpPr/>
            <p:nvPr/>
          </p:nvSpPr>
          <p:spPr>
            <a:xfrm>
              <a:off x="5547342" y="1157910"/>
              <a:ext cx="128662" cy="1584984"/>
            </a:xfrm>
            <a:custGeom>
              <a:rect b="b" l="l" r="r" t="t"/>
              <a:pathLst>
                <a:path extrusionOk="0" h="18637" w="5147">
                  <a:moveTo>
                    <a:pt x="0" y="0"/>
                  </a:moveTo>
                  <a:lnTo>
                    <a:pt x="0" y="18636"/>
                  </a:lnTo>
                  <a:lnTo>
                    <a:pt x="5147" y="18636"/>
                  </a:lnTo>
                  <a:lnTo>
                    <a:pt x="5147"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85"/>
            <p:cNvSpPr/>
            <p:nvPr/>
          </p:nvSpPr>
          <p:spPr>
            <a:xfrm>
              <a:off x="5425725" y="1130250"/>
              <a:ext cx="371850" cy="829500"/>
            </a:xfrm>
            <a:custGeom>
              <a:rect b="b" l="l" r="r" t="t"/>
              <a:pathLst>
                <a:path extrusionOk="0" h="33180" w="14874">
                  <a:moveTo>
                    <a:pt x="5020" y="0"/>
                  </a:moveTo>
                  <a:cubicBezTo>
                    <a:pt x="2250" y="0"/>
                    <a:pt x="0" y="2248"/>
                    <a:pt x="0" y="5019"/>
                  </a:cubicBezTo>
                  <a:lnTo>
                    <a:pt x="0" y="28161"/>
                  </a:lnTo>
                  <a:cubicBezTo>
                    <a:pt x="0" y="30931"/>
                    <a:pt x="2250" y="33179"/>
                    <a:pt x="5019" y="33179"/>
                  </a:cubicBezTo>
                  <a:lnTo>
                    <a:pt x="9855" y="33179"/>
                  </a:lnTo>
                  <a:cubicBezTo>
                    <a:pt x="12625" y="33179"/>
                    <a:pt x="14874" y="30931"/>
                    <a:pt x="14874" y="28161"/>
                  </a:cubicBezTo>
                  <a:lnTo>
                    <a:pt x="14874" y="5019"/>
                  </a:lnTo>
                  <a:cubicBezTo>
                    <a:pt x="14874" y="2250"/>
                    <a:pt x="12625" y="0"/>
                    <a:pt x="98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 name="Google Shape;1630;p85"/>
            <p:cNvSpPr/>
            <p:nvPr/>
          </p:nvSpPr>
          <p:spPr>
            <a:xfrm>
              <a:off x="5325150" y="245050"/>
              <a:ext cx="201175" cy="950925"/>
            </a:xfrm>
            <a:custGeom>
              <a:rect b="b" l="l" r="r" t="t"/>
              <a:pathLst>
                <a:path extrusionOk="0" fill="none" h="38037" w="8047">
                  <a:moveTo>
                    <a:pt x="4023" y="1"/>
                  </a:moveTo>
                  <a:cubicBezTo>
                    <a:pt x="1802" y="1"/>
                    <a:pt x="1" y="1801"/>
                    <a:pt x="1" y="4024"/>
                  </a:cubicBezTo>
                  <a:lnTo>
                    <a:pt x="1" y="34014"/>
                  </a:lnTo>
                  <a:cubicBezTo>
                    <a:pt x="1" y="36235"/>
                    <a:pt x="1802" y="38036"/>
                    <a:pt x="4023" y="38036"/>
                  </a:cubicBezTo>
                  <a:cubicBezTo>
                    <a:pt x="6245" y="38036"/>
                    <a:pt x="8047" y="36235"/>
                    <a:pt x="8047" y="34014"/>
                  </a:cubicBezTo>
                  <a:lnTo>
                    <a:pt x="8047" y="4024"/>
                  </a:lnTo>
                  <a:cubicBezTo>
                    <a:pt x="8047" y="1801"/>
                    <a:pt x="6245"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85"/>
            <p:cNvSpPr/>
            <p:nvPr/>
          </p:nvSpPr>
          <p:spPr>
            <a:xfrm>
              <a:off x="5697000" y="245050"/>
              <a:ext cx="201175" cy="950925"/>
            </a:xfrm>
            <a:custGeom>
              <a:rect b="b" l="l" r="r" t="t"/>
              <a:pathLst>
                <a:path extrusionOk="0" fill="none" h="38037" w="8047">
                  <a:moveTo>
                    <a:pt x="4023" y="1"/>
                  </a:moveTo>
                  <a:cubicBezTo>
                    <a:pt x="1801" y="1"/>
                    <a:pt x="0" y="1801"/>
                    <a:pt x="0" y="4024"/>
                  </a:cubicBezTo>
                  <a:lnTo>
                    <a:pt x="0" y="34014"/>
                  </a:lnTo>
                  <a:cubicBezTo>
                    <a:pt x="0" y="36235"/>
                    <a:pt x="1801" y="38036"/>
                    <a:pt x="4023" y="38036"/>
                  </a:cubicBezTo>
                  <a:cubicBezTo>
                    <a:pt x="6244" y="38036"/>
                    <a:pt x="8046" y="36235"/>
                    <a:pt x="8046" y="34014"/>
                  </a:cubicBezTo>
                  <a:lnTo>
                    <a:pt x="8046" y="4024"/>
                  </a:lnTo>
                  <a:cubicBezTo>
                    <a:pt x="8046" y="1801"/>
                    <a:pt x="6244" y="1"/>
                    <a:pt x="4023" y="1"/>
                  </a:cubicBezTo>
                  <a:close/>
                </a:path>
              </a:pathLst>
            </a:custGeom>
            <a:noFill/>
            <a:ln cap="flat" cmpd="sng" w="19050">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85"/>
            <p:cNvSpPr/>
            <p:nvPr/>
          </p:nvSpPr>
          <p:spPr>
            <a:xfrm>
              <a:off x="5088650" y="767125"/>
              <a:ext cx="1046025" cy="726250"/>
            </a:xfrm>
            <a:custGeom>
              <a:rect b="b" l="l" r="r" t="t"/>
              <a:pathLst>
                <a:path extrusionOk="0" h="29050" w="41841">
                  <a:moveTo>
                    <a:pt x="0" y="1"/>
                  </a:moveTo>
                  <a:lnTo>
                    <a:pt x="0" y="21058"/>
                  </a:lnTo>
                  <a:cubicBezTo>
                    <a:pt x="0" y="25472"/>
                    <a:pt x="3578" y="29050"/>
                    <a:pt x="7991" y="29050"/>
                  </a:cubicBezTo>
                  <a:lnTo>
                    <a:pt x="33849" y="29050"/>
                  </a:lnTo>
                  <a:cubicBezTo>
                    <a:pt x="38262" y="29050"/>
                    <a:pt x="41841" y="25472"/>
                    <a:pt x="41841" y="21058"/>
                  </a:cubicBezTo>
                  <a:lnTo>
                    <a:pt x="41841"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85"/>
            <p:cNvSpPr/>
            <p:nvPr/>
          </p:nvSpPr>
          <p:spPr>
            <a:xfrm rot="10800000">
              <a:off x="5505475" y="993700"/>
              <a:ext cx="212350" cy="309900"/>
            </a:xfrm>
            <a:custGeom>
              <a:rect b="b" l="l" r="r" t="t"/>
              <a:pathLst>
                <a:path extrusionOk="0" h="12396" w="8494">
                  <a:moveTo>
                    <a:pt x="2454" y="0"/>
                  </a:moveTo>
                  <a:lnTo>
                    <a:pt x="0" y="7061"/>
                  </a:lnTo>
                  <a:lnTo>
                    <a:pt x="3335" y="7061"/>
                  </a:lnTo>
                  <a:lnTo>
                    <a:pt x="2454" y="12395"/>
                  </a:lnTo>
                  <a:lnTo>
                    <a:pt x="8494" y="5096"/>
                  </a:lnTo>
                  <a:lnTo>
                    <a:pt x="4593" y="5096"/>
                  </a:lnTo>
                  <a:lnTo>
                    <a:pt x="67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4" name="Google Shape;1634;p85"/>
          <p:cNvGrpSpPr/>
          <p:nvPr/>
        </p:nvGrpSpPr>
        <p:grpSpPr>
          <a:xfrm>
            <a:off x="7043455" y="1401001"/>
            <a:ext cx="977288" cy="974902"/>
            <a:chOff x="-62884425" y="4111775"/>
            <a:chExt cx="317425" cy="316650"/>
          </a:xfrm>
        </p:grpSpPr>
        <p:sp>
          <p:nvSpPr>
            <p:cNvPr id="1635" name="Google Shape;1635;p85"/>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243275" lIns="243275" spcFirstLastPara="1" rIns="243275" wrap="square" tIns="243275">
              <a:noAutofit/>
            </a:bodyPr>
            <a:lstStyle/>
            <a:p>
              <a:pPr indent="0" lvl="0" marL="0" marR="0" rtl="0" algn="l">
                <a:lnSpc>
                  <a:spcPct val="100000"/>
                </a:lnSpc>
                <a:spcBef>
                  <a:spcPts val="0"/>
                </a:spcBef>
                <a:spcAft>
                  <a:spcPts val="0"/>
                </a:spcAft>
                <a:buClr>
                  <a:srgbClr val="000000"/>
                </a:buClr>
                <a:buSzPts val="3725"/>
                <a:buFont typeface="Arial"/>
                <a:buNone/>
              </a:pPr>
              <a:r>
                <a:t/>
              </a:r>
              <a:endParaRPr b="0" i="0" sz="3725" u="none" cap="none" strike="noStrike">
                <a:solidFill>
                  <a:srgbClr val="000000"/>
                </a:solidFill>
                <a:latin typeface="Arial"/>
                <a:ea typeface="Arial"/>
                <a:cs typeface="Arial"/>
                <a:sym typeface="Arial"/>
              </a:endParaRPr>
            </a:p>
          </p:txBody>
        </p:sp>
        <p:sp>
          <p:nvSpPr>
            <p:cNvPr id="1636" name="Google Shape;1636;p85"/>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243275" lIns="243275" spcFirstLastPara="1" rIns="243275" wrap="square" tIns="243275">
              <a:noAutofit/>
            </a:bodyPr>
            <a:lstStyle/>
            <a:p>
              <a:pPr indent="0" lvl="0" marL="0" marR="0" rtl="0" algn="l">
                <a:lnSpc>
                  <a:spcPct val="100000"/>
                </a:lnSpc>
                <a:spcBef>
                  <a:spcPts val="0"/>
                </a:spcBef>
                <a:spcAft>
                  <a:spcPts val="0"/>
                </a:spcAft>
                <a:buClr>
                  <a:srgbClr val="000000"/>
                </a:buClr>
                <a:buSzPts val="3725"/>
                <a:buFont typeface="Arial"/>
                <a:buNone/>
              </a:pPr>
              <a:r>
                <a:t/>
              </a:r>
              <a:endParaRPr b="0" i="0" sz="3725" u="none" cap="none" strike="noStrike">
                <a:solidFill>
                  <a:srgbClr val="000000"/>
                </a:solidFill>
                <a:latin typeface="Arial"/>
                <a:ea typeface="Arial"/>
                <a:cs typeface="Arial"/>
                <a:sym typeface="Arial"/>
              </a:endParaRPr>
            </a:p>
          </p:txBody>
        </p:sp>
      </p:grpSp>
      <p:grpSp>
        <p:nvGrpSpPr>
          <p:cNvPr id="1637" name="Google Shape;1637;p85"/>
          <p:cNvGrpSpPr/>
          <p:nvPr/>
        </p:nvGrpSpPr>
        <p:grpSpPr>
          <a:xfrm>
            <a:off x="3756805" y="2880556"/>
            <a:ext cx="1159094" cy="1162182"/>
            <a:chOff x="1674750" y="3254050"/>
            <a:chExt cx="294575" cy="295375"/>
          </a:xfrm>
        </p:grpSpPr>
        <p:sp>
          <p:nvSpPr>
            <p:cNvPr id="1638" name="Google Shape;1638;p8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accent2"/>
            </a:solidFill>
            <a:ln>
              <a:noFill/>
            </a:ln>
          </p:spPr>
          <p:txBody>
            <a:bodyPr anchorCtr="0" anchor="ctr" bIns="304325" lIns="304325" spcFirstLastPara="1" rIns="304325" wrap="square" tIns="304325">
              <a:noAutofit/>
            </a:bodyPr>
            <a:lstStyle/>
            <a:p>
              <a:pPr indent="0" lvl="0" marL="0" marR="0" rtl="0" algn="l">
                <a:lnSpc>
                  <a:spcPct val="100000"/>
                </a:lnSpc>
                <a:spcBef>
                  <a:spcPts val="0"/>
                </a:spcBef>
                <a:spcAft>
                  <a:spcPts val="0"/>
                </a:spcAft>
                <a:buClr>
                  <a:srgbClr val="000000"/>
                </a:buClr>
                <a:buSzPts val="4660"/>
                <a:buFont typeface="Arial"/>
                <a:buNone/>
              </a:pPr>
              <a:r>
                <a:t/>
              </a:r>
              <a:endParaRPr b="0" i="0" sz="4660" u="none" cap="none" strike="noStrike">
                <a:solidFill>
                  <a:srgbClr val="000000"/>
                </a:solidFill>
                <a:latin typeface="Arial"/>
                <a:ea typeface="Arial"/>
                <a:cs typeface="Arial"/>
                <a:sym typeface="Arial"/>
              </a:endParaRPr>
            </a:p>
          </p:txBody>
        </p:sp>
        <p:sp>
          <p:nvSpPr>
            <p:cNvPr id="1639" name="Google Shape;1639;p8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accent2"/>
            </a:solidFill>
            <a:ln>
              <a:noFill/>
            </a:ln>
          </p:spPr>
          <p:txBody>
            <a:bodyPr anchorCtr="0" anchor="ctr" bIns="304325" lIns="304325" spcFirstLastPara="1" rIns="304325" wrap="square" tIns="304325">
              <a:noAutofit/>
            </a:bodyPr>
            <a:lstStyle/>
            <a:p>
              <a:pPr indent="0" lvl="0" marL="0" marR="0" rtl="0" algn="l">
                <a:lnSpc>
                  <a:spcPct val="100000"/>
                </a:lnSpc>
                <a:spcBef>
                  <a:spcPts val="0"/>
                </a:spcBef>
                <a:spcAft>
                  <a:spcPts val="0"/>
                </a:spcAft>
                <a:buClr>
                  <a:srgbClr val="000000"/>
                </a:buClr>
                <a:buSzPts val="4660"/>
                <a:buFont typeface="Arial"/>
                <a:buNone/>
              </a:pPr>
              <a:r>
                <a:t/>
              </a:r>
              <a:endParaRPr b="0" i="0" sz="4660" u="none" cap="none" strike="noStrike">
                <a:solidFill>
                  <a:srgbClr val="000000"/>
                </a:solidFill>
                <a:latin typeface="Arial"/>
                <a:ea typeface="Arial"/>
                <a:cs typeface="Arial"/>
                <a:sym typeface="Arial"/>
              </a:endParaRPr>
            </a:p>
          </p:txBody>
        </p:sp>
        <p:sp>
          <p:nvSpPr>
            <p:cNvPr id="1640" name="Google Shape;1640;p8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accent2"/>
            </a:solidFill>
            <a:ln>
              <a:noFill/>
            </a:ln>
          </p:spPr>
          <p:txBody>
            <a:bodyPr anchorCtr="0" anchor="ctr" bIns="304325" lIns="304325" spcFirstLastPara="1" rIns="304325" wrap="square" tIns="304325">
              <a:noAutofit/>
            </a:bodyPr>
            <a:lstStyle/>
            <a:p>
              <a:pPr indent="0" lvl="0" marL="0" marR="0" rtl="0" algn="l">
                <a:lnSpc>
                  <a:spcPct val="100000"/>
                </a:lnSpc>
                <a:spcBef>
                  <a:spcPts val="0"/>
                </a:spcBef>
                <a:spcAft>
                  <a:spcPts val="0"/>
                </a:spcAft>
                <a:buClr>
                  <a:srgbClr val="000000"/>
                </a:buClr>
                <a:buSzPts val="4660"/>
                <a:buFont typeface="Arial"/>
                <a:buNone/>
              </a:pPr>
              <a:r>
                <a:t/>
              </a:r>
              <a:endParaRPr b="0" i="0" sz="4660" u="none" cap="none" strike="noStrike">
                <a:solidFill>
                  <a:srgbClr val="000000"/>
                </a:solidFill>
                <a:latin typeface="Arial"/>
                <a:ea typeface="Arial"/>
                <a:cs typeface="Arial"/>
                <a:sym typeface="Aria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4" name="Shape 1644"/>
        <p:cNvGrpSpPr/>
        <p:nvPr/>
      </p:nvGrpSpPr>
      <p:grpSpPr>
        <a:xfrm>
          <a:off x="0" y="0"/>
          <a:ext cx="0" cy="0"/>
          <a:chOff x="0" y="0"/>
          <a:chExt cx="0" cy="0"/>
        </a:xfrm>
      </p:grpSpPr>
      <p:sp>
        <p:nvSpPr>
          <p:cNvPr id="1645" name="Google Shape;1645;p86"/>
          <p:cNvSpPr txBox="1"/>
          <p:nvPr>
            <p:ph type="title"/>
          </p:nvPr>
        </p:nvSpPr>
        <p:spPr>
          <a:xfrm>
            <a:off x="720000" y="44475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b="1" lang="en-GB" sz="2600">
                <a:latin typeface="Open Sans"/>
                <a:ea typeface="Open Sans"/>
                <a:cs typeface="Open Sans"/>
                <a:sym typeface="Open Sans"/>
              </a:rPr>
              <a:t>Business Impact: Customer Risk Tier</a:t>
            </a:r>
            <a:endParaRPr b="1" sz="2600">
              <a:latin typeface="Open Sans"/>
              <a:ea typeface="Open Sans"/>
              <a:cs typeface="Open Sans"/>
              <a:sym typeface="Open Sans"/>
            </a:endParaRPr>
          </a:p>
        </p:txBody>
      </p:sp>
      <p:graphicFrame>
        <p:nvGraphicFramePr>
          <p:cNvPr id="1646" name="Google Shape;1646;p86"/>
          <p:cNvGraphicFramePr/>
          <p:nvPr/>
        </p:nvGraphicFramePr>
        <p:xfrm>
          <a:off x="1601499" y="1386617"/>
          <a:ext cx="3000000" cy="3000000"/>
        </p:xfrm>
        <a:graphic>
          <a:graphicData uri="http://schemas.openxmlformats.org/drawingml/2006/table">
            <a:tbl>
              <a:tblPr>
                <a:noFill/>
                <a:tableStyleId>{CF7EBC90-D39A-4EA8-BDBE-FA5BE8EE289A}</a:tableStyleId>
              </a:tblPr>
              <a:tblGrid>
                <a:gridCol w="1240425"/>
                <a:gridCol w="1239225"/>
              </a:tblGrid>
              <a:tr h="447575">
                <a:tc>
                  <a:txBody>
                    <a:bodyPr/>
                    <a:lstStyle/>
                    <a:p>
                      <a:pPr indent="0" lvl="0" marL="0" marR="0" rtl="0" algn="l">
                        <a:lnSpc>
                          <a:spcPct val="100000"/>
                        </a:lnSpc>
                        <a:spcBef>
                          <a:spcPts val="0"/>
                        </a:spcBef>
                        <a:spcAft>
                          <a:spcPts val="0"/>
                        </a:spcAft>
                        <a:buClr>
                          <a:srgbClr val="242424"/>
                        </a:buClr>
                        <a:buSzPts val="1200"/>
                        <a:buFont typeface="Arial"/>
                        <a:buNone/>
                      </a:pPr>
                      <a:r>
                        <a:t/>
                      </a:r>
                      <a:endParaRPr sz="1200" u="none" cap="none" strike="noStrike">
                        <a:solidFill>
                          <a:schemeClr val="dk1"/>
                        </a:solidFill>
                        <a:latin typeface="Raleway SemiBold"/>
                        <a:ea typeface="Raleway SemiBold"/>
                        <a:cs typeface="Raleway SemiBold"/>
                        <a:sym typeface="Raleway SemiBold"/>
                      </a:endParaRPr>
                    </a:p>
                  </a:txBody>
                  <a:tcPr marT="0" marB="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b="1" lang="en-GB">
                          <a:solidFill>
                            <a:schemeClr val="dk1"/>
                          </a:solidFill>
                          <a:latin typeface="Open Sans"/>
                          <a:ea typeface="Open Sans"/>
                          <a:cs typeface="Open Sans"/>
                          <a:sym typeface="Open Sans"/>
                        </a:rPr>
                        <a:t>Probability of Fraud</a:t>
                      </a:r>
                      <a:endParaRPr b="1" u="none" cap="none" strike="noStrike">
                        <a:solidFill>
                          <a:schemeClr val="dk1"/>
                        </a:solidFill>
                        <a:latin typeface="Open Sans"/>
                        <a:ea typeface="Open Sans"/>
                        <a:cs typeface="Open Sans"/>
                        <a:sym typeface="Open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02575">
                <a:tc>
                  <a:txBody>
                    <a:bodyPr/>
                    <a:lstStyle/>
                    <a:p>
                      <a:pPr indent="0" lvl="0" marL="0" marR="0" rtl="0" algn="ctr">
                        <a:lnSpc>
                          <a:spcPct val="100000"/>
                        </a:lnSpc>
                        <a:spcBef>
                          <a:spcPts val="0"/>
                        </a:spcBef>
                        <a:spcAft>
                          <a:spcPts val="0"/>
                        </a:spcAft>
                        <a:buClr>
                          <a:srgbClr val="242424"/>
                        </a:buClr>
                        <a:buSzPts val="1200"/>
                        <a:buFont typeface="Arial"/>
                        <a:buNone/>
                      </a:pPr>
                      <a:r>
                        <a:rPr b="1" lang="en-GB">
                          <a:solidFill>
                            <a:schemeClr val="accent3"/>
                          </a:solidFill>
                          <a:latin typeface="Raleway"/>
                          <a:ea typeface="Raleway"/>
                          <a:cs typeface="Raleway"/>
                          <a:sym typeface="Raleway"/>
                        </a:rPr>
                        <a:t>CRITICAL</a:t>
                      </a:r>
                      <a:endParaRPr b="1" u="none" cap="none" strike="noStrike">
                        <a:solidFill>
                          <a:schemeClr val="accent3"/>
                        </a:solidFill>
                        <a:latin typeface="Raleway"/>
                        <a:ea typeface="Raleway"/>
                        <a:cs typeface="Raleway"/>
                        <a:sym typeface="Raleway"/>
                      </a:endParaRPr>
                    </a:p>
                  </a:txBody>
                  <a:tcPr marT="0" marB="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marR="0" rtl="0" algn="ctr">
                        <a:lnSpc>
                          <a:spcPct val="100000"/>
                        </a:lnSpc>
                        <a:spcBef>
                          <a:spcPts val="0"/>
                        </a:spcBef>
                        <a:spcAft>
                          <a:spcPts val="0"/>
                        </a:spcAft>
                        <a:buClr>
                          <a:srgbClr val="000000"/>
                        </a:buClr>
                        <a:buSzPts val="1200"/>
                        <a:buFont typeface="Arial"/>
                        <a:buNone/>
                      </a:pPr>
                      <a:r>
                        <a:rPr b="1" lang="en-GB">
                          <a:solidFill>
                            <a:schemeClr val="dk1"/>
                          </a:solidFill>
                          <a:latin typeface="Open Sans"/>
                          <a:ea typeface="Open Sans"/>
                          <a:cs typeface="Open Sans"/>
                          <a:sym typeface="Open Sans"/>
                        </a:rPr>
                        <a:t>&gt;= 0.5</a:t>
                      </a:r>
                      <a:endParaRPr b="1" u="none" cap="none" strike="noStrike">
                        <a:solidFill>
                          <a:schemeClr val="dk1"/>
                        </a:solidFill>
                        <a:latin typeface="Open Sans"/>
                        <a:ea typeface="Open Sans"/>
                        <a:cs typeface="Open Sans"/>
                        <a:sym typeface="Open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02550">
                <a:tc>
                  <a:txBody>
                    <a:bodyPr/>
                    <a:lstStyle/>
                    <a:p>
                      <a:pPr indent="0" lvl="0" marL="0" marR="0" rtl="0" algn="ctr">
                        <a:lnSpc>
                          <a:spcPct val="100000"/>
                        </a:lnSpc>
                        <a:spcBef>
                          <a:spcPts val="0"/>
                        </a:spcBef>
                        <a:spcAft>
                          <a:spcPts val="0"/>
                        </a:spcAft>
                        <a:buClr>
                          <a:srgbClr val="242424"/>
                        </a:buClr>
                        <a:buSzPts val="1200"/>
                        <a:buFont typeface="Arial"/>
                        <a:buNone/>
                      </a:pPr>
                      <a:r>
                        <a:rPr b="1" lang="en-GB" u="none" cap="none" strike="noStrike">
                          <a:solidFill>
                            <a:schemeClr val="accent3"/>
                          </a:solidFill>
                          <a:latin typeface="Raleway"/>
                          <a:ea typeface="Raleway"/>
                          <a:cs typeface="Raleway"/>
                          <a:sym typeface="Raleway"/>
                        </a:rPr>
                        <a:t>HIGH</a:t>
                      </a:r>
                      <a:endParaRPr b="1" u="none" cap="none" strike="noStrike">
                        <a:solidFill>
                          <a:schemeClr val="accent3"/>
                        </a:solidFill>
                        <a:latin typeface="Raleway"/>
                        <a:ea typeface="Raleway"/>
                        <a:cs typeface="Raleway"/>
                        <a:sym typeface="Raleway"/>
                      </a:endParaRPr>
                    </a:p>
                  </a:txBody>
                  <a:tcPr marT="0" marB="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marR="0" rtl="0" algn="ctr">
                        <a:lnSpc>
                          <a:spcPct val="100000"/>
                        </a:lnSpc>
                        <a:spcBef>
                          <a:spcPts val="0"/>
                        </a:spcBef>
                        <a:spcAft>
                          <a:spcPts val="0"/>
                        </a:spcAft>
                        <a:buClr>
                          <a:srgbClr val="000000"/>
                        </a:buClr>
                        <a:buSzPts val="1200"/>
                        <a:buFont typeface="Arial"/>
                        <a:buNone/>
                      </a:pPr>
                      <a:r>
                        <a:rPr b="1" lang="en-GB">
                          <a:solidFill>
                            <a:schemeClr val="dk1"/>
                          </a:solidFill>
                          <a:latin typeface="Open Sans"/>
                          <a:ea typeface="Open Sans"/>
                          <a:cs typeface="Open Sans"/>
                          <a:sym typeface="Open Sans"/>
                        </a:rPr>
                        <a:t>&gt;= 0.35</a:t>
                      </a:r>
                      <a:endParaRPr b="1" u="none" cap="none" strike="noStrike">
                        <a:solidFill>
                          <a:schemeClr val="dk1"/>
                        </a:solidFill>
                        <a:latin typeface="Open Sans"/>
                        <a:ea typeface="Open Sans"/>
                        <a:cs typeface="Open Sans"/>
                        <a:sym typeface="Open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01075">
                <a:tc>
                  <a:txBody>
                    <a:bodyPr/>
                    <a:lstStyle/>
                    <a:p>
                      <a:pPr indent="0" lvl="0" marL="0" marR="0" rtl="0" algn="ctr">
                        <a:lnSpc>
                          <a:spcPct val="100000"/>
                        </a:lnSpc>
                        <a:spcBef>
                          <a:spcPts val="0"/>
                        </a:spcBef>
                        <a:spcAft>
                          <a:spcPts val="0"/>
                        </a:spcAft>
                        <a:buClr>
                          <a:srgbClr val="242424"/>
                        </a:buClr>
                        <a:buSzPts val="1200"/>
                        <a:buFont typeface="Arial"/>
                        <a:buNone/>
                      </a:pPr>
                      <a:r>
                        <a:rPr b="1" lang="en-GB" u="none" cap="none" strike="noStrike">
                          <a:solidFill>
                            <a:schemeClr val="dk1"/>
                          </a:solidFill>
                          <a:latin typeface="Raleway"/>
                          <a:ea typeface="Raleway"/>
                          <a:cs typeface="Raleway"/>
                          <a:sym typeface="Raleway"/>
                        </a:rPr>
                        <a:t>MEDIUM</a:t>
                      </a:r>
                      <a:endParaRPr b="1" u="none" cap="none" strike="noStrike">
                        <a:solidFill>
                          <a:schemeClr val="dk1"/>
                        </a:solidFill>
                        <a:latin typeface="Raleway"/>
                        <a:ea typeface="Raleway"/>
                        <a:cs typeface="Raleway"/>
                        <a:sym typeface="Raleway"/>
                      </a:endParaRPr>
                    </a:p>
                  </a:txBody>
                  <a:tcPr marT="0" marB="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200"/>
                        <a:buFont typeface="Arial"/>
                        <a:buNone/>
                      </a:pPr>
                      <a:r>
                        <a:rPr b="1" lang="en-GB">
                          <a:solidFill>
                            <a:schemeClr val="dk1"/>
                          </a:solidFill>
                          <a:latin typeface="Open Sans"/>
                          <a:ea typeface="Open Sans"/>
                          <a:cs typeface="Open Sans"/>
                          <a:sym typeface="Open Sans"/>
                        </a:rPr>
                        <a:t>&gt;= 0.25</a:t>
                      </a:r>
                      <a:endParaRPr b="1" u="none" cap="none" strike="noStrike">
                        <a:solidFill>
                          <a:schemeClr val="dk1"/>
                        </a:solidFill>
                        <a:latin typeface="Open Sans"/>
                        <a:ea typeface="Open Sans"/>
                        <a:cs typeface="Open Sans"/>
                        <a:sym typeface="Open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97950">
                <a:tc>
                  <a:txBody>
                    <a:bodyPr/>
                    <a:lstStyle/>
                    <a:p>
                      <a:pPr indent="0" lvl="0" marL="0" marR="0" rtl="0" algn="ctr">
                        <a:lnSpc>
                          <a:spcPct val="100000"/>
                        </a:lnSpc>
                        <a:spcBef>
                          <a:spcPts val="0"/>
                        </a:spcBef>
                        <a:spcAft>
                          <a:spcPts val="0"/>
                        </a:spcAft>
                        <a:buClr>
                          <a:srgbClr val="242424"/>
                        </a:buClr>
                        <a:buSzPts val="1200"/>
                        <a:buFont typeface="Arial"/>
                        <a:buNone/>
                      </a:pPr>
                      <a:r>
                        <a:rPr b="1" lang="en-GB">
                          <a:solidFill>
                            <a:schemeClr val="accent3"/>
                          </a:solidFill>
                          <a:latin typeface="Raleway"/>
                          <a:ea typeface="Raleway"/>
                          <a:cs typeface="Raleway"/>
                          <a:sym typeface="Raleway"/>
                        </a:rPr>
                        <a:t>LOW</a:t>
                      </a:r>
                      <a:endParaRPr b="1" u="none" cap="none" strike="noStrike">
                        <a:solidFill>
                          <a:schemeClr val="accent3"/>
                        </a:solidFill>
                        <a:latin typeface="Raleway"/>
                        <a:ea typeface="Raleway"/>
                        <a:cs typeface="Raleway"/>
                        <a:sym typeface="Raleway"/>
                      </a:endParaRPr>
                    </a:p>
                  </a:txBody>
                  <a:tcPr marT="0" marB="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200"/>
                        <a:buFont typeface="Arial"/>
                        <a:buNone/>
                      </a:pPr>
                      <a:r>
                        <a:rPr b="1" lang="en-GB">
                          <a:solidFill>
                            <a:schemeClr val="dk1"/>
                          </a:solidFill>
                          <a:latin typeface="Open Sans"/>
                          <a:ea typeface="Open Sans"/>
                          <a:cs typeface="Open Sans"/>
                          <a:sym typeface="Open Sans"/>
                        </a:rPr>
                        <a:t>&gt;= 0.15</a:t>
                      </a:r>
                      <a:endParaRPr b="1" u="none" cap="none" strike="noStrike">
                        <a:solidFill>
                          <a:schemeClr val="dk1"/>
                        </a:solidFill>
                        <a:latin typeface="Open Sans"/>
                        <a:ea typeface="Open Sans"/>
                        <a:cs typeface="Open Sans"/>
                        <a:sym typeface="Open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44375">
                <a:tc>
                  <a:txBody>
                    <a:bodyPr/>
                    <a:lstStyle/>
                    <a:p>
                      <a:pPr indent="0" lvl="0" marL="0" marR="0" rtl="0" algn="ctr">
                        <a:lnSpc>
                          <a:spcPct val="100000"/>
                        </a:lnSpc>
                        <a:spcBef>
                          <a:spcPts val="0"/>
                        </a:spcBef>
                        <a:spcAft>
                          <a:spcPts val="0"/>
                        </a:spcAft>
                        <a:buClr>
                          <a:srgbClr val="242424"/>
                        </a:buClr>
                        <a:buSzPts val="1200"/>
                        <a:buFont typeface="Arial"/>
                        <a:buNone/>
                      </a:pPr>
                      <a:r>
                        <a:rPr b="1" lang="en-GB">
                          <a:solidFill>
                            <a:schemeClr val="accent3"/>
                          </a:solidFill>
                          <a:latin typeface="Raleway"/>
                          <a:ea typeface="Raleway"/>
                          <a:cs typeface="Raleway"/>
                          <a:sym typeface="Raleway"/>
                        </a:rPr>
                        <a:t>VERY LOW</a:t>
                      </a:r>
                      <a:endParaRPr b="1" u="none" cap="none" strike="noStrike">
                        <a:solidFill>
                          <a:schemeClr val="accent3"/>
                        </a:solidFill>
                        <a:latin typeface="Raleway"/>
                        <a:ea typeface="Raleway"/>
                        <a:cs typeface="Raleway"/>
                        <a:sym typeface="Raleway"/>
                      </a:endParaRPr>
                    </a:p>
                  </a:txBody>
                  <a:tcPr marT="0" marB="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200"/>
                        <a:buFont typeface="Arial"/>
                        <a:buNone/>
                      </a:pPr>
                      <a:r>
                        <a:rPr b="1" lang="en-GB">
                          <a:solidFill>
                            <a:schemeClr val="dk1"/>
                          </a:solidFill>
                          <a:latin typeface="Open Sans"/>
                          <a:ea typeface="Open Sans"/>
                          <a:cs typeface="Open Sans"/>
                          <a:sym typeface="Open Sans"/>
                        </a:rPr>
                        <a:t>&lt; 0.15</a:t>
                      </a:r>
                      <a:endParaRPr b="1" u="none" cap="none" strike="noStrike">
                        <a:solidFill>
                          <a:schemeClr val="dk1"/>
                        </a:solidFill>
                        <a:latin typeface="Open Sans"/>
                        <a:ea typeface="Open Sans"/>
                        <a:cs typeface="Open Sans"/>
                        <a:sym typeface="Open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1647" name="Google Shape;1647;p86"/>
          <p:cNvSpPr/>
          <p:nvPr/>
        </p:nvSpPr>
        <p:spPr>
          <a:xfrm rot="-1055">
            <a:off x="624450" y="1834508"/>
            <a:ext cx="977100" cy="2447400"/>
          </a:xfrm>
          <a:prstGeom prst="rect">
            <a:avLst/>
          </a:prstGeom>
          <a:noFill/>
          <a:ln cap="flat" cmpd="sng" w="9525">
            <a:solidFill>
              <a:schemeClr val="dk1"/>
            </a:solidFill>
            <a:prstDash val="solid"/>
            <a:round/>
            <a:headEnd len="sm" w="sm" type="none"/>
            <a:tailEnd len="sm" w="sm" type="none"/>
          </a:ln>
        </p:spPr>
        <p:txBody>
          <a:bodyPr anchorCtr="0" anchor="ctr" bIns="45700" lIns="45700" spcFirstLastPara="1" rIns="45700"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lang="en-GB" sz="1800">
                <a:solidFill>
                  <a:schemeClr val="dk1"/>
                </a:solidFill>
                <a:latin typeface="Raleway SemiBold"/>
                <a:ea typeface="Raleway SemiBold"/>
                <a:cs typeface="Raleway SemiBold"/>
                <a:sym typeface="Raleway SemiBold"/>
              </a:rPr>
              <a:t>Risk of Fraud</a:t>
            </a:r>
            <a:endParaRPr b="0" i="0" sz="1800" u="none" cap="none" strike="noStrike">
              <a:solidFill>
                <a:schemeClr val="dk1"/>
              </a:solidFill>
              <a:latin typeface="Raleway SemiBold"/>
              <a:ea typeface="Raleway SemiBold"/>
              <a:cs typeface="Raleway SemiBold"/>
              <a:sym typeface="Raleway SemiBold"/>
            </a:endParaRPr>
          </a:p>
        </p:txBody>
      </p:sp>
      <p:sp>
        <p:nvSpPr>
          <p:cNvPr id="1648" name="Google Shape;1648;p86"/>
          <p:cNvSpPr txBox="1"/>
          <p:nvPr>
            <p:ph idx="4294967295" type="subTitle"/>
          </p:nvPr>
        </p:nvSpPr>
        <p:spPr>
          <a:xfrm>
            <a:off x="5218450" y="1386625"/>
            <a:ext cx="3515100" cy="1006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GB" sz="1400"/>
              <a:t>Classify customers based on the risk of them committing Fraud</a:t>
            </a:r>
            <a:endParaRPr b="1" sz="1400"/>
          </a:p>
        </p:txBody>
      </p:sp>
      <p:sp>
        <p:nvSpPr>
          <p:cNvPr id="1649" name="Google Shape;1649;p86"/>
          <p:cNvSpPr/>
          <p:nvPr/>
        </p:nvSpPr>
        <p:spPr>
          <a:xfrm>
            <a:off x="4492750" y="1603375"/>
            <a:ext cx="573300" cy="573300"/>
          </a:xfrm>
          <a:prstGeom prst="roundRect">
            <a:avLst>
              <a:gd fmla="val 31579" name="adj"/>
            </a:avLst>
          </a:prstGeom>
          <a:noFill/>
          <a:ln cap="flat" cmpd="sng" w="11750">
            <a:solidFill>
              <a:schemeClr val="dk1"/>
            </a:solidFill>
            <a:prstDash val="solid"/>
            <a:round/>
            <a:headEnd len="sm" w="sm" type="none"/>
            <a:tailEnd len="sm" w="sm" type="none"/>
          </a:ln>
        </p:spPr>
        <p:txBody>
          <a:bodyPr anchorCtr="0" anchor="ctr" bIns="56300" lIns="56300" spcFirstLastPara="1" rIns="56300" wrap="square" tIns="56300">
            <a:noAutofit/>
          </a:bodyPr>
          <a:lstStyle/>
          <a:p>
            <a:pPr indent="0" lvl="0" marL="0" marR="0" rtl="0" algn="l">
              <a:lnSpc>
                <a:spcPct val="100000"/>
              </a:lnSpc>
              <a:spcBef>
                <a:spcPts val="0"/>
              </a:spcBef>
              <a:spcAft>
                <a:spcPts val="0"/>
              </a:spcAft>
              <a:buClr>
                <a:srgbClr val="000000"/>
              </a:buClr>
              <a:buSzPts val="862"/>
              <a:buFont typeface="Arial"/>
              <a:buNone/>
            </a:pPr>
            <a:r>
              <a:t/>
            </a:r>
            <a:endParaRPr b="0" i="0" sz="862" u="none" cap="none" strike="noStrike">
              <a:solidFill>
                <a:srgbClr val="000000"/>
              </a:solidFill>
              <a:latin typeface="Arial"/>
              <a:ea typeface="Arial"/>
              <a:cs typeface="Arial"/>
              <a:sym typeface="Arial"/>
            </a:endParaRPr>
          </a:p>
        </p:txBody>
      </p:sp>
      <p:sp>
        <p:nvSpPr>
          <p:cNvPr id="1650" name="Google Shape;1650;p86"/>
          <p:cNvSpPr txBox="1"/>
          <p:nvPr>
            <p:ph idx="4294967295" type="subTitle"/>
          </p:nvPr>
        </p:nvSpPr>
        <p:spPr>
          <a:xfrm>
            <a:off x="5218450" y="2762000"/>
            <a:ext cx="3515100" cy="10068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GB" sz="1400"/>
              <a:t>Threshold can be defined by the Utilities Company themselves.</a:t>
            </a:r>
            <a:br>
              <a:rPr lang="en-GB" sz="1400"/>
            </a:br>
            <a:br>
              <a:rPr lang="en-GB" sz="1400"/>
            </a:br>
            <a:r>
              <a:rPr lang="en-GB" sz="1400"/>
              <a:t>Trade-off between Risk and Cost</a:t>
            </a:r>
            <a:endParaRPr b="1" sz="1400"/>
          </a:p>
        </p:txBody>
      </p:sp>
      <p:grpSp>
        <p:nvGrpSpPr>
          <p:cNvPr id="1651" name="Google Shape;1651;p86"/>
          <p:cNvGrpSpPr/>
          <p:nvPr/>
        </p:nvGrpSpPr>
        <p:grpSpPr>
          <a:xfrm>
            <a:off x="4621786" y="1736368"/>
            <a:ext cx="315250" cy="307308"/>
            <a:chOff x="-31817400" y="3910025"/>
            <a:chExt cx="301675" cy="294075"/>
          </a:xfrm>
        </p:grpSpPr>
        <p:sp>
          <p:nvSpPr>
            <p:cNvPr id="1652" name="Google Shape;1652;p86"/>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1"/>
            </a:solidFill>
            <a:ln>
              <a:noFill/>
            </a:ln>
          </p:spPr>
          <p:txBody>
            <a:bodyPr anchorCtr="0" anchor="ctr" bIns="78725" lIns="78725" spcFirstLastPara="1" rIns="78725" wrap="square" tIns="78725">
              <a:noAutofit/>
            </a:bodyPr>
            <a:lstStyle/>
            <a:p>
              <a:pPr indent="0" lvl="0" marL="0" marR="0" rtl="0" algn="l">
                <a:lnSpc>
                  <a:spcPct val="100000"/>
                </a:lnSpc>
                <a:spcBef>
                  <a:spcPts val="0"/>
                </a:spcBef>
                <a:spcAft>
                  <a:spcPts val="0"/>
                </a:spcAft>
                <a:buClr>
                  <a:srgbClr val="000000"/>
                </a:buClr>
                <a:buSzPts val="1206"/>
                <a:buFont typeface="Arial"/>
                <a:buNone/>
              </a:pPr>
              <a:r>
                <a:t/>
              </a:r>
              <a:endParaRPr b="0" i="0" sz="1205" u="none" cap="none" strike="noStrike">
                <a:solidFill>
                  <a:srgbClr val="000000"/>
                </a:solidFill>
                <a:latin typeface="Arial"/>
                <a:ea typeface="Arial"/>
                <a:cs typeface="Arial"/>
                <a:sym typeface="Arial"/>
              </a:endParaRPr>
            </a:p>
          </p:txBody>
        </p:sp>
        <p:sp>
          <p:nvSpPr>
            <p:cNvPr id="1653" name="Google Shape;1653;p86"/>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1"/>
            </a:solidFill>
            <a:ln>
              <a:noFill/>
            </a:ln>
          </p:spPr>
          <p:txBody>
            <a:bodyPr anchorCtr="0" anchor="ctr" bIns="78725" lIns="78725" spcFirstLastPara="1" rIns="78725" wrap="square" tIns="78725">
              <a:noAutofit/>
            </a:bodyPr>
            <a:lstStyle/>
            <a:p>
              <a:pPr indent="0" lvl="0" marL="0" marR="0" rtl="0" algn="l">
                <a:lnSpc>
                  <a:spcPct val="100000"/>
                </a:lnSpc>
                <a:spcBef>
                  <a:spcPts val="0"/>
                </a:spcBef>
                <a:spcAft>
                  <a:spcPts val="0"/>
                </a:spcAft>
                <a:buClr>
                  <a:srgbClr val="000000"/>
                </a:buClr>
                <a:buSzPts val="1206"/>
                <a:buFont typeface="Arial"/>
                <a:buNone/>
              </a:pPr>
              <a:r>
                <a:t/>
              </a:r>
              <a:endParaRPr b="0" i="0" sz="1205" u="none" cap="none" strike="noStrike">
                <a:solidFill>
                  <a:srgbClr val="000000"/>
                </a:solidFill>
                <a:latin typeface="Arial"/>
                <a:ea typeface="Arial"/>
                <a:cs typeface="Arial"/>
                <a:sym typeface="Arial"/>
              </a:endParaRPr>
            </a:p>
          </p:txBody>
        </p:sp>
        <p:sp>
          <p:nvSpPr>
            <p:cNvPr id="1654" name="Google Shape;1654;p86"/>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1"/>
            </a:solidFill>
            <a:ln>
              <a:noFill/>
            </a:ln>
          </p:spPr>
          <p:txBody>
            <a:bodyPr anchorCtr="0" anchor="ctr" bIns="78725" lIns="78725" spcFirstLastPara="1" rIns="78725" wrap="square" tIns="78725">
              <a:noAutofit/>
            </a:bodyPr>
            <a:lstStyle/>
            <a:p>
              <a:pPr indent="0" lvl="0" marL="0" marR="0" rtl="0" algn="l">
                <a:lnSpc>
                  <a:spcPct val="100000"/>
                </a:lnSpc>
                <a:spcBef>
                  <a:spcPts val="0"/>
                </a:spcBef>
                <a:spcAft>
                  <a:spcPts val="0"/>
                </a:spcAft>
                <a:buClr>
                  <a:srgbClr val="000000"/>
                </a:buClr>
                <a:buSzPts val="1206"/>
                <a:buFont typeface="Arial"/>
                <a:buNone/>
              </a:pPr>
              <a:r>
                <a:t/>
              </a:r>
              <a:endParaRPr b="0" i="0" sz="1205" u="none" cap="none" strike="noStrike">
                <a:solidFill>
                  <a:srgbClr val="000000"/>
                </a:solidFill>
                <a:latin typeface="Arial"/>
                <a:ea typeface="Arial"/>
                <a:cs typeface="Arial"/>
                <a:sym typeface="Arial"/>
              </a:endParaRPr>
            </a:p>
          </p:txBody>
        </p:sp>
      </p:grpSp>
      <p:grpSp>
        <p:nvGrpSpPr>
          <p:cNvPr id="1655" name="Google Shape;1655;p86"/>
          <p:cNvGrpSpPr/>
          <p:nvPr/>
        </p:nvGrpSpPr>
        <p:grpSpPr>
          <a:xfrm>
            <a:off x="4492742" y="2979473"/>
            <a:ext cx="573301" cy="571870"/>
            <a:chOff x="-62884425" y="4111775"/>
            <a:chExt cx="317425" cy="316650"/>
          </a:xfrm>
        </p:grpSpPr>
        <p:sp>
          <p:nvSpPr>
            <p:cNvPr id="1656" name="Google Shape;1656;p8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1"/>
            </a:solidFill>
            <a:ln>
              <a:noFill/>
            </a:ln>
          </p:spPr>
          <p:txBody>
            <a:bodyPr anchorCtr="0" anchor="ctr" bIns="142700" lIns="142700" spcFirstLastPara="1" rIns="142700" wrap="square" tIns="142700">
              <a:noAutofit/>
            </a:bodyPr>
            <a:lstStyle/>
            <a:p>
              <a:pPr indent="0" lvl="0" marL="0" marR="0" rtl="0" algn="l">
                <a:lnSpc>
                  <a:spcPct val="100000"/>
                </a:lnSpc>
                <a:spcBef>
                  <a:spcPts val="0"/>
                </a:spcBef>
                <a:spcAft>
                  <a:spcPts val="0"/>
                </a:spcAft>
                <a:buClr>
                  <a:srgbClr val="000000"/>
                </a:buClr>
                <a:buSzPts val="2185"/>
                <a:buFont typeface="Arial"/>
                <a:buNone/>
              </a:pPr>
              <a:r>
                <a:t/>
              </a:r>
              <a:endParaRPr b="0" i="0" sz="2185" u="none" cap="none" strike="noStrike">
                <a:solidFill>
                  <a:srgbClr val="000000"/>
                </a:solidFill>
                <a:latin typeface="Arial"/>
                <a:ea typeface="Arial"/>
                <a:cs typeface="Arial"/>
                <a:sym typeface="Arial"/>
              </a:endParaRPr>
            </a:p>
          </p:txBody>
        </p:sp>
        <p:sp>
          <p:nvSpPr>
            <p:cNvPr id="1657" name="Google Shape;1657;p8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1"/>
            </a:solidFill>
            <a:ln>
              <a:noFill/>
            </a:ln>
          </p:spPr>
          <p:txBody>
            <a:bodyPr anchorCtr="0" anchor="ctr" bIns="142700" lIns="142700" spcFirstLastPara="1" rIns="142700" wrap="square" tIns="142700">
              <a:noAutofit/>
            </a:bodyPr>
            <a:lstStyle/>
            <a:p>
              <a:pPr indent="0" lvl="0" marL="0" marR="0" rtl="0" algn="l">
                <a:lnSpc>
                  <a:spcPct val="100000"/>
                </a:lnSpc>
                <a:spcBef>
                  <a:spcPts val="0"/>
                </a:spcBef>
                <a:spcAft>
                  <a:spcPts val="0"/>
                </a:spcAft>
                <a:buClr>
                  <a:srgbClr val="000000"/>
                </a:buClr>
                <a:buSzPts val="2185"/>
                <a:buFont typeface="Arial"/>
                <a:buNone/>
              </a:pPr>
              <a:r>
                <a:t/>
              </a:r>
              <a:endParaRPr b="0" i="0" sz="2185" u="none" cap="none" strike="noStrike">
                <a:solidFill>
                  <a:srgbClr val="000000"/>
                </a:solidFill>
                <a:latin typeface="Arial"/>
                <a:ea typeface="Arial"/>
                <a:cs typeface="Arial"/>
                <a:sym typeface="Arial"/>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1" name="Shape 1661"/>
        <p:cNvGrpSpPr/>
        <p:nvPr/>
      </p:nvGrpSpPr>
      <p:grpSpPr>
        <a:xfrm>
          <a:off x="0" y="0"/>
          <a:ext cx="0" cy="0"/>
          <a:chOff x="0" y="0"/>
          <a:chExt cx="0" cy="0"/>
        </a:xfrm>
      </p:grpSpPr>
      <p:sp>
        <p:nvSpPr>
          <p:cNvPr id="1662" name="Google Shape;1662;p87"/>
          <p:cNvSpPr txBox="1"/>
          <p:nvPr>
            <p:ph type="title"/>
          </p:nvPr>
        </p:nvSpPr>
        <p:spPr>
          <a:xfrm>
            <a:off x="720000" y="44475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b="1" lang="en-GB" sz="2600">
                <a:latin typeface="Open Sans"/>
                <a:ea typeface="Open Sans"/>
                <a:cs typeface="Open Sans"/>
                <a:sym typeface="Open Sans"/>
              </a:rPr>
              <a:t>Minimise Cost, Maximize Results</a:t>
            </a:r>
            <a:endParaRPr b="1" sz="2600">
              <a:latin typeface="Open Sans"/>
              <a:ea typeface="Open Sans"/>
              <a:cs typeface="Open Sans"/>
              <a:sym typeface="Open Sans"/>
            </a:endParaRPr>
          </a:p>
        </p:txBody>
      </p:sp>
      <p:pic>
        <p:nvPicPr>
          <p:cNvPr id="1663" name="Google Shape;1663;p87"/>
          <p:cNvPicPr preferRelativeResize="0"/>
          <p:nvPr/>
        </p:nvPicPr>
        <p:blipFill>
          <a:blip r:embed="rId3">
            <a:alphaModFix/>
          </a:blip>
          <a:stretch>
            <a:fillRect/>
          </a:stretch>
        </p:blipFill>
        <p:spPr>
          <a:xfrm>
            <a:off x="949100" y="1248875"/>
            <a:ext cx="4833831" cy="3480975"/>
          </a:xfrm>
          <a:prstGeom prst="rect">
            <a:avLst/>
          </a:prstGeom>
          <a:noFill/>
          <a:ln>
            <a:noFill/>
          </a:ln>
        </p:spPr>
      </p:pic>
      <p:sp>
        <p:nvSpPr>
          <p:cNvPr id="1664" name="Google Shape;1664;p87"/>
          <p:cNvSpPr txBox="1"/>
          <p:nvPr>
            <p:ph idx="4294967295" type="title"/>
          </p:nvPr>
        </p:nvSpPr>
        <p:spPr>
          <a:xfrm>
            <a:off x="5593994" y="3157157"/>
            <a:ext cx="3164100" cy="828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200"/>
              <a:buNone/>
            </a:pPr>
            <a:r>
              <a:rPr lang="en-GB"/>
              <a:t>25%</a:t>
            </a:r>
            <a:endParaRPr/>
          </a:p>
        </p:txBody>
      </p:sp>
      <p:sp>
        <p:nvSpPr>
          <p:cNvPr id="1665" name="Google Shape;1665;p87"/>
          <p:cNvSpPr txBox="1"/>
          <p:nvPr>
            <p:ph type="title"/>
          </p:nvPr>
        </p:nvSpPr>
        <p:spPr>
          <a:xfrm>
            <a:off x="5593994" y="1091682"/>
            <a:ext cx="3164100" cy="828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200"/>
              <a:buNone/>
            </a:pPr>
            <a:r>
              <a:rPr lang="en-GB"/>
              <a:t>65%</a:t>
            </a:r>
            <a:endParaRPr/>
          </a:p>
        </p:txBody>
      </p:sp>
      <p:sp>
        <p:nvSpPr>
          <p:cNvPr id="1666" name="Google Shape;1666;p87"/>
          <p:cNvSpPr txBox="1"/>
          <p:nvPr>
            <p:ph idx="4294967295" type="subTitle"/>
          </p:nvPr>
        </p:nvSpPr>
        <p:spPr>
          <a:xfrm>
            <a:off x="5594000" y="1715997"/>
            <a:ext cx="3164100" cy="677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200"/>
              <a:buNone/>
            </a:pPr>
            <a:r>
              <a:rPr b="1" lang="en-GB" sz="1600"/>
              <a:t>Frauds </a:t>
            </a:r>
            <a:br>
              <a:rPr b="1" lang="en-GB" sz="1600"/>
            </a:br>
            <a:r>
              <a:rPr b="1" lang="en-GB" sz="1600"/>
              <a:t>Committed</a:t>
            </a:r>
            <a:endParaRPr b="1" sz="1600"/>
          </a:p>
        </p:txBody>
      </p:sp>
      <p:sp>
        <p:nvSpPr>
          <p:cNvPr id="1667" name="Google Shape;1667;p87"/>
          <p:cNvSpPr txBox="1"/>
          <p:nvPr>
            <p:ph idx="4294967295" type="subTitle"/>
          </p:nvPr>
        </p:nvSpPr>
        <p:spPr>
          <a:xfrm>
            <a:off x="5594000" y="3845722"/>
            <a:ext cx="3164100" cy="677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200"/>
              <a:buNone/>
            </a:pPr>
            <a:r>
              <a:rPr b="1" lang="en-GB" sz="1600"/>
              <a:t>Critical &amp; High Risk Customers</a:t>
            </a:r>
            <a:endParaRPr b="1" sz="1600"/>
          </a:p>
        </p:txBody>
      </p:sp>
      <p:sp>
        <p:nvSpPr>
          <p:cNvPr id="1668" name="Google Shape;1668;p87"/>
          <p:cNvSpPr txBox="1"/>
          <p:nvPr>
            <p:ph idx="4294967295" type="subTitle"/>
          </p:nvPr>
        </p:nvSpPr>
        <p:spPr>
          <a:xfrm>
            <a:off x="5894450" y="2569625"/>
            <a:ext cx="2563200" cy="411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200"/>
              <a:buNone/>
            </a:pPr>
            <a:r>
              <a:rPr b="1" lang="en-GB" sz="1400"/>
              <a:t>in just</a:t>
            </a:r>
            <a:endParaRPr b="1" sz="1400"/>
          </a:p>
        </p:txBody>
      </p:sp>
      <p:sp>
        <p:nvSpPr>
          <p:cNvPr id="1669" name="Google Shape;1669;p87"/>
          <p:cNvSpPr/>
          <p:nvPr/>
        </p:nvSpPr>
        <p:spPr>
          <a:xfrm>
            <a:off x="1202800" y="1359025"/>
            <a:ext cx="844200" cy="16908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70" name="Google Shape;1670;p87"/>
          <p:cNvSpPr txBox="1"/>
          <p:nvPr>
            <p:ph idx="4294967295" type="title"/>
          </p:nvPr>
        </p:nvSpPr>
        <p:spPr>
          <a:xfrm>
            <a:off x="42844" y="1507282"/>
            <a:ext cx="3164100" cy="828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200"/>
              <a:buNone/>
            </a:pPr>
            <a:r>
              <a:rPr lang="en-GB" sz="1600"/>
              <a:t>25%</a:t>
            </a:r>
            <a:endParaRPr sz="1600"/>
          </a:p>
        </p:txBody>
      </p:sp>
      <p:sp>
        <p:nvSpPr>
          <p:cNvPr id="1671" name="Google Shape;1671;p87"/>
          <p:cNvSpPr txBox="1"/>
          <p:nvPr>
            <p:ph idx="4294967295" type="title"/>
          </p:nvPr>
        </p:nvSpPr>
        <p:spPr>
          <a:xfrm>
            <a:off x="3537596" y="3454424"/>
            <a:ext cx="1034400" cy="598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200"/>
              <a:buNone/>
            </a:pPr>
            <a:r>
              <a:rPr lang="en-GB" sz="1600">
                <a:highlight>
                  <a:schemeClr val="lt1"/>
                </a:highlight>
              </a:rPr>
              <a:t>65%</a:t>
            </a:r>
            <a:endParaRPr sz="1600">
              <a:highlight>
                <a:schemeClr val="lt1"/>
              </a:highlight>
            </a:endParaRPr>
          </a:p>
        </p:txBody>
      </p:sp>
      <p:sp>
        <p:nvSpPr>
          <p:cNvPr id="1672" name="Google Shape;1672;p87"/>
          <p:cNvSpPr/>
          <p:nvPr/>
        </p:nvSpPr>
        <p:spPr>
          <a:xfrm>
            <a:off x="3632700" y="3049925"/>
            <a:ext cx="844200" cy="16404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6" name="Shape 1676"/>
        <p:cNvGrpSpPr/>
        <p:nvPr/>
      </p:nvGrpSpPr>
      <p:grpSpPr>
        <a:xfrm>
          <a:off x="0" y="0"/>
          <a:ext cx="0" cy="0"/>
          <a:chOff x="0" y="0"/>
          <a:chExt cx="0" cy="0"/>
        </a:xfrm>
      </p:grpSpPr>
      <p:sp>
        <p:nvSpPr>
          <p:cNvPr id="1677" name="Google Shape;1677;p88"/>
          <p:cNvSpPr txBox="1"/>
          <p:nvPr>
            <p:ph type="title"/>
          </p:nvPr>
        </p:nvSpPr>
        <p:spPr>
          <a:xfrm>
            <a:off x="720000" y="444750"/>
            <a:ext cx="77040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b="1" lang="en-GB" sz="2600">
                <a:latin typeface="Open Sans"/>
                <a:ea typeface="Open Sans"/>
                <a:cs typeface="Open Sans"/>
                <a:sym typeface="Open Sans"/>
              </a:rPr>
              <a:t>Savings thru Fraud Detection</a:t>
            </a:r>
            <a:endParaRPr b="1" sz="2600">
              <a:latin typeface="Open Sans"/>
              <a:ea typeface="Open Sans"/>
              <a:cs typeface="Open Sans"/>
              <a:sym typeface="Open Sans"/>
            </a:endParaRPr>
          </a:p>
        </p:txBody>
      </p:sp>
      <p:sp>
        <p:nvSpPr>
          <p:cNvPr id="1678" name="Google Shape;1678;p88"/>
          <p:cNvSpPr txBox="1"/>
          <p:nvPr>
            <p:ph idx="4294967295" type="title"/>
          </p:nvPr>
        </p:nvSpPr>
        <p:spPr>
          <a:xfrm>
            <a:off x="5318894" y="1215824"/>
            <a:ext cx="3164100" cy="828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200"/>
              <a:buNone/>
            </a:pPr>
            <a:r>
              <a:rPr lang="en-GB"/>
              <a:t>$185,000</a:t>
            </a:r>
            <a:endParaRPr/>
          </a:p>
        </p:txBody>
      </p:sp>
      <p:sp>
        <p:nvSpPr>
          <p:cNvPr id="1679" name="Google Shape;1679;p88"/>
          <p:cNvSpPr txBox="1"/>
          <p:nvPr>
            <p:ph idx="4294967295" type="subTitle"/>
          </p:nvPr>
        </p:nvSpPr>
        <p:spPr>
          <a:xfrm>
            <a:off x="5076400" y="1996850"/>
            <a:ext cx="3290400" cy="828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200"/>
              <a:buNone/>
            </a:pPr>
            <a:r>
              <a:rPr lang="en-GB" sz="1400"/>
              <a:t>Amount Saved by Implementing Model based on </a:t>
            </a:r>
            <a:r>
              <a:rPr b="1" lang="en-GB" sz="1400"/>
              <a:t>Critical + High Risk </a:t>
            </a:r>
            <a:r>
              <a:rPr lang="en-GB" sz="1400"/>
              <a:t>Customers alone</a:t>
            </a:r>
            <a:endParaRPr sz="1400"/>
          </a:p>
        </p:txBody>
      </p:sp>
      <p:pic>
        <p:nvPicPr>
          <p:cNvPr id="1680" name="Google Shape;1680;p88"/>
          <p:cNvPicPr preferRelativeResize="0"/>
          <p:nvPr/>
        </p:nvPicPr>
        <p:blipFill>
          <a:blip r:embed="rId3">
            <a:alphaModFix/>
          </a:blip>
          <a:stretch>
            <a:fillRect/>
          </a:stretch>
        </p:blipFill>
        <p:spPr>
          <a:xfrm>
            <a:off x="866775" y="1156350"/>
            <a:ext cx="3765851" cy="3510049"/>
          </a:xfrm>
          <a:prstGeom prst="rect">
            <a:avLst/>
          </a:prstGeom>
          <a:noFill/>
          <a:ln>
            <a:noFill/>
          </a:ln>
        </p:spPr>
      </p:pic>
      <p:sp>
        <p:nvSpPr>
          <p:cNvPr id="1681" name="Google Shape;1681;p88"/>
          <p:cNvSpPr txBox="1"/>
          <p:nvPr>
            <p:ph idx="4294967295" type="subTitle"/>
          </p:nvPr>
        </p:nvSpPr>
        <p:spPr>
          <a:xfrm>
            <a:off x="5076400" y="3100400"/>
            <a:ext cx="3290400" cy="129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200"/>
              <a:buNone/>
            </a:pPr>
            <a:r>
              <a:rPr lang="en-GB" sz="1400"/>
              <a:t>Should we Maximise Number of Frauds Detected at all cost?</a:t>
            </a:r>
            <a:br>
              <a:rPr lang="en-GB" sz="1400"/>
            </a:br>
            <a:br>
              <a:rPr lang="en-GB" sz="1400"/>
            </a:br>
            <a:br>
              <a:rPr lang="en-GB" sz="1400"/>
            </a:br>
            <a:r>
              <a:rPr lang="en-GB" sz="1400"/>
              <a:t>Diminishing Returns</a:t>
            </a:r>
            <a:endParaRPr sz="1400"/>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5" name="Shape 1685"/>
        <p:cNvGrpSpPr/>
        <p:nvPr/>
      </p:nvGrpSpPr>
      <p:grpSpPr>
        <a:xfrm>
          <a:off x="0" y="0"/>
          <a:ext cx="0" cy="0"/>
          <a:chOff x="0" y="0"/>
          <a:chExt cx="0" cy="0"/>
        </a:xfrm>
      </p:grpSpPr>
      <p:pic>
        <p:nvPicPr>
          <p:cNvPr id="1686" name="Google Shape;1686;p89"/>
          <p:cNvPicPr preferRelativeResize="0"/>
          <p:nvPr/>
        </p:nvPicPr>
        <p:blipFill>
          <a:blip r:embed="rId3">
            <a:alphaModFix/>
          </a:blip>
          <a:stretch>
            <a:fillRect/>
          </a:stretch>
        </p:blipFill>
        <p:spPr>
          <a:xfrm>
            <a:off x="893200" y="1389032"/>
            <a:ext cx="3852000" cy="3193693"/>
          </a:xfrm>
          <a:prstGeom prst="rect">
            <a:avLst/>
          </a:prstGeom>
          <a:noFill/>
          <a:ln>
            <a:noFill/>
          </a:ln>
        </p:spPr>
      </p:pic>
      <p:sp>
        <p:nvSpPr>
          <p:cNvPr id="1687" name="Google Shape;1687;p89"/>
          <p:cNvSpPr txBox="1"/>
          <p:nvPr>
            <p:ph type="title"/>
          </p:nvPr>
        </p:nvSpPr>
        <p:spPr>
          <a:xfrm>
            <a:off x="567700" y="423100"/>
            <a:ext cx="7861200" cy="573300"/>
          </a:xfrm>
          <a:prstGeom prst="rect">
            <a:avLst/>
          </a:prstGeom>
          <a:noFill/>
          <a:ln>
            <a:noFill/>
          </a:ln>
        </p:spPr>
        <p:txBody>
          <a:bodyPr anchorCtr="0" anchor="t" bIns="91425" lIns="91425" spcFirstLastPara="1" rIns="91425" wrap="square" tIns="0">
            <a:noAutofit/>
          </a:bodyPr>
          <a:lstStyle/>
          <a:p>
            <a:pPr indent="0" lvl="0" marL="0" rtl="0" algn="ctr">
              <a:lnSpc>
                <a:spcPct val="100000"/>
              </a:lnSpc>
              <a:spcBef>
                <a:spcPts val="0"/>
              </a:spcBef>
              <a:spcAft>
                <a:spcPts val="0"/>
              </a:spcAft>
              <a:buSzPts val="3200"/>
              <a:buNone/>
            </a:pPr>
            <a:r>
              <a:rPr b="1" lang="en-GB" sz="2600">
                <a:latin typeface="Open Sans"/>
                <a:ea typeface="Open Sans"/>
                <a:cs typeface="Open Sans"/>
                <a:sym typeface="Open Sans"/>
              </a:rPr>
              <a:t>Return of Investment (ROI) - Business Decides</a:t>
            </a:r>
            <a:endParaRPr b="1" sz="2600">
              <a:latin typeface="Open Sans"/>
              <a:ea typeface="Open Sans"/>
              <a:cs typeface="Open Sans"/>
              <a:sym typeface="Open Sans"/>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1" name="Shape 1691"/>
        <p:cNvGrpSpPr/>
        <p:nvPr/>
      </p:nvGrpSpPr>
      <p:grpSpPr>
        <a:xfrm>
          <a:off x="0" y="0"/>
          <a:ext cx="0" cy="0"/>
          <a:chOff x="0" y="0"/>
          <a:chExt cx="0" cy="0"/>
        </a:xfrm>
      </p:grpSpPr>
      <p:sp>
        <p:nvSpPr>
          <p:cNvPr id="1692" name="Google Shape;1692;p90"/>
          <p:cNvSpPr/>
          <p:nvPr/>
        </p:nvSpPr>
        <p:spPr>
          <a:xfrm flipH="1">
            <a:off x="-9600" y="781000"/>
            <a:ext cx="3229200" cy="35910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90"/>
          <p:cNvSpPr/>
          <p:nvPr/>
        </p:nvSpPr>
        <p:spPr>
          <a:xfrm flipH="1">
            <a:off x="-9593" y="-12"/>
            <a:ext cx="3229200" cy="841800"/>
          </a:xfrm>
          <a:prstGeom prst="rect">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94" name="Google Shape;1694;p90"/>
          <p:cNvGrpSpPr/>
          <p:nvPr/>
        </p:nvGrpSpPr>
        <p:grpSpPr>
          <a:xfrm flipH="1">
            <a:off x="-9592" y="4324341"/>
            <a:ext cx="3229222" cy="820210"/>
            <a:chOff x="5914788" y="4092325"/>
            <a:chExt cx="3229222" cy="1032360"/>
          </a:xfrm>
        </p:grpSpPr>
        <p:sp>
          <p:nvSpPr>
            <p:cNvPr id="1695" name="Google Shape;1695;p90"/>
            <p:cNvSpPr/>
            <p:nvPr/>
          </p:nvSpPr>
          <p:spPr>
            <a:xfrm>
              <a:off x="9046392" y="5030625"/>
              <a:ext cx="97591" cy="94060"/>
            </a:xfrm>
            <a:custGeom>
              <a:rect b="b" l="l" r="r" t="t"/>
              <a:pathLst>
                <a:path extrusionOk="0" h="1467" w="1522">
                  <a:moveTo>
                    <a:pt x="1522" y="1"/>
                  </a:moveTo>
                  <a:lnTo>
                    <a:pt x="1" y="1467"/>
                  </a:lnTo>
                  <a:lnTo>
                    <a:pt x="1522" y="1467"/>
                  </a:lnTo>
                  <a:lnTo>
                    <a:pt x="1522"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90"/>
            <p:cNvSpPr/>
            <p:nvPr/>
          </p:nvSpPr>
          <p:spPr>
            <a:xfrm>
              <a:off x="8686560" y="4683876"/>
              <a:ext cx="457432" cy="440808"/>
            </a:xfrm>
            <a:custGeom>
              <a:rect b="b" l="l" r="r" t="t"/>
              <a:pathLst>
                <a:path extrusionOk="0" h="6875" w="7134">
                  <a:moveTo>
                    <a:pt x="7134" y="1"/>
                  </a:moveTo>
                  <a:lnTo>
                    <a:pt x="0" y="6875"/>
                  </a:lnTo>
                  <a:lnTo>
                    <a:pt x="3321" y="6875"/>
                  </a:lnTo>
                  <a:lnTo>
                    <a:pt x="7134" y="3201"/>
                  </a:lnTo>
                  <a:lnTo>
                    <a:pt x="713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90"/>
            <p:cNvSpPr/>
            <p:nvPr/>
          </p:nvSpPr>
          <p:spPr>
            <a:xfrm>
              <a:off x="8899497" y="4889053"/>
              <a:ext cx="244490" cy="235632"/>
            </a:xfrm>
            <a:custGeom>
              <a:rect b="b" l="l" r="r" t="t"/>
              <a:pathLst>
                <a:path extrusionOk="0" h="3675" w="3813">
                  <a:moveTo>
                    <a:pt x="3813" y="1"/>
                  </a:moveTo>
                  <a:lnTo>
                    <a:pt x="0" y="3675"/>
                  </a:lnTo>
                  <a:lnTo>
                    <a:pt x="2292" y="3675"/>
                  </a:lnTo>
                  <a:lnTo>
                    <a:pt x="3813" y="2209"/>
                  </a:lnTo>
                  <a:lnTo>
                    <a:pt x="3813"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90"/>
            <p:cNvSpPr/>
            <p:nvPr/>
          </p:nvSpPr>
          <p:spPr>
            <a:xfrm>
              <a:off x="7966831" y="4092325"/>
              <a:ext cx="1177179" cy="1032356"/>
            </a:xfrm>
            <a:custGeom>
              <a:rect b="b" l="l" r="r" t="t"/>
              <a:pathLst>
                <a:path extrusionOk="0" h="16101" w="18359">
                  <a:moveTo>
                    <a:pt x="16709" y="1"/>
                  </a:moveTo>
                  <a:lnTo>
                    <a:pt x="1" y="16101"/>
                  </a:lnTo>
                  <a:lnTo>
                    <a:pt x="3320" y="16101"/>
                  </a:lnTo>
                  <a:lnTo>
                    <a:pt x="18359" y="1610"/>
                  </a:lnTo>
                  <a:lnTo>
                    <a:pt x="18359"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90"/>
            <p:cNvSpPr/>
            <p:nvPr/>
          </p:nvSpPr>
          <p:spPr>
            <a:xfrm>
              <a:off x="5914788" y="4092325"/>
              <a:ext cx="457432" cy="440808"/>
            </a:xfrm>
            <a:custGeom>
              <a:rect b="b" l="l" r="r" t="t"/>
              <a:pathLst>
                <a:path extrusionOk="0" h="6875" w="7134">
                  <a:moveTo>
                    <a:pt x="3814" y="1"/>
                  </a:moveTo>
                  <a:lnTo>
                    <a:pt x="0" y="3674"/>
                  </a:lnTo>
                  <a:lnTo>
                    <a:pt x="0" y="6874"/>
                  </a:lnTo>
                  <a:lnTo>
                    <a:pt x="7133"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90"/>
            <p:cNvSpPr/>
            <p:nvPr/>
          </p:nvSpPr>
          <p:spPr>
            <a:xfrm>
              <a:off x="7606935" y="4092325"/>
              <a:ext cx="1284388" cy="1032356"/>
            </a:xfrm>
            <a:custGeom>
              <a:rect b="b" l="l" r="r" t="t"/>
              <a:pathLst>
                <a:path extrusionOk="0" h="16101" w="20031">
                  <a:moveTo>
                    <a:pt x="16710" y="1"/>
                  </a:moveTo>
                  <a:lnTo>
                    <a:pt x="0" y="16101"/>
                  </a:lnTo>
                  <a:lnTo>
                    <a:pt x="3321" y="16101"/>
                  </a:lnTo>
                  <a:lnTo>
                    <a:pt x="20030"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 name="Google Shape;1701;p90"/>
            <p:cNvSpPr/>
            <p:nvPr/>
          </p:nvSpPr>
          <p:spPr>
            <a:xfrm>
              <a:off x="5914788" y="4092325"/>
              <a:ext cx="97591" cy="94060"/>
            </a:xfrm>
            <a:custGeom>
              <a:rect b="b" l="l" r="r" t="t"/>
              <a:pathLst>
                <a:path extrusionOk="0" h="1467" w="1522">
                  <a:moveTo>
                    <a:pt x="0" y="1"/>
                  </a:moveTo>
                  <a:lnTo>
                    <a:pt x="0" y="1466"/>
                  </a:lnTo>
                  <a:lnTo>
                    <a:pt x="152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 name="Google Shape;1702;p90"/>
            <p:cNvSpPr/>
            <p:nvPr/>
          </p:nvSpPr>
          <p:spPr>
            <a:xfrm>
              <a:off x="8326728" y="4337127"/>
              <a:ext cx="817274" cy="787555"/>
            </a:xfrm>
            <a:custGeom>
              <a:rect b="b" l="l" r="r" t="t"/>
              <a:pathLst>
                <a:path extrusionOk="0" h="12283" w="12746">
                  <a:moveTo>
                    <a:pt x="12746" y="1"/>
                  </a:moveTo>
                  <a:lnTo>
                    <a:pt x="0" y="12283"/>
                  </a:lnTo>
                  <a:lnTo>
                    <a:pt x="3321" y="12283"/>
                  </a:lnTo>
                  <a:lnTo>
                    <a:pt x="12746" y="3201"/>
                  </a:lnTo>
                  <a:lnTo>
                    <a:pt x="12746"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90"/>
            <p:cNvSpPr/>
            <p:nvPr/>
          </p:nvSpPr>
          <p:spPr>
            <a:xfrm>
              <a:off x="6527310" y="4092325"/>
              <a:ext cx="1284452" cy="1032356"/>
            </a:xfrm>
            <a:custGeom>
              <a:rect b="b" l="l" r="r" t="t"/>
              <a:pathLst>
                <a:path extrusionOk="0" h="16101" w="20032">
                  <a:moveTo>
                    <a:pt x="16710" y="1"/>
                  </a:moveTo>
                  <a:lnTo>
                    <a:pt x="1" y="16101"/>
                  </a:lnTo>
                  <a:lnTo>
                    <a:pt x="3322"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90"/>
            <p:cNvSpPr/>
            <p:nvPr/>
          </p:nvSpPr>
          <p:spPr>
            <a:xfrm>
              <a:off x="7247039" y="4092325"/>
              <a:ext cx="1284452" cy="1032356"/>
            </a:xfrm>
            <a:custGeom>
              <a:rect b="b" l="l" r="r" t="t"/>
              <a:pathLst>
                <a:path extrusionOk="0" h="16101" w="20032">
                  <a:moveTo>
                    <a:pt x="16710" y="1"/>
                  </a:moveTo>
                  <a:lnTo>
                    <a:pt x="1" y="16101"/>
                  </a:lnTo>
                  <a:lnTo>
                    <a:pt x="3322"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90"/>
            <p:cNvSpPr/>
            <p:nvPr/>
          </p:nvSpPr>
          <p:spPr>
            <a:xfrm>
              <a:off x="6887207" y="4092325"/>
              <a:ext cx="1284388" cy="1032356"/>
            </a:xfrm>
            <a:custGeom>
              <a:rect b="b" l="l" r="r" t="t"/>
              <a:pathLst>
                <a:path extrusionOk="0" h="16101" w="20031">
                  <a:moveTo>
                    <a:pt x="16710" y="1"/>
                  </a:moveTo>
                  <a:lnTo>
                    <a:pt x="0" y="16101"/>
                  </a:lnTo>
                  <a:lnTo>
                    <a:pt x="3321"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90"/>
            <p:cNvSpPr/>
            <p:nvPr/>
          </p:nvSpPr>
          <p:spPr>
            <a:xfrm>
              <a:off x="6167478" y="4092325"/>
              <a:ext cx="1284388" cy="1032356"/>
            </a:xfrm>
            <a:custGeom>
              <a:rect b="b" l="l" r="r" t="t"/>
              <a:pathLst>
                <a:path extrusionOk="0" h="16101" w="20031">
                  <a:moveTo>
                    <a:pt x="16710" y="1"/>
                  </a:moveTo>
                  <a:lnTo>
                    <a:pt x="0" y="16101"/>
                  </a:lnTo>
                  <a:lnTo>
                    <a:pt x="3321" y="16101"/>
                  </a:lnTo>
                  <a:lnTo>
                    <a:pt x="200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 name="Google Shape;1707;p90"/>
            <p:cNvSpPr/>
            <p:nvPr/>
          </p:nvSpPr>
          <p:spPr>
            <a:xfrm>
              <a:off x="5914788" y="4092325"/>
              <a:ext cx="1177243" cy="1032356"/>
            </a:xfrm>
            <a:custGeom>
              <a:rect b="b" l="l" r="r" t="t"/>
              <a:pathLst>
                <a:path extrusionOk="0" h="16101" w="18360">
                  <a:moveTo>
                    <a:pt x="15039" y="1"/>
                  </a:moveTo>
                  <a:lnTo>
                    <a:pt x="0" y="14491"/>
                  </a:lnTo>
                  <a:lnTo>
                    <a:pt x="0" y="16101"/>
                  </a:lnTo>
                  <a:lnTo>
                    <a:pt x="1650" y="16101"/>
                  </a:lnTo>
                  <a:lnTo>
                    <a:pt x="18359"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 name="Google Shape;1708;p90"/>
            <p:cNvSpPr/>
            <p:nvPr/>
          </p:nvSpPr>
          <p:spPr>
            <a:xfrm>
              <a:off x="5914788" y="4092325"/>
              <a:ext cx="817274" cy="787555"/>
            </a:xfrm>
            <a:custGeom>
              <a:rect b="b" l="l" r="r" t="t"/>
              <a:pathLst>
                <a:path extrusionOk="0" h="12283" w="12746">
                  <a:moveTo>
                    <a:pt x="9426" y="1"/>
                  </a:moveTo>
                  <a:lnTo>
                    <a:pt x="0" y="9083"/>
                  </a:lnTo>
                  <a:lnTo>
                    <a:pt x="0" y="12282"/>
                  </a:lnTo>
                  <a:lnTo>
                    <a:pt x="12746"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90"/>
            <p:cNvSpPr/>
            <p:nvPr/>
          </p:nvSpPr>
          <p:spPr>
            <a:xfrm>
              <a:off x="5914788" y="4092325"/>
              <a:ext cx="244554" cy="235632"/>
            </a:xfrm>
            <a:custGeom>
              <a:rect b="b" l="l" r="r" t="t"/>
              <a:pathLst>
                <a:path extrusionOk="0" h="3675" w="3814">
                  <a:moveTo>
                    <a:pt x="1521" y="1"/>
                  </a:moveTo>
                  <a:lnTo>
                    <a:pt x="0" y="1466"/>
                  </a:lnTo>
                  <a:lnTo>
                    <a:pt x="0" y="3674"/>
                  </a:lnTo>
                  <a:lnTo>
                    <a:pt x="381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 name="Google Shape;1710;p90"/>
            <p:cNvSpPr/>
            <p:nvPr/>
          </p:nvSpPr>
          <p:spPr>
            <a:xfrm>
              <a:off x="5914788" y="4092325"/>
              <a:ext cx="604459" cy="582379"/>
            </a:xfrm>
            <a:custGeom>
              <a:rect b="b" l="l" r="r" t="t"/>
              <a:pathLst>
                <a:path extrusionOk="0" h="9083" w="9427">
                  <a:moveTo>
                    <a:pt x="7133" y="1"/>
                  </a:moveTo>
                  <a:lnTo>
                    <a:pt x="0" y="6874"/>
                  </a:lnTo>
                  <a:lnTo>
                    <a:pt x="0" y="9083"/>
                  </a:lnTo>
                  <a:lnTo>
                    <a:pt x="94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90"/>
            <p:cNvSpPr/>
            <p:nvPr/>
          </p:nvSpPr>
          <p:spPr>
            <a:xfrm>
              <a:off x="5914788" y="4092325"/>
              <a:ext cx="964301" cy="929127"/>
            </a:xfrm>
            <a:custGeom>
              <a:rect b="b" l="l" r="r" t="t"/>
              <a:pathLst>
                <a:path extrusionOk="0" h="14491" w="15039">
                  <a:moveTo>
                    <a:pt x="12746" y="1"/>
                  </a:moveTo>
                  <a:lnTo>
                    <a:pt x="0" y="12282"/>
                  </a:lnTo>
                  <a:lnTo>
                    <a:pt x="0" y="14491"/>
                  </a:lnTo>
                  <a:lnTo>
                    <a:pt x="1503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90"/>
            <p:cNvSpPr/>
            <p:nvPr/>
          </p:nvSpPr>
          <p:spPr>
            <a:xfrm>
              <a:off x="6020519"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90"/>
            <p:cNvSpPr/>
            <p:nvPr/>
          </p:nvSpPr>
          <p:spPr>
            <a:xfrm>
              <a:off x="6380415" y="4092325"/>
              <a:ext cx="1218408" cy="1032356"/>
            </a:xfrm>
            <a:custGeom>
              <a:rect b="b" l="l" r="r" t="t"/>
              <a:pathLst>
                <a:path extrusionOk="0" h="16101" w="19002">
                  <a:moveTo>
                    <a:pt x="16710" y="1"/>
                  </a:moveTo>
                  <a:lnTo>
                    <a:pt x="0" y="16101"/>
                  </a:lnTo>
                  <a:lnTo>
                    <a:pt x="2292" y="16101"/>
                  </a:lnTo>
                  <a:lnTo>
                    <a:pt x="1900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 name="Google Shape;1714;p90"/>
            <p:cNvSpPr/>
            <p:nvPr/>
          </p:nvSpPr>
          <p:spPr>
            <a:xfrm>
              <a:off x="6740248"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90"/>
            <p:cNvSpPr/>
            <p:nvPr/>
          </p:nvSpPr>
          <p:spPr>
            <a:xfrm>
              <a:off x="7100144" y="4092325"/>
              <a:ext cx="1218408" cy="1032356"/>
            </a:xfrm>
            <a:custGeom>
              <a:rect b="b" l="l" r="r" t="t"/>
              <a:pathLst>
                <a:path extrusionOk="0" h="16101" w="19002">
                  <a:moveTo>
                    <a:pt x="16710" y="1"/>
                  </a:moveTo>
                  <a:lnTo>
                    <a:pt x="0" y="16101"/>
                  </a:lnTo>
                  <a:lnTo>
                    <a:pt x="2292" y="16101"/>
                  </a:lnTo>
                  <a:lnTo>
                    <a:pt x="1900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90"/>
            <p:cNvSpPr/>
            <p:nvPr/>
          </p:nvSpPr>
          <p:spPr>
            <a:xfrm>
              <a:off x="7459976" y="4092325"/>
              <a:ext cx="1218408" cy="1032356"/>
            </a:xfrm>
            <a:custGeom>
              <a:rect b="b" l="l" r="r" t="t"/>
              <a:pathLst>
                <a:path extrusionOk="0" h="16101" w="19002">
                  <a:moveTo>
                    <a:pt x="16710" y="1"/>
                  </a:moveTo>
                  <a:lnTo>
                    <a:pt x="1" y="16101"/>
                  </a:lnTo>
                  <a:lnTo>
                    <a:pt x="2292"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90"/>
            <p:cNvSpPr/>
            <p:nvPr/>
          </p:nvSpPr>
          <p:spPr>
            <a:xfrm>
              <a:off x="7819808" y="4092325"/>
              <a:ext cx="1218472" cy="1032356"/>
            </a:xfrm>
            <a:custGeom>
              <a:rect b="b" l="l" r="r" t="t"/>
              <a:pathLst>
                <a:path extrusionOk="0" h="16101" w="19003">
                  <a:moveTo>
                    <a:pt x="16710" y="1"/>
                  </a:moveTo>
                  <a:lnTo>
                    <a:pt x="1" y="16101"/>
                  </a:lnTo>
                  <a:lnTo>
                    <a:pt x="2294" y="16101"/>
                  </a:lnTo>
                  <a:lnTo>
                    <a:pt x="19002"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90"/>
            <p:cNvSpPr/>
            <p:nvPr/>
          </p:nvSpPr>
          <p:spPr>
            <a:xfrm>
              <a:off x="8179704" y="4195555"/>
              <a:ext cx="964301" cy="929127"/>
            </a:xfrm>
            <a:custGeom>
              <a:rect b="b" l="l" r="r" t="t"/>
              <a:pathLst>
                <a:path extrusionOk="0" h="14491" w="15039">
                  <a:moveTo>
                    <a:pt x="15039" y="0"/>
                  </a:moveTo>
                  <a:lnTo>
                    <a:pt x="0" y="14491"/>
                  </a:lnTo>
                  <a:lnTo>
                    <a:pt x="2293" y="14491"/>
                  </a:lnTo>
                  <a:lnTo>
                    <a:pt x="15039" y="2209"/>
                  </a:lnTo>
                  <a:lnTo>
                    <a:pt x="1503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90"/>
            <p:cNvSpPr/>
            <p:nvPr/>
          </p:nvSpPr>
          <p:spPr>
            <a:xfrm>
              <a:off x="8539601" y="4542304"/>
              <a:ext cx="604395" cy="582379"/>
            </a:xfrm>
            <a:custGeom>
              <a:rect b="b" l="l" r="r" t="t"/>
              <a:pathLst>
                <a:path extrusionOk="0" h="9083" w="9426">
                  <a:moveTo>
                    <a:pt x="9426" y="1"/>
                  </a:moveTo>
                  <a:lnTo>
                    <a:pt x="1" y="9083"/>
                  </a:lnTo>
                  <a:lnTo>
                    <a:pt x="2292" y="9083"/>
                  </a:lnTo>
                  <a:lnTo>
                    <a:pt x="9426" y="2209"/>
                  </a:lnTo>
                  <a:lnTo>
                    <a:pt x="942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20" name="Google Shape;1720;p90"/>
          <p:cNvSpPr txBox="1"/>
          <p:nvPr>
            <p:ph type="ctrTitle"/>
          </p:nvPr>
        </p:nvSpPr>
        <p:spPr>
          <a:xfrm>
            <a:off x="4204850" y="535025"/>
            <a:ext cx="3800400" cy="99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5200"/>
              <a:buNone/>
            </a:pPr>
            <a:r>
              <a:rPr lang="en-GB"/>
              <a:t>THANKS!</a:t>
            </a:r>
            <a:endParaRPr/>
          </a:p>
        </p:txBody>
      </p:sp>
      <p:sp>
        <p:nvSpPr>
          <p:cNvPr id="1721" name="Google Shape;1721;p90"/>
          <p:cNvSpPr txBox="1"/>
          <p:nvPr>
            <p:ph idx="1" type="subTitle"/>
          </p:nvPr>
        </p:nvSpPr>
        <p:spPr>
          <a:xfrm>
            <a:off x="4200525" y="1447825"/>
            <a:ext cx="3809400" cy="1190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lt1"/>
              </a:buClr>
              <a:buSzPts val="1100"/>
              <a:buFont typeface="Arial"/>
              <a:buNone/>
            </a:pPr>
            <a:r>
              <a:rPr lang="en-GB"/>
              <a:t>Do you have any questions?</a:t>
            </a:r>
            <a:endParaRPr/>
          </a:p>
          <a:p>
            <a:pPr indent="0" lvl="0" marL="0" rtl="0" algn="ctr">
              <a:lnSpc>
                <a:spcPct val="100000"/>
              </a:lnSpc>
              <a:spcBef>
                <a:spcPts val="1000"/>
              </a:spcBef>
              <a:spcAft>
                <a:spcPts val="0"/>
              </a:spcAft>
              <a:buClr>
                <a:schemeClr val="lt1"/>
              </a:buClr>
              <a:buSzPts val="1100"/>
              <a:buFont typeface="Arial"/>
              <a:buNone/>
            </a:pPr>
            <a:r>
              <a:rPr lang="en-GB"/>
              <a:t>youremail@freepik.com </a:t>
            </a:r>
            <a:endParaRPr/>
          </a:p>
          <a:p>
            <a:pPr indent="0" lvl="0" marL="0" rtl="0" algn="ctr">
              <a:lnSpc>
                <a:spcPct val="100000"/>
              </a:lnSpc>
              <a:spcBef>
                <a:spcPts val="0"/>
              </a:spcBef>
              <a:spcAft>
                <a:spcPts val="0"/>
              </a:spcAft>
              <a:buClr>
                <a:schemeClr val="lt1"/>
              </a:buClr>
              <a:buSzPts val="1100"/>
              <a:buFont typeface="Arial"/>
              <a:buNone/>
            </a:pPr>
            <a:r>
              <a:rPr lang="en-GB"/>
              <a:t>+91  620 421 838 </a:t>
            </a:r>
            <a:endParaRPr/>
          </a:p>
          <a:p>
            <a:pPr indent="0" lvl="0" marL="0" rtl="0" algn="ctr">
              <a:lnSpc>
                <a:spcPct val="100000"/>
              </a:lnSpc>
              <a:spcBef>
                <a:spcPts val="0"/>
              </a:spcBef>
              <a:spcAft>
                <a:spcPts val="0"/>
              </a:spcAft>
              <a:buSzPts val="1200"/>
              <a:buNone/>
            </a:pPr>
            <a:r>
              <a:rPr lang="en-GB"/>
              <a:t>yourwebsite.com</a:t>
            </a:r>
            <a:endParaRPr/>
          </a:p>
        </p:txBody>
      </p:sp>
      <p:sp>
        <p:nvSpPr>
          <p:cNvPr id="1722" name="Google Shape;1722;p90"/>
          <p:cNvSpPr txBox="1"/>
          <p:nvPr/>
        </p:nvSpPr>
        <p:spPr>
          <a:xfrm>
            <a:off x="4200525" y="4286275"/>
            <a:ext cx="3809400" cy="2460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300"/>
              </a:spcBef>
              <a:spcAft>
                <a:spcPts val="0"/>
              </a:spcAft>
              <a:buClr>
                <a:srgbClr val="000000"/>
              </a:buClr>
              <a:buSzPts val="1100"/>
              <a:buFont typeface="Arial"/>
              <a:buNone/>
            </a:pPr>
            <a:r>
              <a:rPr b="1" i="0" lang="en-GB" sz="1100" u="none" cap="none" strike="noStrike">
                <a:solidFill>
                  <a:schemeClr val="dk1"/>
                </a:solidFill>
                <a:latin typeface="Open Sans"/>
                <a:ea typeface="Open Sans"/>
                <a:cs typeface="Open Sans"/>
                <a:sym typeface="Open Sans"/>
              </a:rPr>
              <a:t>Please keep this slide for attribution</a:t>
            </a:r>
            <a:endParaRPr b="1" i="0" sz="1200" u="none" cap="none" strike="noStrike">
              <a:solidFill>
                <a:schemeClr val="dk1"/>
              </a:solidFill>
              <a:latin typeface="Open Sans"/>
              <a:ea typeface="Open Sans"/>
              <a:cs typeface="Open Sans"/>
              <a:sym typeface="Open Sans"/>
            </a:endParaRPr>
          </a:p>
        </p:txBody>
      </p:sp>
      <p:grpSp>
        <p:nvGrpSpPr>
          <p:cNvPr id="1723" name="Google Shape;1723;p90"/>
          <p:cNvGrpSpPr/>
          <p:nvPr/>
        </p:nvGrpSpPr>
        <p:grpSpPr>
          <a:xfrm>
            <a:off x="4682175" y="2815813"/>
            <a:ext cx="588300" cy="588300"/>
            <a:chOff x="4682175" y="2815813"/>
            <a:chExt cx="588300" cy="588300"/>
          </a:xfrm>
        </p:grpSpPr>
        <p:sp>
          <p:nvSpPr>
            <p:cNvPr id="1724" name="Google Shape;1724;p90"/>
            <p:cNvSpPr/>
            <p:nvPr/>
          </p:nvSpPr>
          <p:spPr>
            <a:xfrm>
              <a:off x="4682175" y="2815813"/>
              <a:ext cx="588300" cy="5883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90"/>
            <p:cNvSpPr/>
            <p:nvPr/>
          </p:nvSpPr>
          <p:spPr>
            <a:xfrm>
              <a:off x="4909970" y="2950078"/>
              <a:ext cx="132710" cy="319769"/>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6" name="Google Shape;1726;p90"/>
          <p:cNvGrpSpPr/>
          <p:nvPr/>
        </p:nvGrpSpPr>
        <p:grpSpPr>
          <a:xfrm>
            <a:off x="5434650" y="2815813"/>
            <a:ext cx="588300" cy="588300"/>
            <a:chOff x="5434650" y="2815813"/>
            <a:chExt cx="588300" cy="588300"/>
          </a:xfrm>
        </p:grpSpPr>
        <p:sp>
          <p:nvSpPr>
            <p:cNvPr id="1727" name="Google Shape;1727;p90"/>
            <p:cNvSpPr/>
            <p:nvPr/>
          </p:nvSpPr>
          <p:spPr>
            <a:xfrm>
              <a:off x="5434650" y="2815813"/>
              <a:ext cx="588300" cy="5883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28" name="Google Shape;1728;p90"/>
            <p:cNvGrpSpPr/>
            <p:nvPr/>
          </p:nvGrpSpPr>
          <p:grpSpPr>
            <a:xfrm>
              <a:off x="5591817" y="2973024"/>
              <a:ext cx="273966" cy="273893"/>
              <a:chOff x="935197" y="1793977"/>
              <a:chExt cx="256451" cy="256430"/>
            </a:xfrm>
          </p:grpSpPr>
          <p:sp>
            <p:nvSpPr>
              <p:cNvPr id="1729" name="Google Shape;1729;p9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9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731" name="Google Shape;1731;p90"/>
          <p:cNvGrpSpPr/>
          <p:nvPr/>
        </p:nvGrpSpPr>
        <p:grpSpPr>
          <a:xfrm>
            <a:off x="6187125" y="2815813"/>
            <a:ext cx="588300" cy="588300"/>
            <a:chOff x="6187125" y="2815813"/>
            <a:chExt cx="588300" cy="588300"/>
          </a:xfrm>
        </p:grpSpPr>
        <p:sp>
          <p:nvSpPr>
            <p:cNvPr id="1732" name="Google Shape;1732;p90"/>
            <p:cNvSpPr/>
            <p:nvPr/>
          </p:nvSpPr>
          <p:spPr>
            <a:xfrm>
              <a:off x="6187125" y="2815813"/>
              <a:ext cx="588300" cy="5883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33" name="Google Shape;1733;p90"/>
            <p:cNvGrpSpPr/>
            <p:nvPr/>
          </p:nvGrpSpPr>
          <p:grpSpPr>
            <a:xfrm>
              <a:off x="6367693" y="2985044"/>
              <a:ext cx="227164" cy="249837"/>
              <a:chOff x="1462169" y="1793977"/>
              <a:chExt cx="233156" cy="256427"/>
            </a:xfrm>
          </p:grpSpPr>
          <p:sp>
            <p:nvSpPr>
              <p:cNvPr id="1734" name="Google Shape;1734;p9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9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9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737" name="Google Shape;1737;p90"/>
          <p:cNvGrpSpPr/>
          <p:nvPr/>
        </p:nvGrpSpPr>
        <p:grpSpPr>
          <a:xfrm>
            <a:off x="6939600" y="2815813"/>
            <a:ext cx="588300" cy="588300"/>
            <a:chOff x="6939600" y="2815813"/>
            <a:chExt cx="588300" cy="588300"/>
          </a:xfrm>
        </p:grpSpPr>
        <p:sp>
          <p:nvSpPr>
            <p:cNvPr id="1738" name="Google Shape;1738;p90"/>
            <p:cNvSpPr/>
            <p:nvPr/>
          </p:nvSpPr>
          <p:spPr>
            <a:xfrm>
              <a:off x="6939600" y="2815813"/>
              <a:ext cx="588300" cy="588300"/>
            </a:xfrm>
            <a:prstGeom prst="roundRect">
              <a:avLst>
                <a:gd fmla="val 31579"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90"/>
            <p:cNvSpPr/>
            <p:nvPr/>
          </p:nvSpPr>
          <p:spPr>
            <a:xfrm>
              <a:off x="7080583" y="2985066"/>
              <a:ext cx="306334" cy="249809"/>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0" name="Google Shape;1740;p90"/>
          <p:cNvGrpSpPr/>
          <p:nvPr/>
        </p:nvGrpSpPr>
        <p:grpSpPr>
          <a:xfrm flipH="1" rot="10800000">
            <a:off x="736137" y="1133417"/>
            <a:ext cx="1737764" cy="3190933"/>
            <a:chOff x="-2015525" y="1190673"/>
            <a:chExt cx="1253526" cy="2302260"/>
          </a:xfrm>
        </p:grpSpPr>
        <p:sp>
          <p:nvSpPr>
            <p:cNvPr id="1741" name="Google Shape;1741;p90"/>
            <p:cNvSpPr/>
            <p:nvPr/>
          </p:nvSpPr>
          <p:spPr>
            <a:xfrm>
              <a:off x="-1465824" y="1190673"/>
              <a:ext cx="154224" cy="574880"/>
            </a:xfrm>
            <a:custGeom>
              <a:rect b="b" l="l" r="r" t="t"/>
              <a:pathLst>
                <a:path extrusionOk="0" h="10102" w="2790">
                  <a:moveTo>
                    <a:pt x="0" y="0"/>
                  </a:moveTo>
                  <a:lnTo>
                    <a:pt x="0" y="10102"/>
                  </a:lnTo>
                  <a:lnTo>
                    <a:pt x="2789" y="10102"/>
                  </a:lnTo>
                  <a:lnTo>
                    <a:pt x="2789"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90"/>
            <p:cNvSpPr/>
            <p:nvPr/>
          </p:nvSpPr>
          <p:spPr>
            <a:xfrm>
              <a:off x="-1611576" y="1438143"/>
              <a:ext cx="445682" cy="994066"/>
            </a:xfrm>
            <a:custGeom>
              <a:rect b="b" l="l" r="r" t="t"/>
              <a:pathLst>
                <a:path extrusionOk="0" h="17984" w="8063">
                  <a:moveTo>
                    <a:pt x="2721" y="0"/>
                  </a:moveTo>
                  <a:cubicBezTo>
                    <a:pt x="1220" y="0"/>
                    <a:pt x="0" y="1220"/>
                    <a:pt x="0" y="2721"/>
                  </a:cubicBezTo>
                  <a:lnTo>
                    <a:pt x="0" y="15263"/>
                  </a:lnTo>
                  <a:cubicBezTo>
                    <a:pt x="0" y="16764"/>
                    <a:pt x="1220" y="17983"/>
                    <a:pt x="2721" y="17983"/>
                  </a:cubicBezTo>
                  <a:lnTo>
                    <a:pt x="5342" y="17983"/>
                  </a:lnTo>
                  <a:cubicBezTo>
                    <a:pt x="6843" y="17983"/>
                    <a:pt x="8062" y="16764"/>
                    <a:pt x="8062" y="15263"/>
                  </a:cubicBezTo>
                  <a:lnTo>
                    <a:pt x="8062" y="2721"/>
                  </a:lnTo>
                  <a:cubicBezTo>
                    <a:pt x="8062" y="1220"/>
                    <a:pt x="6843" y="0"/>
                    <a:pt x="534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90"/>
            <p:cNvSpPr/>
            <p:nvPr/>
          </p:nvSpPr>
          <p:spPr>
            <a:xfrm>
              <a:off x="-1286504" y="2353439"/>
              <a:ext cx="241110" cy="1139494"/>
            </a:xfrm>
            <a:custGeom>
              <a:rect b="b" l="l" r="r" t="t"/>
              <a:pathLst>
                <a:path extrusionOk="0" h="20615" w="4362">
                  <a:moveTo>
                    <a:pt x="2181" y="0"/>
                  </a:moveTo>
                  <a:cubicBezTo>
                    <a:pt x="976" y="0"/>
                    <a:pt x="1" y="976"/>
                    <a:pt x="1" y="2181"/>
                  </a:cubicBezTo>
                  <a:lnTo>
                    <a:pt x="1" y="18434"/>
                  </a:lnTo>
                  <a:cubicBezTo>
                    <a:pt x="1" y="19638"/>
                    <a:pt x="976" y="20614"/>
                    <a:pt x="2181" y="20614"/>
                  </a:cubicBezTo>
                  <a:cubicBezTo>
                    <a:pt x="3385" y="20614"/>
                    <a:pt x="4362" y="19638"/>
                    <a:pt x="4362" y="18434"/>
                  </a:cubicBezTo>
                  <a:lnTo>
                    <a:pt x="4362" y="2181"/>
                  </a:lnTo>
                  <a:cubicBezTo>
                    <a:pt x="4362" y="976"/>
                    <a:pt x="3385"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90"/>
            <p:cNvSpPr/>
            <p:nvPr/>
          </p:nvSpPr>
          <p:spPr>
            <a:xfrm>
              <a:off x="-1732130" y="2353439"/>
              <a:ext cx="241165" cy="1139494"/>
            </a:xfrm>
            <a:custGeom>
              <a:rect b="b" l="l" r="r" t="t"/>
              <a:pathLst>
                <a:path extrusionOk="0" h="20615" w="4363">
                  <a:moveTo>
                    <a:pt x="2181" y="0"/>
                  </a:moveTo>
                  <a:cubicBezTo>
                    <a:pt x="978" y="0"/>
                    <a:pt x="1" y="976"/>
                    <a:pt x="1" y="2181"/>
                  </a:cubicBezTo>
                  <a:lnTo>
                    <a:pt x="1" y="18434"/>
                  </a:lnTo>
                  <a:cubicBezTo>
                    <a:pt x="1" y="19638"/>
                    <a:pt x="978" y="20614"/>
                    <a:pt x="2181" y="20614"/>
                  </a:cubicBezTo>
                  <a:cubicBezTo>
                    <a:pt x="3386" y="20614"/>
                    <a:pt x="4362" y="19638"/>
                    <a:pt x="4362" y="18434"/>
                  </a:cubicBezTo>
                  <a:lnTo>
                    <a:pt x="4362" y="2181"/>
                  </a:lnTo>
                  <a:cubicBezTo>
                    <a:pt x="4362" y="976"/>
                    <a:pt x="3386" y="0"/>
                    <a:pt x="21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90"/>
            <p:cNvSpPr/>
            <p:nvPr/>
          </p:nvSpPr>
          <p:spPr>
            <a:xfrm>
              <a:off x="-2015525" y="1996972"/>
              <a:ext cx="1253526" cy="870360"/>
            </a:xfrm>
            <a:custGeom>
              <a:rect b="b" l="l" r="r" t="t"/>
              <a:pathLst>
                <a:path extrusionOk="0" h="15746" w="22678">
                  <a:moveTo>
                    <a:pt x="4332" y="1"/>
                  </a:moveTo>
                  <a:cubicBezTo>
                    <a:pt x="1940" y="1"/>
                    <a:pt x="1" y="1940"/>
                    <a:pt x="1" y="4332"/>
                  </a:cubicBezTo>
                  <a:lnTo>
                    <a:pt x="1" y="15745"/>
                  </a:lnTo>
                  <a:lnTo>
                    <a:pt x="22678" y="15745"/>
                  </a:lnTo>
                  <a:lnTo>
                    <a:pt x="22678" y="4332"/>
                  </a:lnTo>
                  <a:cubicBezTo>
                    <a:pt x="22678" y="1940"/>
                    <a:pt x="20739" y="1"/>
                    <a:pt x="18347" y="1"/>
                  </a:cubicBezTo>
                  <a:close/>
                </a:path>
              </a:pathLst>
            </a:custGeom>
            <a:solidFill>
              <a:schemeClr val="lt1"/>
            </a:solidFill>
            <a:ln cap="flat" cmpd="sng" w="13875">
              <a:solidFill>
                <a:schemeClr val="dk1"/>
              </a:solidFill>
              <a:prstDash val="solid"/>
              <a:miter lim="111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90"/>
            <p:cNvSpPr/>
            <p:nvPr/>
          </p:nvSpPr>
          <p:spPr>
            <a:xfrm>
              <a:off x="-1515066" y="2225036"/>
              <a:ext cx="252607" cy="368518"/>
            </a:xfrm>
            <a:custGeom>
              <a:rect b="b" l="l" r="r" t="t"/>
              <a:pathLst>
                <a:path extrusionOk="0" h="6667" w="4570">
                  <a:moveTo>
                    <a:pt x="3250" y="0"/>
                  </a:moveTo>
                  <a:lnTo>
                    <a:pt x="1" y="3925"/>
                  </a:lnTo>
                  <a:lnTo>
                    <a:pt x="2099" y="3925"/>
                  </a:lnTo>
                  <a:lnTo>
                    <a:pt x="949" y="6666"/>
                  </a:lnTo>
                  <a:lnTo>
                    <a:pt x="3250" y="6666"/>
                  </a:lnTo>
                  <a:lnTo>
                    <a:pt x="4570" y="2869"/>
                  </a:lnTo>
                  <a:lnTo>
                    <a:pt x="2777" y="2869"/>
                  </a:lnTo>
                  <a:lnTo>
                    <a:pt x="325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7" name="Google Shape;1747;p90"/>
          <p:cNvGrpSpPr/>
          <p:nvPr/>
        </p:nvGrpSpPr>
        <p:grpSpPr>
          <a:xfrm flipH="1">
            <a:off x="171358" y="127313"/>
            <a:ext cx="2867297" cy="587084"/>
            <a:chOff x="207675" y="127350"/>
            <a:chExt cx="2867297" cy="587084"/>
          </a:xfrm>
        </p:grpSpPr>
        <p:grpSp>
          <p:nvGrpSpPr>
            <p:cNvPr id="1748" name="Google Shape;1748;p90"/>
            <p:cNvGrpSpPr/>
            <p:nvPr/>
          </p:nvGrpSpPr>
          <p:grpSpPr>
            <a:xfrm>
              <a:off x="207675" y="127350"/>
              <a:ext cx="1712411" cy="587084"/>
              <a:chOff x="1722125" y="3637225"/>
              <a:chExt cx="1075500" cy="368725"/>
            </a:xfrm>
          </p:grpSpPr>
          <p:sp>
            <p:nvSpPr>
              <p:cNvPr id="1749" name="Google Shape;1749;p90"/>
              <p:cNvSpPr/>
              <p:nvPr/>
            </p:nvSpPr>
            <p:spPr>
              <a:xfrm>
                <a:off x="1784150" y="3703450"/>
                <a:ext cx="53875" cy="302500"/>
              </a:xfrm>
              <a:custGeom>
                <a:rect b="b" l="l" r="r" t="t"/>
                <a:pathLst>
                  <a:path extrusionOk="0" h="12100" w="2155">
                    <a:moveTo>
                      <a:pt x="1" y="1"/>
                    </a:moveTo>
                    <a:lnTo>
                      <a:pt x="1" y="12099"/>
                    </a:lnTo>
                    <a:lnTo>
                      <a:pt x="2154" y="12099"/>
                    </a:lnTo>
                    <a:lnTo>
                      <a:pt x="215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90"/>
              <p:cNvSpPr/>
              <p:nvPr/>
            </p:nvSpPr>
            <p:spPr>
              <a:xfrm>
                <a:off x="1722125" y="3637225"/>
                <a:ext cx="177925" cy="106100"/>
              </a:xfrm>
              <a:custGeom>
                <a:rect b="b" l="l" r="r" t="t"/>
                <a:pathLst>
                  <a:path extrusionOk="0" h="4244" w="7117">
                    <a:moveTo>
                      <a:pt x="3558" y="1"/>
                    </a:moveTo>
                    <a:lnTo>
                      <a:pt x="0" y="4243"/>
                    </a:lnTo>
                    <a:lnTo>
                      <a:pt x="7117"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90"/>
              <p:cNvSpPr/>
              <p:nvPr/>
            </p:nvSpPr>
            <p:spPr>
              <a:xfrm>
                <a:off x="1964725" y="3637225"/>
                <a:ext cx="53875" cy="302500"/>
              </a:xfrm>
              <a:custGeom>
                <a:rect b="b" l="l" r="r" t="t"/>
                <a:pathLst>
                  <a:path extrusionOk="0" h="12100" w="2155">
                    <a:moveTo>
                      <a:pt x="1" y="1"/>
                    </a:moveTo>
                    <a:lnTo>
                      <a:pt x="1"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90"/>
              <p:cNvSpPr/>
              <p:nvPr/>
            </p:nvSpPr>
            <p:spPr>
              <a:xfrm>
                <a:off x="1902725" y="3899875"/>
                <a:ext cx="177925" cy="106075"/>
              </a:xfrm>
              <a:custGeom>
                <a:rect b="b" l="l" r="r" t="t"/>
                <a:pathLst>
                  <a:path extrusionOk="0" h="4243" w="7117">
                    <a:moveTo>
                      <a:pt x="1" y="0"/>
                    </a:moveTo>
                    <a:lnTo>
                      <a:pt x="3558" y="4242"/>
                    </a:lnTo>
                    <a:lnTo>
                      <a:pt x="71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90"/>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90"/>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90"/>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90"/>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90"/>
              <p:cNvSpPr/>
              <p:nvPr/>
            </p:nvSpPr>
            <p:spPr>
              <a:xfrm>
                <a:off x="25011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90"/>
              <p:cNvSpPr/>
              <p:nvPr/>
            </p:nvSpPr>
            <p:spPr>
              <a:xfrm>
                <a:off x="2439125" y="3637225"/>
                <a:ext cx="177925" cy="106100"/>
              </a:xfrm>
              <a:custGeom>
                <a:rect b="b" l="l" r="r" t="t"/>
                <a:pathLst>
                  <a:path extrusionOk="0" h="4244" w="7117">
                    <a:moveTo>
                      <a:pt x="3558" y="1"/>
                    </a:moveTo>
                    <a:lnTo>
                      <a:pt x="1" y="4243"/>
                    </a:lnTo>
                    <a:lnTo>
                      <a:pt x="7116"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90"/>
              <p:cNvSpPr/>
              <p:nvPr/>
            </p:nvSpPr>
            <p:spPr>
              <a:xfrm>
                <a:off x="2681725" y="3637225"/>
                <a:ext cx="53875" cy="302500"/>
              </a:xfrm>
              <a:custGeom>
                <a:rect b="b" l="l" r="r" t="t"/>
                <a:pathLst>
                  <a:path extrusionOk="0" h="12100" w="2155">
                    <a:moveTo>
                      <a:pt x="0" y="1"/>
                    </a:moveTo>
                    <a:lnTo>
                      <a:pt x="0" y="12099"/>
                    </a:lnTo>
                    <a:lnTo>
                      <a:pt x="2154" y="12099"/>
                    </a:lnTo>
                    <a:lnTo>
                      <a:pt x="2154"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90"/>
              <p:cNvSpPr/>
              <p:nvPr/>
            </p:nvSpPr>
            <p:spPr>
              <a:xfrm>
                <a:off x="2619700" y="3899875"/>
                <a:ext cx="177925" cy="106075"/>
              </a:xfrm>
              <a:custGeom>
                <a:rect b="b" l="l" r="r" t="t"/>
                <a:pathLst>
                  <a:path extrusionOk="0" h="4243" w="7117">
                    <a:moveTo>
                      <a:pt x="1" y="0"/>
                    </a:moveTo>
                    <a:lnTo>
                      <a:pt x="3558" y="4242"/>
                    </a:lnTo>
                    <a:lnTo>
                      <a:pt x="7117"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1" name="Google Shape;1761;p90"/>
            <p:cNvGrpSpPr/>
            <p:nvPr/>
          </p:nvGrpSpPr>
          <p:grpSpPr>
            <a:xfrm>
              <a:off x="1933325" y="127350"/>
              <a:ext cx="1141647" cy="587084"/>
              <a:chOff x="1722125" y="3637225"/>
              <a:chExt cx="717025" cy="368725"/>
            </a:xfrm>
          </p:grpSpPr>
          <p:sp>
            <p:nvSpPr>
              <p:cNvPr id="1762" name="Google Shape;1762;p90"/>
              <p:cNvSpPr/>
              <p:nvPr/>
            </p:nvSpPr>
            <p:spPr>
              <a:xfrm>
                <a:off x="1784150" y="3703450"/>
                <a:ext cx="53875" cy="302500"/>
              </a:xfrm>
              <a:custGeom>
                <a:rect b="b" l="l" r="r" t="t"/>
                <a:pathLst>
                  <a:path extrusionOk="0" h="12100" w="2155">
                    <a:moveTo>
                      <a:pt x="1" y="1"/>
                    </a:moveTo>
                    <a:lnTo>
                      <a:pt x="1" y="12099"/>
                    </a:lnTo>
                    <a:lnTo>
                      <a:pt x="2154" y="12099"/>
                    </a:lnTo>
                    <a:lnTo>
                      <a:pt x="2154"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90"/>
              <p:cNvSpPr/>
              <p:nvPr/>
            </p:nvSpPr>
            <p:spPr>
              <a:xfrm>
                <a:off x="1722125" y="3637225"/>
                <a:ext cx="177925" cy="106100"/>
              </a:xfrm>
              <a:custGeom>
                <a:rect b="b" l="l" r="r" t="t"/>
                <a:pathLst>
                  <a:path extrusionOk="0" h="4244" w="7117">
                    <a:moveTo>
                      <a:pt x="3558" y="1"/>
                    </a:moveTo>
                    <a:lnTo>
                      <a:pt x="0" y="4243"/>
                    </a:lnTo>
                    <a:lnTo>
                      <a:pt x="7117" y="4243"/>
                    </a:lnTo>
                    <a:lnTo>
                      <a:pt x="355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90"/>
              <p:cNvSpPr/>
              <p:nvPr/>
            </p:nvSpPr>
            <p:spPr>
              <a:xfrm>
                <a:off x="1964725" y="3637225"/>
                <a:ext cx="53875" cy="302500"/>
              </a:xfrm>
              <a:custGeom>
                <a:rect b="b" l="l" r="r" t="t"/>
                <a:pathLst>
                  <a:path extrusionOk="0" h="12100" w="2155">
                    <a:moveTo>
                      <a:pt x="1" y="1"/>
                    </a:moveTo>
                    <a:lnTo>
                      <a:pt x="1"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90"/>
              <p:cNvSpPr/>
              <p:nvPr/>
            </p:nvSpPr>
            <p:spPr>
              <a:xfrm>
                <a:off x="1902725" y="3899875"/>
                <a:ext cx="177925" cy="106075"/>
              </a:xfrm>
              <a:custGeom>
                <a:rect b="b" l="l" r="r" t="t"/>
                <a:pathLst>
                  <a:path extrusionOk="0" h="4243" w="7117">
                    <a:moveTo>
                      <a:pt x="1" y="0"/>
                    </a:moveTo>
                    <a:lnTo>
                      <a:pt x="3558" y="4242"/>
                    </a:lnTo>
                    <a:lnTo>
                      <a:pt x="7116"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90"/>
              <p:cNvSpPr/>
              <p:nvPr/>
            </p:nvSpPr>
            <p:spPr>
              <a:xfrm>
                <a:off x="2142625" y="3703450"/>
                <a:ext cx="53900" cy="302500"/>
              </a:xfrm>
              <a:custGeom>
                <a:rect b="b" l="l" r="r" t="t"/>
                <a:pathLst>
                  <a:path extrusionOk="0" h="12100" w="2156">
                    <a:moveTo>
                      <a:pt x="1" y="1"/>
                    </a:moveTo>
                    <a:lnTo>
                      <a:pt x="1" y="12099"/>
                    </a:lnTo>
                    <a:lnTo>
                      <a:pt x="2156" y="12099"/>
                    </a:lnTo>
                    <a:lnTo>
                      <a:pt x="2156"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90"/>
              <p:cNvSpPr/>
              <p:nvPr/>
            </p:nvSpPr>
            <p:spPr>
              <a:xfrm>
                <a:off x="2080625" y="3637225"/>
                <a:ext cx="177925" cy="106100"/>
              </a:xfrm>
              <a:custGeom>
                <a:rect b="b" l="l" r="r" t="t"/>
                <a:pathLst>
                  <a:path extrusionOk="0" h="4244" w="7117">
                    <a:moveTo>
                      <a:pt x="3559" y="1"/>
                    </a:moveTo>
                    <a:lnTo>
                      <a:pt x="0" y="4243"/>
                    </a:lnTo>
                    <a:lnTo>
                      <a:pt x="7116" y="4243"/>
                    </a:lnTo>
                    <a:lnTo>
                      <a:pt x="355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90"/>
              <p:cNvSpPr/>
              <p:nvPr/>
            </p:nvSpPr>
            <p:spPr>
              <a:xfrm>
                <a:off x="2323225" y="3637225"/>
                <a:ext cx="53900" cy="302500"/>
              </a:xfrm>
              <a:custGeom>
                <a:rect b="b" l="l" r="r" t="t"/>
                <a:pathLst>
                  <a:path extrusionOk="0" h="12100" w="2156">
                    <a:moveTo>
                      <a:pt x="0" y="1"/>
                    </a:moveTo>
                    <a:lnTo>
                      <a:pt x="0" y="12099"/>
                    </a:lnTo>
                    <a:lnTo>
                      <a:pt x="2155" y="12099"/>
                    </a:lnTo>
                    <a:lnTo>
                      <a:pt x="2155"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 name="Google Shape;1769;p90"/>
              <p:cNvSpPr/>
              <p:nvPr/>
            </p:nvSpPr>
            <p:spPr>
              <a:xfrm>
                <a:off x="2261200" y="3899875"/>
                <a:ext cx="177950" cy="106075"/>
              </a:xfrm>
              <a:custGeom>
                <a:rect b="b" l="l" r="r" t="t"/>
                <a:pathLst>
                  <a:path extrusionOk="0" h="4243" w="7118">
                    <a:moveTo>
                      <a:pt x="1" y="0"/>
                    </a:moveTo>
                    <a:lnTo>
                      <a:pt x="3559" y="4242"/>
                    </a:lnTo>
                    <a:lnTo>
                      <a:pt x="7118" y="0"/>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3" name="Shape 1773"/>
        <p:cNvGrpSpPr/>
        <p:nvPr/>
      </p:nvGrpSpPr>
      <p:grpSpPr>
        <a:xfrm>
          <a:off x="0" y="0"/>
          <a:ext cx="0" cy="0"/>
          <a:chOff x="0" y="0"/>
          <a:chExt cx="0" cy="0"/>
        </a:xfrm>
      </p:grpSpPr>
      <p:sp>
        <p:nvSpPr>
          <p:cNvPr id="1774" name="Google Shape;1774;p91"/>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GB"/>
              <a:t>Instructions for use</a:t>
            </a:r>
            <a:endParaRPr/>
          </a:p>
        </p:txBody>
      </p:sp>
      <p:sp>
        <p:nvSpPr>
          <p:cNvPr id="1775" name="Google Shape;1775;p91"/>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chemeClr val="lt1"/>
                </a:solidFill>
                <a:latin typeface="Arial"/>
                <a:ea typeface="Arial"/>
                <a:cs typeface="Arial"/>
                <a:sym typeface="Arial"/>
              </a:rPr>
              <a:t>If you have a free account, in order to use this template, you must credit </a:t>
            </a:r>
            <a:r>
              <a:rPr b="1" i="0" lang="en-GB" sz="1100" u="sng" cap="none" strike="noStrike">
                <a:solidFill>
                  <a:schemeClr val="hlink"/>
                </a:solidFill>
                <a:latin typeface="Arial"/>
                <a:ea typeface="Arial"/>
                <a:cs typeface="Arial"/>
                <a:sym typeface="Arial"/>
                <a:hlinkClick r:id="rId3"/>
              </a:rPr>
              <a:t>Slidesgo</a:t>
            </a:r>
            <a:r>
              <a:rPr b="1" i="0" lang="en-GB" sz="1100" u="none" cap="none" strike="noStrike">
                <a:solidFill>
                  <a:schemeClr val="dk2"/>
                </a:solidFill>
                <a:latin typeface="Arial"/>
                <a:ea typeface="Arial"/>
                <a:cs typeface="Arial"/>
                <a:sym typeface="Arial"/>
              </a:rPr>
              <a:t> </a:t>
            </a:r>
            <a:r>
              <a:rPr b="0" i="0" lang="en-GB" sz="1100" u="none" cap="none" strike="noStrike">
                <a:solidFill>
                  <a:schemeClr val="lt1"/>
                </a:solidFill>
                <a:latin typeface="Arial"/>
                <a:ea typeface="Arial"/>
                <a:cs typeface="Arial"/>
                <a:sym typeface="Arial"/>
              </a:rPr>
              <a:t>by keeping the </a:t>
            </a:r>
            <a:r>
              <a:rPr b="1" i="0" lang="en-GB" sz="1100" u="sng" cap="none" strike="noStrike">
                <a:solidFill>
                  <a:schemeClr val="hlink"/>
                </a:solidFill>
                <a:latin typeface="Arial"/>
                <a:ea typeface="Arial"/>
                <a:cs typeface="Arial"/>
                <a:sym typeface="Arial"/>
                <a:hlinkClick action="ppaction://hlinksldjump" r:id="rId4"/>
              </a:rPr>
              <a:t>Thanks</a:t>
            </a:r>
            <a:r>
              <a:rPr b="1" i="0" lang="en-GB" sz="1100" u="none" cap="none" strike="noStrike">
                <a:solidFill>
                  <a:schemeClr val="dk2"/>
                </a:solidFill>
                <a:latin typeface="Arial"/>
                <a:ea typeface="Arial"/>
                <a:cs typeface="Arial"/>
                <a:sym typeface="Arial"/>
              </a:rPr>
              <a:t> </a:t>
            </a:r>
            <a:r>
              <a:rPr b="0" i="0" lang="en-GB" sz="1100" u="none" cap="none" strike="noStrike">
                <a:solidFill>
                  <a:schemeClr val="lt1"/>
                </a:solidFill>
                <a:latin typeface="Arial"/>
                <a:ea typeface="Arial"/>
                <a:cs typeface="Arial"/>
                <a:sym typeface="Arial"/>
              </a:rPr>
              <a:t>slide. Please refer to the next slide to read the instructions for premium users.</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rgbClr val="000000"/>
              </a:buClr>
              <a:buSzPts val="1100"/>
              <a:buFont typeface="Arial"/>
              <a:buNone/>
            </a:pPr>
            <a:r>
              <a:rPr b="1" i="0" lang="en-GB" sz="1100" u="none" cap="none" strike="noStrike">
                <a:solidFill>
                  <a:schemeClr val="dk2"/>
                </a:solidFill>
                <a:latin typeface="Arial"/>
                <a:ea typeface="Arial"/>
                <a:cs typeface="Arial"/>
                <a:sym typeface="Arial"/>
              </a:rPr>
              <a:t>As a Free user, you are allowed to:</a:t>
            </a:r>
            <a:endParaRPr b="1" i="0" sz="1100" u="none" cap="none" strike="noStrike">
              <a:solidFill>
                <a:schemeClr val="dk2"/>
              </a:solidFill>
              <a:latin typeface="Arial"/>
              <a:ea typeface="Arial"/>
              <a:cs typeface="Arial"/>
              <a:sym typeface="Arial"/>
            </a:endParaRPr>
          </a:p>
          <a:p>
            <a:pPr indent="-298450" lvl="0" marL="457200" marR="0" rtl="0" algn="l">
              <a:lnSpc>
                <a:spcPct val="100000"/>
              </a:lnSpc>
              <a:spcBef>
                <a:spcPts val="40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Modify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Use it for both personal and commercial projects.</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400"/>
              </a:spcBef>
              <a:spcAft>
                <a:spcPts val="0"/>
              </a:spcAft>
              <a:buClr>
                <a:srgbClr val="000000"/>
              </a:buClr>
              <a:buSzPts val="1100"/>
              <a:buFont typeface="Arial"/>
              <a:buNone/>
            </a:pPr>
            <a:r>
              <a:rPr b="1" i="0" lang="en-GB" sz="1100" u="none" cap="none" strike="noStrike">
                <a:solidFill>
                  <a:schemeClr val="dk2"/>
                </a:solidFill>
                <a:latin typeface="Arial"/>
                <a:ea typeface="Arial"/>
                <a:cs typeface="Arial"/>
                <a:sym typeface="Arial"/>
              </a:rPr>
              <a:t>You are not allowed to:</a:t>
            </a:r>
            <a:endParaRPr b="1" i="0" sz="1100" u="none" cap="none" strike="noStrike">
              <a:solidFill>
                <a:schemeClr val="dk2"/>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Sublicense, sell or rent any of Slidesgo Content (or a modified version of Slidesgo Content).</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Distribute Slidesgo Content unless it has been expressly authorized by Slidesgo.</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Include Slidesgo Content in an online or offline database or file.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Offer Slidesgo templates (or modified versions of Slidesgo templates) for download.</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Acquire the copyright of Slidesgo Content.</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GB" sz="1100" u="none" cap="none" strike="noStrike">
                <a:solidFill>
                  <a:schemeClr val="lt1"/>
                </a:solidFill>
                <a:latin typeface="Arial"/>
                <a:ea typeface="Arial"/>
                <a:cs typeface="Arial"/>
                <a:sym typeface="Arial"/>
              </a:rPr>
              <a:t>For more information about editing slides, please read our FAQs or visit our blog:</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1" i="0" lang="en-GB" sz="1100" u="sng" cap="none" strike="noStrike">
                <a:solidFill>
                  <a:schemeClr val="hlink"/>
                </a:solidFill>
                <a:latin typeface="Arial"/>
                <a:ea typeface="Arial"/>
                <a:cs typeface="Arial"/>
                <a:sym typeface="Arial"/>
                <a:hlinkClick r:id="rId5"/>
              </a:rPr>
              <a:t>https://slidesgo.com/faqs</a:t>
            </a:r>
            <a:r>
              <a:rPr b="0" i="0" lang="en-GB" sz="1100" u="none" cap="none" strike="noStrike">
                <a:solidFill>
                  <a:schemeClr val="lt1"/>
                </a:solidFill>
                <a:latin typeface="Arial"/>
                <a:ea typeface="Arial"/>
                <a:cs typeface="Arial"/>
                <a:sym typeface="Arial"/>
              </a:rPr>
              <a:t> and </a:t>
            </a:r>
            <a:r>
              <a:rPr b="1" i="0" lang="en-GB" sz="1100" u="sng" cap="none" strike="noStrike">
                <a:solidFill>
                  <a:schemeClr val="hlink"/>
                </a:solidFill>
                <a:latin typeface="Arial"/>
                <a:ea typeface="Arial"/>
                <a:cs typeface="Arial"/>
                <a:sym typeface="Arial"/>
                <a:hlinkClick r:id="rId6"/>
              </a:rPr>
              <a:t>https://slidesgo.com/slidesgo-school</a:t>
            </a:r>
            <a:endParaRPr b="1" i="0" sz="1100" u="none" cap="none" strike="noStrike">
              <a:solidFill>
                <a:schemeClr val="dk2"/>
              </a:solidFill>
              <a:latin typeface="Arial"/>
              <a:ea typeface="Arial"/>
              <a:cs typeface="Arial"/>
              <a:sym typeface="Aria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9" name="Shape 1779"/>
        <p:cNvGrpSpPr/>
        <p:nvPr/>
      </p:nvGrpSpPr>
      <p:grpSpPr>
        <a:xfrm>
          <a:off x="0" y="0"/>
          <a:ext cx="0" cy="0"/>
          <a:chOff x="0" y="0"/>
          <a:chExt cx="0" cy="0"/>
        </a:xfrm>
      </p:grpSpPr>
      <p:sp>
        <p:nvSpPr>
          <p:cNvPr id="1780" name="Google Shape;1780;p92"/>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100"/>
              <a:buFont typeface="Arial"/>
              <a:buNone/>
            </a:pPr>
            <a:r>
              <a:rPr b="0" i="0" lang="en-GB" sz="1100" u="none" cap="none" strike="noStrike">
                <a:solidFill>
                  <a:schemeClr val="lt1"/>
                </a:solidFill>
                <a:latin typeface="Arial"/>
                <a:ea typeface="Arial"/>
                <a:cs typeface="Arial"/>
                <a:sym typeface="Arial"/>
              </a:rPr>
              <a:t>As a Premium user, you can use this template without attributing </a:t>
            </a:r>
            <a:r>
              <a:rPr b="1" i="0" lang="en-GB" sz="1100" u="sng" cap="none" strike="noStrike">
                <a:solidFill>
                  <a:schemeClr val="hlink"/>
                </a:solidFill>
                <a:latin typeface="Arial"/>
                <a:ea typeface="Arial"/>
                <a:cs typeface="Arial"/>
                <a:sym typeface="Arial"/>
                <a:hlinkClick r:id="rId3"/>
              </a:rPr>
              <a:t>Slidesgo</a:t>
            </a:r>
            <a:r>
              <a:rPr b="1" i="0" lang="en-GB" sz="1100" u="none" cap="none" strike="noStrike">
                <a:solidFill>
                  <a:schemeClr val="dk2"/>
                </a:solidFill>
                <a:latin typeface="Arial"/>
                <a:ea typeface="Arial"/>
                <a:cs typeface="Arial"/>
                <a:sym typeface="Arial"/>
              </a:rPr>
              <a:t> </a:t>
            </a:r>
            <a:r>
              <a:rPr b="0" i="0" lang="en-GB" sz="1100" u="none" cap="none" strike="noStrike">
                <a:solidFill>
                  <a:schemeClr val="lt1"/>
                </a:solidFill>
                <a:latin typeface="Arial"/>
                <a:ea typeface="Arial"/>
                <a:cs typeface="Arial"/>
                <a:sym typeface="Arial"/>
              </a:rPr>
              <a:t>or keeping the </a:t>
            </a:r>
            <a:r>
              <a:rPr b="1" i="0" lang="en-GB" sz="1100" u="sng" cap="none" strike="noStrike">
                <a:solidFill>
                  <a:schemeClr val="hlink"/>
                </a:solidFill>
                <a:latin typeface="Arial"/>
                <a:ea typeface="Arial"/>
                <a:cs typeface="Arial"/>
                <a:sym typeface="Arial"/>
                <a:hlinkClick action="ppaction://hlinksldjump" r:id="rId4"/>
              </a:rPr>
              <a:t>Thanks</a:t>
            </a:r>
            <a:r>
              <a:rPr b="0" i="0" lang="en-GB" sz="1100" u="none" cap="none" strike="noStrike">
                <a:solidFill>
                  <a:schemeClr val="lt1"/>
                </a:solidFill>
                <a:latin typeface="Arial"/>
                <a:ea typeface="Arial"/>
                <a:cs typeface="Arial"/>
                <a:sym typeface="Arial"/>
              </a:rPr>
              <a:t> slide.</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rgbClr val="000000"/>
              </a:buClr>
              <a:buSzPts val="1100"/>
              <a:buFont typeface="Arial"/>
              <a:buNone/>
            </a:pPr>
            <a:r>
              <a:rPr b="1" i="0" lang="en-GB" sz="1100" u="none" cap="none" strike="noStrike">
                <a:solidFill>
                  <a:schemeClr val="dk2"/>
                </a:solidFill>
                <a:latin typeface="Arial"/>
                <a:ea typeface="Arial"/>
                <a:cs typeface="Arial"/>
                <a:sym typeface="Arial"/>
              </a:rPr>
              <a:t>You are allowed to:</a:t>
            </a:r>
            <a:endParaRPr b="1" i="0" sz="1100" u="none" cap="none" strike="noStrike">
              <a:solidFill>
                <a:schemeClr val="dk2"/>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Modify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Use it for both personal and commercial purposes.</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Hide or delete the “Thanks” slide and the mention to Slidesgo in the credits.</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Share this template in an editable format with people who are not part of your team.</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rgbClr val="000000"/>
              </a:buClr>
              <a:buSzPts val="1100"/>
              <a:buFont typeface="Arial"/>
              <a:buNone/>
            </a:pPr>
            <a:r>
              <a:rPr b="1" i="0" lang="en-GB" sz="1100" u="none" cap="none" strike="noStrike">
                <a:solidFill>
                  <a:schemeClr val="dk2"/>
                </a:solidFill>
                <a:latin typeface="Arial"/>
                <a:ea typeface="Arial"/>
                <a:cs typeface="Arial"/>
                <a:sym typeface="Arial"/>
              </a:rPr>
              <a:t>You are not allowed to:</a:t>
            </a:r>
            <a:endParaRPr b="1" i="0" sz="1100" u="none" cap="none" strike="noStrike">
              <a:solidFill>
                <a:schemeClr val="dk2"/>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Sublicense, sell or rent this Slidesgo Template (or a modified version of this Slidesgo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Use any of the elements that are part of this Slidesgo Template in an isolated and separated way from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GB" sz="1100" u="none" cap="none" strike="noStrike">
                <a:solidFill>
                  <a:schemeClr val="lt1"/>
                </a:solidFill>
                <a:latin typeface="Arial"/>
                <a:ea typeface="Arial"/>
                <a:cs typeface="Arial"/>
                <a:sym typeface="Arial"/>
              </a:rPr>
              <a:t>Register any of the elements that are part of this template as a trademark or logo, or register it as a work in an intellectual property registry or similar.</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GB" sz="1100" u="none" cap="none" strike="noStrike">
                <a:solidFill>
                  <a:schemeClr val="lt1"/>
                </a:solidFill>
                <a:latin typeface="Arial"/>
                <a:ea typeface="Arial"/>
                <a:cs typeface="Arial"/>
                <a:sym typeface="Arial"/>
              </a:rPr>
              <a:t>For more information about editing slides, please read our FAQs or visit our blog:</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1" i="0" lang="en-GB" sz="1100" u="sng" cap="none" strike="noStrike">
                <a:solidFill>
                  <a:schemeClr val="hlink"/>
                </a:solidFill>
                <a:latin typeface="Arial"/>
                <a:ea typeface="Arial"/>
                <a:cs typeface="Arial"/>
                <a:sym typeface="Arial"/>
                <a:hlinkClick r:id="rId5"/>
              </a:rPr>
              <a:t>https://slidesgo.com/faqs</a:t>
            </a:r>
            <a:r>
              <a:rPr b="0" i="0" lang="en-GB" sz="1100" u="none" cap="none" strike="noStrike">
                <a:solidFill>
                  <a:schemeClr val="lt1"/>
                </a:solidFill>
                <a:latin typeface="Arial"/>
                <a:ea typeface="Arial"/>
                <a:cs typeface="Arial"/>
                <a:sym typeface="Arial"/>
              </a:rPr>
              <a:t> and </a:t>
            </a:r>
            <a:r>
              <a:rPr b="1" i="0" lang="en-GB" sz="1100" u="sng" cap="none" strike="noStrike">
                <a:solidFill>
                  <a:schemeClr val="hlink"/>
                </a:solidFill>
                <a:latin typeface="Arial"/>
                <a:ea typeface="Arial"/>
                <a:cs typeface="Arial"/>
                <a:sym typeface="Arial"/>
                <a:hlinkClick r:id="rId6"/>
              </a:rPr>
              <a:t>https://slidesgo.com/slidesgo-school</a:t>
            </a:r>
            <a:endParaRPr b="1" i="0" sz="1100" u="none" cap="none" strike="noStrike">
              <a:solidFill>
                <a:schemeClr val="dk2"/>
              </a:solidFill>
              <a:latin typeface="Arial"/>
              <a:ea typeface="Arial"/>
              <a:cs typeface="Arial"/>
              <a:sym typeface="Arial"/>
            </a:endParaRPr>
          </a:p>
        </p:txBody>
      </p:sp>
      <p:sp>
        <p:nvSpPr>
          <p:cNvPr id="1781" name="Google Shape;1781;p92"/>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GB"/>
              <a:t>Instructions for use (premium users)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5" name="Shape 1785"/>
        <p:cNvGrpSpPr/>
        <p:nvPr/>
      </p:nvGrpSpPr>
      <p:grpSpPr>
        <a:xfrm>
          <a:off x="0" y="0"/>
          <a:ext cx="0" cy="0"/>
          <a:chOff x="0" y="0"/>
          <a:chExt cx="0" cy="0"/>
        </a:xfrm>
      </p:grpSpPr>
      <p:sp>
        <p:nvSpPr>
          <p:cNvPr id="1786" name="Google Shape;1786;p93"/>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GB" sz="1100" u="none" cap="none" strike="noStrike">
                <a:solidFill>
                  <a:schemeClr val="lt1"/>
                </a:solidFill>
                <a:latin typeface="Arial"/>
                <a:ea typeface="Arial"/>
                <a:cs typeface="Arial"/>
                <a:sym typeface="Arial"/>
              </a:rPr>
              <a:t>This presentation has been made using the following fonts:</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1000"/>
              </a:spcBef>
              <a:spcAft>
                <a:spcPts val="0"/>
              </a:spcAft>
              <a:buClr>
                <a:srgbClr val="000000"/>
              </a:buClr>
              <a:buSzPts val="1100"/>
              <a:buFont typeface="Arial"/>
              <a:buNone/>
            </a:pPr>
            <a:r>
              <a:rPr b="1" i="0" lang="en-GB" sz="1100" u="none" cap="none" strike="noStrike">
                <a:solidFill>
                  <a:schemeClr val="lt1"/>
                </a:solidFill>
                <a:latin typeface="Arial"/>
                <a:ea typeface="Arial"/>
                <a:cs typeface="Arial"/>
                <a:sym typeface="Arial"/>
              </a:rPr>
              <a:t>Raleway</a:t>
            </a:r>
            <a:endParaRPr b="1"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GB" sz="1100" u="none" cap="none" strike="noStrike">
                <a:solidFill>
                  <a:srgbClr val="FFFFFF"/>
                </a:solidFill>
                <a:latin typeface="Arial"/>
                <a:ea typeface="Arial"/>
                <a:cs typeface="Arial"/>
                <a:sym typeface="Arial"/>
              </a:rPr>
              <a:t>(</a:t>
            </a:r>
            <a:r>
              <a:rPr b="0" i="0" lang="en-GB" sz="1100" u="none" cap="none" strike="noStrike">
                <a:solidFill>
                  <a:schemeClr val="hlink"/>
                </a:solidFill>
                <a:uFill>
                  <a:noFill/>
                </a:uFill>
                <a:latin typeface="Arial"/>
                <a:ea typeface="Arial"/>
                <a:cs typeface="Arial"/>
                <a:sym typeface="Arial"/>
                <a:hlinkClick r:id="rId3"/>
              </a:rPr>
              <a:t>https://fonts.google.com/specimen/Raleway</a:t>
            </a:r>
            <a:r>
              <a:rPr b="0" i="0" lang="en-GB" sz="1100" u="none" cap="none" strike="noStrike">
                <a:solidFill>
                  <a:srgbClr val="FFFFFF"/>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1" i="0" lang="en-GB" sz="1100" u="none" cap="none" strike="noStrike">
                <a:solidFill>
                  <a:srgbClr val="FFFFFF"/>
                </a:solidFill>
                <a:latin typeface="Arial"/>
                <a:ea typeface="Arial"/>
                <a:cs typeface="Arial"/>
                <a:sym typeface="Arial"/>
              </a:rPr>
              <a:t>Open Sans</a:t>
            </a:r>
            <a:endParaRPr b="1"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GB" sz="1100" u="none" cap="none" strike="noStrike">
                <a:solidFill>
                  <a:srgbClr val="FFFFFF"/>
                </a:solidFill>
                <a:latin typeface="Arial"/>
                <a:ea typeface="Arial"/>
                <a:cs typeface="Arial"/>
                <a:sym typeface="Arial"/>
              </a:rPr>
              <a:t>(</a:t>
            </a:r>
            <a:r>
              <a:rPr b="0" i="0" lang="en-GB" sz="1100" u="none" cap="none" strike="noStrike">
                <a:solidFill>
                  <a:schemeClr val="hlink"/>
                </a:solidFill>
                <a:uFill>
                  <a:noFill/>
                </a:uFill>
                <a:latin typeface="Arial"/>
                <a:ea typeface="Arial"/>
                <a:cs typeface="Arial"/>
                <a:sym typeface="Arial"/>
                <a:hlinkClick r:id="rId4"/>
              </a:rPr>
              <a:t>https://fonts.google.com/specimen/Open+Sans</a:t>
            </a:r>
            <a:r>
              <a:rPr b="0" i="0" lang="en-GB" sz="1100" u="none" cap="none" strike="noStrike">
                <a:solidFill>
                  <a:srgbClr val="FFFFFF"/>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chemeClr val="lt1"/>
              </a:solidFill>
              <a:latin typeface="Arial"/>
              <a:ea typeface="Arial"/>
              <a:cs typeface="Arial"/>
              <a:sym typeface="Arial"/>
            </a:endParaRPr>
          </a:p>
        </p:txBody>
      </p:sp>
      <p:sp>
        <p:nvSpPr>
          <p:cNvPr id="1787" name="Google Shape;1787;p93"/>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GB"/>
              <a:t>Fonts &amp; colors used</a:t>
            </a:r>
            <a:endParaRPr/>
          </a:p>
        </p:txBody>
      </p:sp>
      <p:sp>
        <p:nvSpPr>
          <p:cNvPr id="1788" name="Google Shape;1788;p93"/>
          <p:cNvSpPr/>
          <p:nvPr/>
        </p:nvSpPr>
        <p:spPr>
          <a:xfrm>
            <a:off x="3114475" y="2947175"/>
            <a:ext cx="791400" cy="754200"/>
          </a:xfrm>
          <a:prstGeom prst="roundRect">
            <a:avLst>
              <a:gd fmla="val 16667" name="adj"/>
            </a:avLst>
          </a:prstGeom>
          <a:solidFill>
            <a:srgbClr val="E8E6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93"/>
          <p:cNvSpPr/>
          <p:nvPr/>
        </p:nvSpPr>
        <p:spPr>
          <a:xfrm>
            <a:off x="4176295" y="2947175"/>
            <a:ext cx="791400" cy="754200"/>
          </a:xfrm>
          <a:prstGeom prst="roundRect">
            <a:avLst>
              <a:gd fmla="val 16667" name="adj"/>
            </a:avLst>
          </a:prstGeom>
          <a:solidFill>
            <a:srgbClr val="FEB5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93"/>
          <p:cNvSpPr/>
          <p:nvPr/>
        </p:nvSpPr>
        <p:spPr>
          <a:xfrm>
            <a:off x="5238114" y="2947175"/>
            <a:ext cx="791400" cy="754200"/>
          </a:xfrm>
          <a:prstGeom prst="roundRect">
            <a:avLst>
              <a:gd fmla="val 16667" name="adj"/>
            </a:avLst>
          </a:prstGeom>
          <a:solidFill>
            <a:srgbClr val="F4612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93"/>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rgbClr val="000000"/>
                </a:solidFill>
                <a:latin typeface="Arial"/>
                <a:ea typeface="Arial"/>
                <a:cs typeface="Arial"/>
                <a:sym typeface="Arial"/>
              </a:rPr>
              <a:t>#e8e6d6</a:t>
            </a:r>
            <a:endParaRPr b="0" i="0" sz="1000" u="none" cap="none" strike="noStrike">
              <a:solidFill>
                <a:srgbClr val="FFFFFF"/>
              </a:solidFill>
              <a:latin typeface="Arial"/>
              <a:ea typeface="Arial"/>
              <a:cs typeface="Arial"/>
              <a:sym typeface="Arial"/>
            </a:endParaRPr>
          </a:p>
        </p:txBody>
      </p:sp>
      <p:sp>
        <p:nvSpPr>
          <p:cNvPr id="1792" name="Google Shape;1792;p93"/>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rgbClr val="000000"/>
                </a:solidFill>
                <a:latin typeface="Arial"/>
                <a:ea typeface="Arial"/>
                <a:cs typeface="Arial"/>
                <a:sym typeface="Arial"/>
              </a:rPr>
              <a:t>#feb530</a:t>
            </a:r>
            <a:endParaRPr b="0" i="0" sz="1000" u="none" cap="none" strike="noStrike">
              <a:solidFill>
                <a:srgbClr val="FFFFFF"/>
              </a:solidFill>
              <a:latin typeface="Arial"/>
              <a:ea typeface="Arial"/>
              <a:cs typeface="Arial"/>
              <a:sym typeface="Arial"/>
            </a:endParaRPr>
          </a:p>
        </p:txBody>
      </p:sp>
      <p:sp>
        <p:nvSpPr>
          <p:cNvPr id="1793" name="Google Shape;1793;p93"/>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rgbClr val="000000"/>
                </a:solidFill>
                <a:latin typeface="Arial"/>
                <a:ea typeface="Arial"/>
                <a:cs typeface="Arial"/>
                <a:sym typeface="Arial"/>
              </a:rPr>
              <a:t>#f46123</a:t>
            </a:r>
            <a:endParaRPr b="0" i="0" sz="1000" u="none" cap="none" strike="noStrike">
              <a:solidFill>
                <a:srgbClr val="FFFFFF"/>
              </a:solidFill>
              <a:latin typeface="Arial"/>
              <a:ea typeface="Arial"/>
              <a:cs typeface="Arial"/>
              <a:sym typeface="Arial"/>
            </a:endParaRPr>
          </a:p>
        </p:txBody>
      </p:sp>
      <p:sp>
        <p:nvSpPr>
          <p:cNvPr id="1794" name="Google Shape;1794;p93"/>
          <p:cNvSpPr/>
          <p:nvPr/>
        </p:nvSpPr>
        <p:spPr>
          <a:xfrm>
            <a:off x="3114475" y="3878275"/>
            <a:ext cx="791400" cy="754200"/>
          </a:xfrm>
          <a:prstGeom prst="roundRect">
            <a:avLst>
              <a:gd fmla="val 16667" name="adj"/>
            </a:avLst>
          </a:prstGeom>
          <a:solidFill>
            <a:srgbClr val="1F8E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93"/>
          <p:cNvSpPr/>
          <p:nvPr/>
        </p:nvSpPr>
        <p:spPr>
          <a:xfrm>
            <a:off x="4176295" y="3878275"/>
            <a:ext cx="791400" cy="754200"/>
          </a:xfrm>
          <a:prstGeom prst="roundRect">
            <a:avLst>
              <a:gd fmla="val 16667" name="adj"/>
            </a:avLst>
          </a:prstGeom>
          <a:solidFill>
            <a:srgbClr val="2E83C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93"/>
          <p:cNvSpPr/>
          <p:nvPr/>
        </p:nvSpPr>
        <p:spPr>
          <a:xfrm>
            <a:off x="5238114" y="387827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93"/>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chemeClr val="lt1"/>
                </a:solidFill>
                <a:latin typeface="Arial"/>
                <a:ea typeface="Arial"/>
                <a:cs typeface="Arial"/>
                <a:sym typeface="Arial"/>
              </a:rPr>
              <a:t>#1f8e2e</a:t>
            </a:r>
            <a:endParaRPr b="0" i="0" sz="1000" u="none" cap="none" strike="noStrike">
              <a:solidFill>
                <a:schemeClr val="lt1"/>
              </a:solidFill>
              <a:latin typeface="Arial"/>
              <a:ea typeface="Arial"/>
              <a:cs typeface="Arial"/>
              <a:sym typeface="Arial"/>
            </a:endParaRPr>
          </a:p>
        </p:txBody>
      </p:sp>
      <p:sp>
        <p:nvSpPr>
          <p:cNvPr id="1798" name="Google Shape;1798;p93"/>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chemeClr val="lt1"/>
                </a:solidFill>
                <a:latin typeface="Arial"/>
                <a:ea typeface="Arial"/>
                <a:cs typeface="Arial"/>
                <a:sym typeface="Arial"/>
              </a:rPr>
              <a:t>#2e83c7</a:t>
            </a:r>
            <a:endParaRPr b="0" i="0" sz="1000" u="none" cap="none" strike="noStrike">
              <a:solidFill>
                <a:schemeClr val="lt1"/>
              </a:solidFill>
              <a:latin typeface="Arial"/>
              <a:ea typeface="Arial"/>
              <a:cs typeface="Arial"/>
              <a:sym typeface="Arial"/>
            </a:endParaRPr>
          </a:p>
        </p:txBody>
      </p:sp>
      <p:sp>
        <p:nvSpPr>
          <p:cNvPr id="1799" name="Google Shape;1799;p93"/>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GB" sz="1000" u="none" cap="none" strike="noStrike">
                <a:solidFill>
                  <a:srgbClr val="FFFFFF"/>
                </a:solidFill>
                <a:latin typeface="Arial"/>
                <a:ea typeface="Arial"/>
                <a:cs typeface="Arial"/>
                <a:sym typeface="Arial"/>
              </a:rPr>
              <a:t>#191919</a:t>
            </a:r>
            <a:endParaRPr b="0" i="0" sz="1000" u="none" cap="none" strike="noStrike">
              <a:solidFill>
                <a:srgbClr val="FFFFFF"/>
              </a:solidFill>
              <a:latin typeface="Arial"/>
              <a:ea typeface="Arial"/>
              <a:cs typeface="Arial"/>
              <a:sym typeface="Aria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3" name="Shape 1803"/>
        <p:cNvGrpSpPr/>
        <p:nvPr/>
      </p:nvGrpSpPr>
      <p:grpSpPr>
        <a:xfrm>
          <a:off x="0" y="0"/>
          <a:ext cx="0" cy="0"/>
          <a:chOff x="0" y="0"/>
          <a:chExt cx="0" cy="0"/>
        </a:xfrm>
      </p:grpSpPr>
      <p:sp>
        <p:nvSpPr>
          <p:cNvPr id="1804" name="Google Shape;1804;p94"/>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GB" sz="1100" u="none" cap="none" strike="noStrike">
                <a:solidFill>
                  <a:schemeClr val="lt1"/>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 </a:t>
            </a:r>
            <a:r>
              <a:rPr b="1" i="0" lang="en-GB" sz="1100" u="none" cap="none" strike="noStrike">
                <a:solidFill>
                  <a:schemeClr val="dk2"/>
                </a:solidFill>
                <a:latin typeface="Arial"/>
                <a:ea typeface="Arial"/>
                <a:cs typeface="Arial"/>
                <a:sym typeface="Arial"/>
              </a:rPr>
              <a:t>h</a:t>
            </a:r>
            <a:r>
              <a:rPr b="1" i="0" lang="en-GB" sz="1100" u="none" cap="none" strike="noStrike">
                <a:solidFill>
                  <a:schemeClr val="hlink"/>
                </a:solidFill>
                <a:uFill>
                  <a:noFill/>
                </a:uFill>
                <a:latin typeface="Arial"/>
                <a:ea typeface="Arial"/>
                <a:cs typeface="Arial"/>
                <a:sym typeface="Arial"/>
                <a:hlinkClick r:id="rId3"/>
              </a:rPr>
              <a:t>ow it works</a:t>
            </a:r>
            <a:r>
              <a:rPr b="0" i="0" lang="en-GB" sz="1100" u="none" cap="none" strike="noStrike">
                <a:solidFill>
                  <a:schemeClr val="hlink"/>
                </a:solidFill>
                <a:uFill>
                  <a:noFill/>
                </a:uFill>
                <a:latin typeface="Arial"/>
                <a:ea typeface="Arial"/>
                <a:cs typeface="Arial"/>
                <a:sym typeface="Arial"/>
                <a:hlinkClick r:id="rId4"/>
              </a:rPr>
              <a:t>.</a:t>
            </a:r>
            <a:endParaRPr b="0" i="0" sz="1100" u="none" cap="none" strike="noStrike">
              <a:solidFill>
                <a:schemeClr val="lt1"/>
              </a:solidFill>
              <a:latin typeface="Arial"/>
              <a:ea typeface="Arial"/>
              <a:cs typeface="Arial"/>
              <a:sym typeface="Arial"/>
            </a:endParaRPr>
          </a:p>
        </p:txBody>
      </p:sp>
      <p:sp>
        <p:nvSpPr>
          <p:cNvPr id="1805" name="Google Shape;1805;p94"/>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GB"/>
              <a:t>Storyset</a:t>
            </a:r>
            <a:endParaRPr/>
          </a:p>
        </p:txBody>
      </p:sp>
      <p:pic>
        <p:nvPicPr>
          <p:cNvPr id="1806" name="Google Shape;1806;p94"/>
          <p:cNvPicPr preferRelativeResize="0"/>
          <p:nvPr/>
        </p:nvPicPr>
        <p:blipFill rotWithShape="1">
          <a:blip r:embed="rId5">
            <a:alphaModFix/>
          </a:blip>
          <a:srcRect b="16539" l="0" r="0" t="16547"/>
          <a:stretch/>
        </p:blipFill>
        <p:spPr>
          <a:xfrm>
            <a:off x="723400" y="2607125"/>
            <a:ext cx="1522615" cy="1018800"/>
          </a:xfrm>
          <a:prstGeom prst="rect">
            <a:avLst/>
          </a:prstGeom>
          <a:noFill/>
          <a:ln>
            <a:noFill/>
          </a:ln>
        </p:spPr>
      </p:pic>
      <p:sp>
        <p:nvSpPr>
          <p:cNvPr id="1807" name="Google Shape;1807;p9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GB" sz="1400" u="none" cap="none" strike="noStrike">
                <a:solidFill>
                  <a:schemeClr val="hlink"/>
                </a:solidFill>
                <a:uFill>
                  <a:noFill/>
                </a:uFill>
                <a:latin typeface="Arial"/>
                <a:ea typeface="Arial"/>
                <a:cs typeface="Arial"/>
                <a:sym typeface="Arial"/>
                <a:hlinkClick r:id="rId7"/>
              </a:rPr>
              <a:t>Pana</a:t>
            </a:r>
            <a:endParaRPr b="1" i="0" sz="1400" u="none" cap="none" strike="noStrike">
              <a:solidFill>
                <a:schemeClr val="dk2"/>
              </a:solidFill>
              <a:latin typeface="Arial"/>
              <a:ea typeface="Arial"/>
              <a:cs typeface="Arial"/>
              <a:sym typeface="Arial"/>
            </a:endParaRPr>
          </a:p>
        </p:txBody>
      </p:sp>
      <p:sp>
        <p:nvSpPr>
          <p:cNvPr id="1808" name="Google Shape;1808;p9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GB" sz="1400" u="none" cap="none" strike="noStrike">
                <a:solidFill>
                  <a:schemeClr val="hlink"/>
                </a:solidFill>
                <a:uFill>
                  <a:noFill/>
                </a:uFill>
                <a:latin typeface="Arial"/>
                <a:ea typeface="Arial"/>
                <a:cs typeface="Arial"/>
                <a:sym typeface="Arial"/>
                <a:hlinkClick r:id="rId9"/>
              </a:rPr>
              <a:t>Amico</a:t>
            </a:r>
            <a:endParaRPr b="1" i="0" sz="1400" u="none" cap="none" strike="noStrike">
              <a:solidFill>
                <a:schemeClr val="dk2"/>
              </a:solidFill>
              <a:latin typeface="Arial"/>
              <a:ea typeface="Arial"/>
              <a:cs typeface="Arial"/>
              <a:sym typeface="Arial"/>
            </a:endParaRPr>
          </a:p>
        </p:txBody>
      </p:sp>
      <p:sp>
        <p:nvSpPr>
          <p:cNvPr id="1809" name="Google Shape;1809;p9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GB" sz="1400" u="none" cap="none" strike="noStrike">
                <a:solidFill>
                  <a:schemeClr val="hlink"/>
                </a:solidFill>
                <a:uFill>
                  <a:noFill/>
                </a:uFill>
                <a:latin typeface="Arial"/>
                <a:ea typeface="Arial"/>
                <a:cs typeface="Arial"/>
                <a:sym typeface="Arial"/>
                <a:hlinkClick r:id="rId11"/>
              </a:rPr>
              <a:t>Bro</a:t>
            </a:r>
            <a:endParaRPr b="1" i="0" sz="1400" u="none" cap="none" strike="noStrike">
              <a:solidFill>
                <a:schemeClr val="dk2"/>
              </a:solidFill>
              <a:latin typeface="Arial"/>
              <a:ea typeface="Arial"/>
              <a:cs typeface="Arial"/>
              <a:sym typeface="Arial"/>
            </a:endParaRPr>
          </a:p>
        </p:txBody>
      </p:sp>
      <p:sp>
        <p:nvSpPr>
          <p:cNvPr id="1810" name="Google Shape;1810;p9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GB" sz="1400" u="none" cap="none" strike="noStrike">
                <a:solidFill>
                  <a:schemeClr val="hlink"/>
                </a:solidFill>
                <a:uFill>
                  <a:noFill/>
                </a:uFill>
                <a:latin typeface="Arial"/>
                <a:ea typeface="Arial"/>
                <a:cs typeface="Arial"/>
                <a:sym typeface="Arial"/>
                <a:hlinkClick r:id="rId13"/>
              </a:rPr>
              <a:t>Rafiki</a:t>
            </a:r>
            <a:endParaRPr b="1" i="0" sz="1400" u="none" cap="none" strike="noStrike">
              <a:solidFill>
                <a:schemeClr val="dk2"/>
              </a:solidFill>
              <a:latin typeface="Arial"/>
              <a:ea typeface="Arial"/>
              <a:cs typeface="Arial"/>
              <a:sym typeface="Arial"/>
            </a:endParaRPr>
          </a:p>
        </p:txBody>
      </p:sp>
      <p:pic>
        <p:nvPicPr>
          <p:cNvPr id="1811" name="Google Shape;1811;p9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812" name="Google Shape;1812;p94"/>
          <p:cNvPicPr preferRelativeResize="0"/>
          <p:nvPr/>
        </p:nvPicPr>
        <p:blipFill rotWithShape="1">
          <a:blip r:embed="rId15">
            <a:alphaModFix/>
          </a:blip>
          <a:srcRect b="6376" l="0" r="0" t="6377"/>
          <a:stretch/>
        </p:blipFill>
        <p:spPr>
          <a:xfrm>
            <a:off x="3816030" y="2517800"/>
            <a:ext cx="1372495" cy="1197450"/>
          </a:xfrm>
          <a:prstGeom prst="rect">
            <a:avLst/>
          </a:prstGeom>
          <a:noFill/>
          <a:ln>
            <a:noFill/>
          </a:ln>
        </p:spPr>
      </p:pic>
      <p:pic>
        <p:nvPicPr>
          <p:cNvPr id="1813" name="Google Shape;1813;p94"/>
          <p:cNvPicPr preferRelativeResize="0"/>
          <p:nvPr/>
        </p:nvPicPr>
        <p:blipFill rotWithShape="1">
          <a:blip r:embed="rId16">
            <a:alphaModFix/>
          </a:blip>
          <a:srcRect b="9255" l="0" r="0" t="9256"/>
          <a:stretch/>
        </p:blipFill>
        <p:spPr>
          <a:xfrm>
            <a:off x="5306751" y="2557330"/>
            <a:ext cx="1372475" cy="1118390"/>
          </a:xfrm>
          <a:prstGeom prst="rect">
            <a:avLst/>
          </a:prstGeom>
          <a:noFill/>
          <a:ln>
            <a:noFill/>
          </a:ln>
        </p:spPr>
      </p:pic>
      <p:pic>
        <p:nvPicPr>
          <p:cNvPr id="1814" name="Google Shape;1814;p94"/>
          <p:cNvPicPr preferRelativeResize="0"/>
          <p:nvPr/>
        </p:nvPicPr>
        <p:blipFill rotWithShape="1">
          <a:blip r:embed="rId17">
            <a:alphaModFix/>
          </a:blip>
          <a:srcRect b="14843" l="0" r="0" t="14837"/>
          <a:stretch/>
        </p:blipFill>
        <p:spPr>
          <a:xfrm>
            <a:off x="6717734" y="2517795"/>
            <a:ext cx="1702865" cy="1197460"/>
          </a:xfrm>
          <a:prstGeom prst="rect">
            <a:avLst/>
          </a:prstGeom>
          <a:noFill/>
          <a:ln>
            <a:noFill/>
          </a:ln>
        </p:spPr>
      </p:pic>
      <p:sp>
        <p:nvSpPr>
          <p:cNvPr id="1815" name="Google Shape;1815;p9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GB" sz="1400" u="none" cap="none" strike="noStrike">
                <a:solidFill>
                  <a:schemeClr val="hlink"/>
                </a:solidFill>
                <a:uFill>
                  <a:noFill/>
                </a:uFill>
                <a:latin typeface="Arial"/>
                <a:ea typeface="Arial"/>
                <a:cs typeface="Arial"/>
                <a:sym typeface="Arial"/>
                <a:hlinkClick r:id="rId19"/>
              </a:rPr>
              <a:t>Cuate</a:t>
            </a:r>
            <a:endParaRPr b="1" i="0" sz="1400" u="none" cap="none" strike="noStrike">
              <a:solidFill>
                <a:schemeClr val="dk2"/>
              </a:solidFill>
              <a:latin typeface="Arial"/>
              <a:ea typeface="Arial"/>
              <a:cs typeface="Arial"/>
              <a:sym typeface="Aria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19" name="Shape 1819"/>
        <p:cNvGrpSpPr/>
        <p:nvPr/>
      </p:nvGrpSpPr>
      <p:grpSpPr>
        <a:xfrm>
          <a:off x="0" y="0"/>
          <a:ext cx="0" cy="0"/>
          <a:chOff x="0" y="0"/>
          <a:chExt cx="0" cy="0"/>
        </a:xfrm>
      </p:grpSpPr>
      <p:grpSp>
        <p:nvGrpSpPr>
          <p:cNvPr id="1820" name="Google Shape;1820;p95"/>
          <p:cNvGrpSpPr/>
          <p:nvPr/>
        </p:nvGrpSpPr>
        <p:grpSpPr>
          <a:xfrm>
            <a:off x="5048544" y="3019584"/>
            <a:ext cx="442841" cy="514271"/>
            <a:chOff x="4727025" y="1332775"/>
            <a:chExt cx="59900" cy="69625"/>
          </a:xfrm>
        </p:grpSpPr>
        <p:sp>
          <p:nvSpPr>
            <p:cNvPr id="1821" name="Google Shape;1821;p9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9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3" name="Google Shape;1823;p95"/>
          <p:cNvGrpSpPr/>
          <p:nvPr/>
        </p:nvGrpSpPr>
        <p:grpSpPr>
          <a:xfrm>
            <a:off x="5723860" y="2267072"/>
            <a:ext cx="500909" cy="500899"/>
            <a:chOff x="4820425" y="1329900"/>
            <a:chExt cx="70175" cy="70350"/>
          </a:xfrm>
        </p:grpSpPr>
        <p:sp>
          <p:nvSpPr>
            <p:cNvPr id="1824" name="Google Shape;1824;p9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9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9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9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8" name="Google Shape;1828;p95"/>
          <p:cNvGrpSpPr/>
          <p:nvPr/>
        </p:nvGrpSpPr>
        <p:grpSpPr>
          <a:xfrm>
            <a:off x="6376484" y="2278862"/>
            <a:ext cx="538135" cy="493119"/>
            <a:chOff x="4903200" y="1331525"/>
            <a:chExt cx="73575" cy="67425"/>
          </a:xfrm>
        </p:grpSpPr>
        <p:sp>
          <p:nvSpPr>
            <p:cNvPr id="1829" name="Google Shape;1829;p9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9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1" name="Google Shape;1831;p95"/>
          <p:cNvGrpSpPr/>
          <p:nvPr/>
        </p:nvGrpSpPr>
        <p:grpSpPr>
          <a:xfrm>
            <a:off x="5636435" y="3020840"/>
            <a:ext cx="544563" cy="511895"/>
            <a:chOff x="4815575" y="1416800"/>
            <a:chExt cx="73750" cy="71400"/>
          </a:xfrm>
        </p:grpSpPr>
        <p:sp>
          <p:nvSpPr>
            <p:cNvPr id="1832" name="Google Shape;1832;p9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9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9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5" name="Google Shape;1835;p95"/>
          <p:cNvGrpSpPr/>
          <p:nvPr/>
        </p:nvGrpSpPr>
        <p:grpSpPr>
          <a:xfrm>
            <a:off x="6333060" y="3020546"/>
            <a:ext cx="602914" cy="512477"/>
            <a:chOff x="4902475" y="1418875"/>
            <a:chExt cx="74500" cy="63775"/>
          </a:xfrm>
        </p:grpSpPr>
        <p:sp>
          <p:nvSpPr>
            <p:cNvPr id="1836" name="Google Shape;1836;p9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9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8" name="Google Shape;1838;p95"/>
          <p:cNvGrpSpPr/>
          <p:nvPr/>
        </p:nvGrpSpPr>
        <p:grpSpPr>
          <a:xfrm>
            <a:off x="5748932" y="3759785"/>
            <a:ext cx="515391" cy="525699"/>
            <a:chOff x="4818100" y="1507675"/>
            <a:chExt cx="71225" cy="71625"/>
          </a:xfrm>
        </p:grpSpPr>
        <p:sp>
          <p:nvSpPr>
            <p:cNvPr id="1839" name="Google Shape;1839;p9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9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9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9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3" name="Google Shape;1843;p95"/>
          <p:cNvGrpSpPr/>
          <p:nvPr/>
        </p:nvGrpSpPr>
        <p:grpSpPr>
          <a:xfrm>
            <a:off x="5087034" y="3781317"/>
            <a:ext cx="522956" cy="489869"/>
            <a:chOff x="4721450" y="1509475"/>
            <a:chExt cx="79350" cy="74325"/>
          </a:xfrm>
        </p:grpSpPr>
        <p:sp>
          <p:nvSpPr>
            <p:cNvPr id="1844" name="Google Shape;1844;p9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9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9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9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8" name="Google Shape;1848;p95"/>
          <p:cNvGrpSpPr/>
          <p:nvPr/>
        </p:nvGrpSpPr>
        <p:grpSpPr>
          <a:xfrm>
            <a:off x="6410277" y="3761069"/>
            <a:ext cx="525704" cy="535436"/>
            <a:chOff x="4906800" y="1507500"/>
            <a:chExt cx="70350" cy="71075"/>
          </a:xfrm>
        </p:grpSpPr>
        <p:sp>
          <p:nvSpPr>
            <p:cNvPr id="1849" name="Google Shape;1849;p9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9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9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9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 name="Google Shape;1853;p9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4" name="Google Shape;1854;p95"/>
          <p:cNvGrpSpPr/>
          <p:nvPr/>
        </p:nvGrpSpPr>
        <p:grpSpPr>
          <a:xfrm>
            <a:off x="4443099" y="2267050"/>
            <a:ext cx="508054" cy="508095"/>
            <a:chOff x="3736598" y="2170606"/>
            <a:chExt cx="404889" cy="404889"/>
          </a:xfrm>
        </p:grpSpPr>
        <p:sp>
          <p:nvSpPr>
            <p:cNvPr id="1855" name="Google Shape;1855;p9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 name="Google Shape;1856;p9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 name="Google Shape;1857;p9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 name="Google Shape;1858;p9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9" name="Google Shape;1859;p95"/>
          <p:cNvGrpSpPr/>
          <p:nvPr/>
        </p:nvGrpSpPr>
        <p:grpSpPr>
          <a:xfrm>
            <a:off x="3731139" y="2267145"/>
            <a:ext cx="575790" cy="507904"/>
            <a:chOff x="3161917" y="2170682"/>
            <a:chExt cx="458870" cy="404737"/>
          </a:xfrm>
        </p:grpSpPr>
        <p:sp>
          <p:nvSpPr>
            <p:cNvPr id="1860" name="Google Shape;1860;p9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9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 name="Google Shape;1862;p9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63" name="Google Shape;1863;p95"/>
          <p:cNvGrpSpPr/>
          <p:nvPr/>
        </p:nvGrpSpPr>
        <p:grpSpPr>
          <a:xfrm>
            <a:off x="3758669" y="3027517"/>
            <a:ext cx="520730" cy="498567"/>
            <a:chOff x="3179914" y="2889488"/>
            <a:chExt cx="422876" cy="404911"/>
          </a:xfrm>
        </p:grpSpPr>
        <p:sp>
          <p:nvSpPr>
            <p:cNvPr id="1864" name="Google Shape;1864;p9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 name="Google Shape;1865;p9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9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9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9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9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0" name="Google Shape;1870;p95"/>
          <p:cNvGrpSpPr/>
          <p:nvPr/>
        </p:nvGrpSpPr>
        <p:grpSpPr>
          <a:xfrm>
            <a:off x="4387349" y="3027477"/>
            <a:ext cx="516144" cy="498648"/>
            <a:chOff x="3729467" y="2889422"/>
            <a:chExt cx="419152" cy="404977"/>
          </a:xfrm>
        </p:grpSpPr>
        <p:sp>
          <p:nvSpPr>
            <p:cNvPr id="1871" name="Google Shape;1871;p9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9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9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9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9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9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9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78" name="Google Shape;1878;p9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9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9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9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82" name="Google Shape;1882;p95"/>
          <p:cNvGrpSpPr/>
          <p:nvPr/>
        </p:nvGrpSpPr>
        <p:grpSpPr>
          <a:xfrm>
            <a:off x="7107677" y="2474362"/>
            <a:ext cx="166473" cy="141497"/>
            <a:chOff x="4660325" y="1866850"/>
            <a:chExt cx="68350" cy="58100"/>
          </a:xfrm>
        </p:grpSpPr>
        <p:sp>
          <p:nvSpPr>
            <p:cNvPr id="1883" name="Google Shape;1883;p9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9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5" name="Google Shape;1885;p95"/>
          <p:cNvGrpSpPr/>
          <p:nvPr/>
        </p:nvGrpSpPr>
        <p:grpSpPr>
          <a:xfrm>
            <a:off x="7417022" y="2500086"/>
            <a:ext cx="162515" cy="90049"/>
            <a:chOff x="4791775" y="1877500"/>
            <a:chExt cx="66725" cy="36975"/>
          </a:xfrm>
        </p:grpSpPr>
        <p:sp>
          <p:nvSpPr>
            <p:cNvPr id="1886" name="Google Shape;1886;p9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9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8" name="Google Shape;1888;p95"/>
          <p:cNvGrpSpPr/>
          <p:nvPr/>
        </p:nvGrpSpPr>
        <p:grpSpPr>
          <a:xfrm>
            <a:off x="7738734" y="2500086"/>
            <a:ext cx="144979" cy="90049"/>
            <a:chOff x="4923925" y="1877500"/>
            <a:chExt cx="59525" cy="36975"/>
          </a:xfrm>
        </p:grpSpPr>
        <p:sp>
          <p:nvSpPr>
            <p:cNvPr id="1889" name="Google Shape;1889;p9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9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1" name="Google Shape;1891;p95"/>
          <p:cNvGrpSpPr/>
          <p:nvPr/>
        </p:nvGrpSpPr>
        <p:grpSpPr>
          <a:xfrm>
            <a:off x="8033226" y="2482277"/>
            <a:ext cx="141447" cy="125667"/>
            <a:chOff x="5058450" y="1870100"/>
            <a:chExt cx="58075" cy="51600"/>
          </a:xfrm>
        </p:grpSpPr>
        <p:sp>
          <p:nvSpPr>
            <p:cNvPr id="1892" name="Google Shape;1892;p9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9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4" name="Google Shape;1894;p95"/>
          <p:cNvGrpSpPr/>
          <p:nvPr/>
        </p:nvGrpSpPr>
        <p:grpSpPr>
          <a:xfrm>
            <a:off x="7447741" y="2904685"/>
            <a:ext cx="101077" cy="107645"/>
            <a:chOff x="4811425" y="2065025"/>
            <a:chExt cx="41500" cy="44200"/>
          </a:xfrm>
        </p:grpSpPr>
        <p:sp>
          <p:nvSpPr>
            <p:cNvPr id="1895" name="Google Shape;1895;p9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9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7" name="Google Shape;1897;p95"/>
          <p:cNvGrpSpPr/>
          <p:nvPr/>
        </p:nvGrpSpPr>
        <p:grpSpPr>
          <a:xfrm>
            <a:off x="7740178" y="2904898"/>
            <a:ext cx="120867" cy="107218"/>
            <a:chOff x="4929875" y="2065025"/>
            <a:chExt cx="49625" cy="44025"/>
          </a:xfrm>
        </p:grpSpPr>
        <p:sp>
          <p:nvSpPr>
            <p:cNvPr id="1898" name="Google Shape;1898;p9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9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00" name="Google Shape;1900;p95"/>
          <p:cNvGrpSpPr/>
          <p:nvPr/>
        </p:nvGrpSpPr>
        <p:grpSpPr>
          <a:xfrm>
            <a:off x="8068847" y="2907912"/>
            <a:ext cx="70206" cy="101191"/>
            <a:chOff x="5083925" y="2066350"/>
            <a:chExt cx="28825" cy="41550"/>
          </a:xfrm>
        </p:grpSpPr>
        <p:sp>
          <p:nvSpPr>
            <p:cNvPr id="1901" name="Google Shape;1901;p9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9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03" name="Google Shape;1903;p95"/>
          <p:cNvGrpSpPr/>
          <p:nvPr/>
        </p:nvGrpSpPr>
        <p:grpSpPr>
          <a:xfrm>
            <a:off x="7100401" y="2923559"/>
            <a:ext cx="181026" cy="69896"/>
            <a:chOff x="4659775" y="2072775"/>
            <a:chExt cx="74325" cy="28700"/>
          </a:xfrm>
        </p:grpSpPr>
        <p:sp>
          <p:nvSpPr>
            <p:cNvPr id="1904" name="Google Shape;1904;p9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9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9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07" name="Google Shape;1907;p95"/>
          <p:cNvGrpSpPr/>
          <p:nvPr/>
        </p:nvGrpSpPr>
        <p:grpSpPr>
          <a:xfrm>
            <a:off x="8020257" y="2714124"/>
            <a:ext cx="167387" cy="89197"/>
            <a:chOff x="4662475" y="1976500"/>
            <a:chExt cx="68725" cy="36625"/>
          </a:xfrm>
        </p:grpSpPr>
        <p:sp>
          <p:nvSpPr>
            <p:cNvPr id="1908" name="Google Shape;1908;p9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9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9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1" name="Google Shape;1911;p95"/>
          <p:cNvGrpSpPr/>
          <p:nvPr/>
        </p:nvGrpSpPr>
        <p:grpSpPr>
          <a:xfrm>
            <a:off x="7717162" y="2717564"/>
            <a:ext cx="166899" cy="82317"/>
            <a:chOff x="4920150" y="1977875"/>
            <a:chExt cx="68525" cy="33800"/>
          </a:xfrm>
        </p:grpSpPr>
        <p:sp>
          <p:nvSpPr>
            <p:cNvPr id="1912" name="Google Shape;1912;p9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9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9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5" name="Google Shape;1915;p95"/>
          <p:cNvGrpSpPr/>
          <p:nvPr/>
        </p:nvGrpSpPr>
        <p:grpSpPr>
          <a:xfrm>
            <a:off x="7128319" y="3121482"/>
            <a:ext cx="125190" cy="127858"/>
            <a:chOff x="4676550" y="2160575"/>
            <a:chExt cx="51400" cy="52500"/>
          </a:xfrm>
        </p:grpSpPr>
        <p:sp>
          <p:nvSpPr>
            <p:cNvPr id="1916" name="Google Shape;1916;p9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9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9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9" name="Google Shape;1919;p95"/>
          <p:cNvGrpSpPr/>
          <p:nvPr/>
        </p:nvGrpSpPr>
        <p:grpSpPr>
          <a:xfrm>
            <a:off x="7425577" y="3128514"/>
            <a:ext cx="145405" cy="113794"/>
            <a:chOff x="4768325" y="2163475"/>
            <a:chExt cx="59700" cy="46725"/>
          </a:xfrm>
        </p:grpSpPr>
        <p:sp>
          <p:nvSpPr>
            <p:cNvPr id="1920" name="Google Shape;1920;p9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9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22" name="Google Shape;1922;p9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9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9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9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9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9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28" name="Google Shape;1928;p95"/>
          <p:cNvGrpSpPr/>
          <p:nvPr/>
        </p:nvGrpSpPr>
        <p:grpSpPr>
          <a:xfrm>
            <a:off x="7441895" y="3383608"/>
            <a:ext cx="112768" cy="106853"/>
            <a:chOff x="4768575" y="2253950"/>
            <a:chExt cx="46300" cy="43875"/>
          </a:xfrm>
        </p:grpSpPr>
        <p:sp>
          <p:nvSpPr>
            <p:cNvPr id="1929" name="Google Shape;1929;p9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9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1" name="Google Shape;1931;p95"/>
          <p:cNvGrpSpPr/>
          <p:nvPr/>
        </p:nvGrpSpPr>
        <p:grpSpPr>
          <a:xfrm>
            <a:off x="7741518" y="3872634"/>
            <a:ext cx="118187" cy="146246"/>
            <a:chOff x="4960900" y="2433225"/>
            <a:chExt cx="48525" cy="60050"/>
          </a:xfrm>
        </p:grpSpPr>
        <p:sp>
          <p:nvSpPr>
            <p:cNvPr id="1932" name="Google Shape;1932;p9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9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4" name="Google Shape;1934;p95"/>
          <p:cNvGrpSpPr/>
          <p:nvPr/>
        </p:nvGrpSpPr>
        <p:grpSpPr>
          <a:xfrm>
            <a:off x="7430083" y="4136695"/>
            <a:ext cx="136394" cy="143810"/>
            <a:chOff x="4854075" y="2527625"/>
            <a:chExt cx="56000" cy="59050"/>
          </a:xfrm>
        </p:grpSpPr>
        <p:sp>
          <p:nvSpPr>
            <p:cNvPr id="1935" name="Google Shape;1935;p9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9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37" name="Google Shape;1937;p9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9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9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40" name="Google Shape;1940;p95"/>
          <p:cNvGrpSpPr/>
          <p:nvPr/>
        </p:nvGrpSpPr>
        <p:grpSpPr>
          <a:xfrm>
            <a:off x="8054294" y="3600439"/>
            <a:ext cx="99312" cy="160797"/>
            <a:chOff x="5059700" y="2334775"/>
            <a:chExt cx="40775" cy="66025"/>
          </a:xfrm>
        </p:grpSpPr>
        <p:sp>
          <p:nvSpPr>
            <p:cNvPr id="1941" name="Google Shape;1941;p9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9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9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9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9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9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9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9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9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0" name="Google Shape;1950;p95"/>
          <p:cNvGrpSpPr/>
          <p:nvPr/>
        </p:nvGrpSpPr>
        <p:grpSpPr>
          <a:xfrm>
            <a:off x="8011458" y="3865571"/>
            <a:ext cx="184984" cy="160371"/>
            <a:chOff x="5037700" y="2430325"/>
            <a:chExt cx="75950" cy="65850"/>
          </a:xfrm>
        </p:grpSpPr>
        <p:sp>
          <p:nvSpPr>
            <p:cNvPr id="1951" name="Google Shape;1951;p9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 name="Google Shape;1952;p9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3" name="Google Shape;1953;p95"/>
          <p:cNvGrpSpPr/>
          <p:nvPr/>
        </p:nvGrpSpPr>
        <p:grpSpPr>
          <a:xfrm>
            <a:off x="7430964" y="3632023"/>
            <a:ext cx="173014" cy="97629"/>
            <a:chOff x="4756975" y="2341800"/>
            <a:chExt cx="91975" cy="51925"/>
          </a:xfrm>
        </p:grpSpPr>
        <p:sp>
          <p:nvSpPr>
            <p:cNvPr id="1954" name="Google Shape;1954;p9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9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9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9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9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9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9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9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9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9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9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9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9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9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9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9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9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9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9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9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4" name="Google Shape;1974;p95"/>
          <p:cNvGrpSpPr/>
          <p:nvPr/>
        </p:nvGrpSpPr>
        <p:grpSpPr>
          <a:xfrm>
            <a:off x="7697901" y="4120720"/>
            <a:ext cx="212497" cy="175761"/>
            <a:chOff x="4943575" y="2516350"/>
            <a:chExt cx="98675" cy="81700"/>
          </a:xfrm>
        </p:grpSpPr>
        <p:sp>
          <p:nvSpPr>
            <p:cNvPr id="1975" name="Google Shape;1975;p9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9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9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9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9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9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9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9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9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9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9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9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9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9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9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9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9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 name="Google Shape;1992;p9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9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9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9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9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9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9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9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9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9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9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9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9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9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9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9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9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9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p9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9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9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9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9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9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9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9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9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9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9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9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9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9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9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9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9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9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9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9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9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9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9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9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9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9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9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9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9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9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9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9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9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9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9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9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9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9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9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9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9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9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9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3" name="Google Shape;2053;p95"/>
          <p:cNvGrpSpPr/>
          <p:nvPr/>
        </p:nvGrpSpPr>
        <p:grpSpPr>
          <a:xfrm>
            <a:off x="1955962" y="3346963"/>
            <a:ext cx="965352" cy="134612"/>
            <a:chOff x="4411970" y="2962952"/>
            <a:chExt cx="706545" cy="104213"/>
          </a:xfrm>
        </p:grpSpPr>
        <p:sp>
          <p:nvSpPr>
            <p:cNvPr id="2054" name="Google Shape;2054;p9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p9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9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9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8" name="Google Shape;2058;p95"/>
          <p:cNvGrpSpPr/>
          <p:nvPr/>
        </p:nvGrpSpPr>
        <p:grpSpPr>
          <a:xfrm>
            <a:off x="1955962" y="2935877"/>
            <a:ext cx="960158" cy="289172"/>
            <a:chOff x="4411970" y="2726085"/>
            <a:chExt cx="643107" cy="193659"/>
          </a:xfrm>
        </p:grpSpPr>
        <p:sp>
          <p:nvSpPr>
            <p:cNvPr id="2059" name="Google Shape;2059;p9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p9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p9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2" name="Google Shape;2062;p95"/>
          <p:cNvGrpSpPr/>
          <p:nvPr/>
        </p:nvGrpSpPr>
        <p:grpSpPr>
          <a:xfrm>
            <a:off x="958854" y="3201987"/>
            <a:ext cx="833174" cy="259208"/>
            <a:chOff x="4411970" y="4340222"/>
            <a:chExt cx="779468" cy="242682"/>
          </a:xfrm>
        </p:grpSpPr>
        <p:sp>
          <p:nvSpPr>
            <p:cNvPr id="2063" name="Google Shape;2063;p9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 name="Google Shape;2064;p9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p9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6" name="Google Shape;2066;p95"/>
          <p:cNvGrpSpPr/>
          <p:nvPr/>
        </p:nvGrpSpPr>
        <p:grpSpPr>
          <a:xfrm>
            <a:off x="1955962" y="2597733"/>
            <a:ext cx="965160" cy="216230"/>
            <a:chOff x="4411970" y="2468674"/>
            <a:chExt cx="747317" cy="167425"/>
          </a:xfrm>
        </p:grpSpPr>
        <p:sp>
          <p:nvSpPr>
            <p:cNvPr id="2067" name="Google Shape;2067;p9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9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9" name="Google Shape;2069;p95"/>
          <p:cNvGrpSpPr/>
          <p:nvPr/>
        </p:nvGrpSpPr>
        <p:grpSpPr>
          <a:xfrm>
            <a:off x="954709" y="2502450"/>
            <a:ext cx="810451" cy="319149"/>
            <a:chOff x="4411970" y="3686602"/>
            <a:chExt cx="797845" cy="314216"/>
          </a:xfrm>
        </p:grpSpPr>
        <p:sp>
          <p:nvSpPr>
            <p:cNvPr id="2070" name="Google Shape;2070;p9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9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9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9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9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75" name="Google Shape;2075;p9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76" name="Google Shape;2076;p95"/>
          <p:cNvGrpSpPr/>
          <p:nvPr/>
        </p:nvGrpSpPr>
        <p:grpSpPr>
          <a:xfrm>
            <a:off x="954806" y="2256974"/>
            <a:ext cx="1970333" cy="208784"/>
            <a:chOff x="6336019" y="3733725"/>
            <a:chExt cx="2566206" cy="351310"/>
          </a:xfrm>
        </p:grpSpPr>
        <p:sp>
          <p:nvSpPr>
            <p:cNvPr id="2077" name="Google Shape;2077;p9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9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9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9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81" name="Google Shape;2081;p95"/>
          <p:cNvGrpSpPr/>
          <p:nvPr/>
        </p:nvGrpSpPr>
        <p:grpSpPr>
          <a:xfrm>
            <a:off x="1955962" y="3864529"/>
            <a:ext cx="946551" cy="153200"/>
            <a:chOff x="4404545" y="3301592"/>
            <a:chExt cx="782403" cy="129272"/>
          </a:xfrm>
        </p:grpSpPr>
        <p:sp>
          <p:nvSpPr>
            <p:cNvPr id="2082" name="Google Shape;2082;p9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 name="Google Shape;2083;p9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84" name="Google Shape;2084;p95"/>
          <p:cNvGrpSpPr/>
          <p:nvPr/>
        </p:nvGrpSpPr>
        <p:grpSpPr>
          <a:xfrm>
            <a:off x="1955962" y="3603488"/>
            <a:ext cx="962257" cy="139127"/>
            <a:chOff x="4411970" y="3131459"/>
            <a:chExt cx="710520" cy="117397"/>
          </a:xfrm>
        </p:grpSpPr>
        <p:sp>
          <p:nvSpPr>
            <p:cNvPr id="2085" name="Google Shape;2085;p9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9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2087" name="Google Shape;2087;p9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88" name="Google Shape;2088;p95"/>
          <p:cNvGrpSpPr/>
          <p:nvPr/>
        </p:nvGrpSpPr>
        <p:grpSpPr>
          <a:xfrm>
            <a:off x="956107" y="3538282"/>
            <a:ext cx="823838" cy="458988"/>
            <a:chOff x="4411970" y="1801825"/>
            <a:chExt cx="734586" cy="409262"/>
          </a:xfrm>
        </p:grpSpPr>
        <p:sp>
          <p:nvSpPr>
            <p:cNvPr id="2089" name="Google Shape;2089;p9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9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1" name="Google Shape;2091;p95"/>
          <p:cNvGrpSpPr/>
          <p:nvPr/>
        </p:nvGrpSpPr>
        <p:grpSpPr>
          <a:xfrm>
            <a:off x="956107" y="4086708"/>
            <a:ext cx="856348" cy="212039"/>
            <a:chOff x="4411970" y="2233974"/>
            <a:chExt cx="763574" cy="189068"/>
          </a:xfrm>
        </p:grpSpPr>
        <p:sp>
          <p:nvSpPr>
            <p:cNvPr id="2092" name="Google Shape;2092;p9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9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4" name="Google Shape;2094;p95"/>
          <p:cNvGrpSpPr/>
          <p:nvPr/>
        </p:nvGrpSpPr>
        <p:grpSpPr>
          <a:xfrm>
            <a:off x="3066303" y="2262044"/>
            <a:ext cx="511602" cy="511602"/>
            <a:chOff x="5681300" y="2527788"/>
            <a:chExt cx="805800" cy="805800"/>
          </a:xfrm>
        </p:grpSpPr>
        <p:sp>
          <p:nvSpPr>
            <p:cNvPr id="2095" name="Google Shape;2095;p9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9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7" name="Google Shape;2097;p95"/>
          <p:cNvGrpSpPr/>
          <p:nvPr/>
        </p:nvGrpSpPr>
        <p:grpSpPr>
          <a:xfrm>
            <a:off x="3063497" y="3028627"/>
            <a:ext cx="513021" cy="512935"/>
            <a:chOff x="4049800" y="640400"/>
            <a:chExt cx="858900" cy="858900"/>
          </a:xfrm>
        </p:grpSpPr>
        <p:sp>
          <p:nvSpPr>
            <p:cNvPr id="2098" name="Google Shape;2098;p9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9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0" name="Google Shape;2100;p95"/>
          <p:cNvGrpSpPr/>
          <p:nvPr/>
        </p:nvGrpSpPr>
        <p:grpSpPr>
          <a:xfrm>
            <a:off x="2980696" y="3680519"/>
            <a:ext cx="686489" cy="686585"/>
            <a:chOff x="5080187" y="927900"/>
            <a:chExt cx="961200" cy="961200"/>
          </a:xfrm>
        </p:grpSpPr>
        <p:sp>
          <p:nvSpPr>
            <p:cNvPr id="2101" name="Google Shape;2101;p9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9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9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9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9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p9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9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9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9" name="Google Shape;2109;p95"/>
          <p:cNvGrpSpPr/>
          <p:nvPr/>
        </p:nvGrpSpPr>
        <p:grpSpPr>
          <a:xfrm>
            <a:off x="3763848" y="3773248"/>
            <a:ext cx="510373" cy="510937"/>
            <a:chOff x="7508249" y="1522825"/>
            <a:chExt cx="1326333" cy="1322986"/>
          </a:xfrm>
        </p:grpSpPr>
        <p:sp>
          <p:nvSpPr>
            <p:cNvPr id="2110" name="Google Shape;2110;p9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9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p9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9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9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9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9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9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p9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p9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20" name="Google Shape;2120;p95"/>
          <p:cNvGrpSpPr/>
          <p:nvPr/>
        </p:nvGrpSpPr>
        <p:grpSpPr>
          <a:xfrm>
            <a:off x="4455441" y="3774653"/>
            <a:ext cx="492653" cy="503348"/>
            <a:chOff x="6039282" y="1042577"/>
            <a:chExt cx="734316" cy="731929"/>
          </a:xfrm>
        </p:grpSpPr>
        <p:sp>
          <p:nvSpPr>
            <p:cNvPr id="2121" name="Google Shape;2121;p9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p9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9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9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9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9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9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p9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 name="Google Shape;2129;p9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9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9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9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9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9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9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9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9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9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9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9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9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42" name="Google Shape;2142;p95"/>
          <p:cNvGrpSpPr/>
          <p:nvPr/>
        </p:nvGrpSpPr>
        <p:grpSpPr>
          <a:xfrm>
            <a:off x="5095855" y="2270694"/>
            <a:ext cx="483304" cy="504902"/>
            <a:chOff x="1825800" y="1651625"/>
            <a:chExt cx="568125" cy="591775"/>
          </a:xfrm>
        </p:grpSpPr>
        <p:sp>
          <p:nvSpPr>
            <p:cNvPr id="2143" name="Google Shape;2143;p9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p9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9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9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9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9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49" name="Google Shape;2149;p9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9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9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p9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95"/>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GB" sz="1100" u="none" cap="none" strike="noStrike">
                <a:solidFill>
                  <a:schemeClr val="lt1"/>
                </a:solidFill>
                <a:latin typeface="Arial"/>
                <a:ea typeface="Arial"/>
                <a:cs typeface="Arial"/>
                <a:sym typeface="Arial"/>
              </a:rPr>
              <a:t>You can easily </a:t>
            </a:r>
            <a:r>
              <a:rPr b="1" i="0" lang="en-GB" sz="1100" u="none" cap="none" strike="noStrike">
                <a:solidFill>
                  <a:schemeClr val="dk2"/>
                </a:solidFill>
                <a:latin typeface="Arial"/>
                <a:ea typeface="Arial"/>
                <a:cs typeface="Arial"/>
                <a:sym typeface="Arial"/>
              </a:rPr>
              <a:t>resize </a:t>
            </a:r>
            <a:r>
              <a:rPr b="0" i="0" lang="en-GB" sz="1100" u="none" cap="none" strike="noStrike">
                <a:solidFill>
                  <a:schemeClr val="lt1"/>
                </a:solidFill>
                <a:latin typeface="Arial"/>
                <a:ea typeface="Arial"/>
                <a:cs typeface="Arial"/>
                <a:sym typeface="Arial"/>
              </a:rPr>
              <a:t>these resources without losing quality. To </a:t>
            </a:r>
            <a:r>
              <a:rPr b="1" i="0" lang="en-GB" sz="1100" u="none" cap="none" strike="noStrike">
                <a:solidFill>
                  <a:schemeClr val="dk2"/>
                </a:solidFill>
                <a:latin typeface="Arial"/>
                <a:ea typeface="Arial"/>
                <a:cs typeface="Arial"/>
                <a:sym typeface="Arial"/>
              </a:rPr>
              <a:t>change the color</a:t>
            </a:r>
            <a:r>
              <a:rPr b="0" i="0" lang="en-GB" sz="1100" u="none" cap="none" strike="noStrike">
                <a:solidFill>
                  <a:schemeClr val="lt1"/>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b="1" i="0" lang="en-GB" sz="1100" u="none" cap="none" strike="noStrike">
                <a:solidFill>
                  <a:schemeClr val="hlink"/>
                </a:solidFill>
                <a:uFill>
                  <a:noFill/>
                </a:uFill>
                <a:latin typeface="Arial"/>
                <a:ea typeface="Arial"/>
                <a:cs typeface="Arial"/>
                <a:sym typeface="Arial"/>
                <a:hlinkClick r:id="rId3"/>
              </a:rPr>
              <a:t>infographics</a:t>
            </a:r>
            <a:r>
              <a:rPr b="1" i="0" lang="en-GB" sz="1100" u="none" cap="none" strike="noStrike">
                <a:solidFill>
                  <a:schemeClr val="dk2"/>
                </a:solidFill>
                <a:latin typeface="Arial"/>
                <a:ea typeface="Arial"/>
                <a:cs typeface="Arial"/>
                <a:sym typeface="Arial"/>
              </a:rPr>
              <a:t> </a:t>
            </a:r>
            <a:r>
              <a:rPr b="0" i="0" lang="en-GB" sz="1100" u="none" cap="none" strike="noStrike">
                <a:solidFill>
                  <a:schemeClr val="lt1"/>
                </a:solidFill>
                <a:latin typeface="Arial"/>
                <a:ea typeface="Arial"/>
                <a:cs typeface="Arial"/>
                <a:sym typeface="Arial"/>
              </a:rPr>
              <a:t>on Slidesgo.</a:t>
            </a:r>
            <a:endParaRPr b="0" i="0" sz="1100" u="none" cap="none" strike="noStrike">
              <a:solidFill>
                <a:schemeClr val="lt1"/>
              </a:solidFill>
              <a:latin typeface="Arial"/>
              <a:ea typeface="Arial"/>
              <a:cs typeface="Arial"/>
              <a:sym typeface="Arial"/>
            </a:endParaRPr>
          </a:p>
        </p:txBody>
      </p:sp>
      <p:sp>
        <p:nvSpPr>
          <p:cNvPr id="2154" name="Google Shape;2154;p95"/>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GB"/>
              <a:t>Use our editable graphic resources...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8" name="Shape 2158"/>
        <p:cNvGrpSpPr/>
        <p:nvPr/>
      </p:nvGrpSpPr>
      <p:grpSpPr>
        <a:xfrm>
          <a:off x="0" y="0"/>
          <a:ext cx="0" cy="0"/>
          <a:chOff x="0" y="0"/>
          <a:chExt cx="0" cy="0"/>
        </a:xfrm>
      </p:grpSpPr>
      <p:grpSp>
        <p:nvGrpSpPr>
          <p:cNvPr id="2159" name="Google Shape;2159;p96"/>
          <p:cNvGrpSpPr/>
          <p:nvPr/>
        </p:nvGrpSpPr>
        <p:grpSpPr>
          <a:xfrm>
            <a:off x="722059" y="955168"/>
            <a:ext cx="2492867" cy="1379876"/>
            <a:chOff x="2654821" y="2311071"/>
            <a:chExt cx="2279714" cy="1262120"/>
          </a:xfrm>
        </p:grpSpPr>
        <p:grpSp>
          <p:nvGrpSpPr>
            <p:cNvPr id="2160" name="Google Shape;2160;p96"/>
            <p:cNvGrpSpPr/>
            <p:nvPr/>
          </p:nvGrpSpPr>
          <p:grpSpPr>
            <a:xfrm>
              <a:off x="4034269" y="2840745"/>
              <a:ext cx="40212" cy="36437"/>
              <a:chOff x="4293400" y="2574725"/>
              <a:chExt cx="84425" cy="80100"/>
            </a:xfrm>
          </p:grpSpPr>
          <p:sp>
            <p:nvSpPr>
              <p:cNvPr id="2161" name="Google Shape;2161;p9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162" name="Google Shape;2162;p9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63" name="Google Shape;2163;p96"/>
            <p:cNvGrpSpPr/>
            <p:nvPr/>
          </p:nvGrpSpPr>
          <p:grpSpPr>
            <a:xfrm>
              <a:off x="3894606" y="2334874"/>
              <a:ext cx="913198" cy="518984"/>
              <a:chOff x="4000175" y="1462675"/>
              <a:chExt cx="1917275" cy="1140875"/>
            </a:xfrm>
          </p:grpSpPr>
          <p:sp>
            <p:nvSpPr>
              <p:cNvPr id="2164" name="Google Shape;2164;p9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165" name="Google Shape;2165;p96"/>
              <p:cNvGrpSpPr/>
              <p:nvPr/>
            </p:nvGrpSpPr>
            <p:grpSpPr>
              <a:xfrm>
                <a:off x="4000175" y="1462675"/>
                <a:ext cx="1917275" cy="1140875"/>
                <a:chOff x="4000175" y="1462675"/>
                <a:chExt cx="1917275" cy="1140875"/>
              </a:xfrm>
            </p:grpSpPr>
            <p:sp>
              <p:nvSpPr>
                <p:cNvPr id="2166" name="Google Shape;2166;p9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167" name="Google Shape;2167;p9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9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9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9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2171" name="Google Shape;2171;p9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172" name="Google Shape;2172;p96"/>
            <p:cNvGrpSpPr/>
            <p:nvPr/>
          </p:nvGrpSpPr>
          <p:grpSpPr>
            <a:xfrm>
              <a:off x="3875768" y="2846704"/>
              <a:ext cx="44796" cy="47366"/>
              <a:chOff x="3960625" y="2587825"/>
              <a:chExt cx="94050" cy="104125"/>
            </a:xfrm>
          </p:grpSpPr>
          <p:sp>
            <p:nvSpPr>
              <p:cNvPr id="2173" name="Google Shape;2173;p9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174" name="Google Shape;2174;p9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75" name="Google Shape;2175;p96"/>
            <p:cNvGrpSpPr/>
            <p:nvPr/>
          </p:nvGrpSpPr>
          <p:grpSpPr>
            <a:xfrm>
              <a:off x="3782759" y="2807162"/>
              <a:ext cx="82686" cy="85487"/>
              <a:chOff x="3765350" y="2500900"/>
              <a:chExt cx="173600" cy="187925"/>
            </a:xfrm>
          </p:grpSpPr>
          <p:sp>
            <p:nvSpPr>
              <p:cNvPr id="2176" name="Google Shape;2176;p9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177" name="Google Shape;2177;p9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9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9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9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9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2" name="Google Shape;2182;p96"/>
            <p:cNvGrpSpPr/>
            <p:nvPr/>
          </p:nvGrpSpPr>
          <p:grpSpPr>
            <a:xfrm>
              <a:off x="3775674" y="2798496"/>
              <a:ext cx="40545" cy="23564"/>
              <a:chOff x="3750475" y="2481850"/>
              <a:chExt cx="85125" cy="51800"/>
            </a:xfrm>
          </p:grpSpPr>
          <p:sp>
            <p:nvSpPr>
              <p:cNvPr id="2183" name="Google Shape;2183;p9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9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185" name="Google Shape;2185;p96"/>
            <p:cNvGrpSpPr/>
            <p:nvPr/>
          </p:nvGrpSpPr>
          <p:grpSpPr>
            <a:xfrm>
              <a:off x="3716946" y="2776024"/>
              <a:ext cx="81971" cy="76912"/>
              <a:chOff x="3627175" y="2432450"/>
              <a:chExt cx="172100" cy="169075"/>
            </a:xfrm>
          </p:grpSpPr>
          <p:sp>
            <p:nvSpPr>
              <p:cNvPr id="2186" name="Google Shape;2186;p9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p9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188" name="Google Shape;2188;p9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189" name="Google Shape;2189;p96"/>
            <p:cNvGrpSpPr/>
            <p:nvPr/>
          </p:nvGrpSpPr>
          <p:grpSpPr>
            <a:xfrm>
              <a:off x="3685682" y="2845624"/>
              <a:ext cx="29311" cy="45055"/>
              <a:chOff x="3561536" y="2585450"/>
              <a:chExt cx="61539" cy="99045"/>
            </a:xfrm>
          </p:grpSpPr>
          <p:sp>
            <p:nvSpPr>
              <p:cNvPr id="2190" name="Google Shape;2190;p9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9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192" name="Google Shape;2192;p96"/>
            <p:cNvGrpSpPr/>
            <p:nvPr/>
          </p:nvGrpSpPr>
          <p:grpSpPr>
            <a:xfrm>
              <a:off x="3849905" y="2572252"/>
              <a:ext cx="74339" cy="119559"/>
              <a:chOff x="3906325" y="1984500"/>
              <a:chExt cx="156075" cy="262825"/>
            </a:xfrm>
          </p:grpSpPr>
          <p:sp>
            <p:nvSpPr>
              <p:cNvPr id="2193" name="Google Shape;2193;p9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194" name="Google Shape;2194;p9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95" name="Google Shape;2195;p96"/>
            <p:cNvGrpSpPr/>
            <p:nvPr/>
          </p:nvGrpSpPr>
          <p:grpSpPr>
            <a:xfrm>
              <a:off x="2654821" y="2414345"/>
              <a:ext cx="667570" cy="558731"/>
              <a:chOff x="1397225" y="1637375"/>
              <a:chExt cx="1401575" cy="1228250"/>
            </a:xfrm>
          </p:grpSpPr>
          <p:sp>
            <p:nvSpPr>
              <p:cNvPr id="2196" name="Google Shape;2196;p9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197" name="Google Shape;2197;p96"/>
              <p:cNvGrpSpPr/>
              <p:nvPr/>
            </p:nvGrpSpPr>
            <p:grpSpPr>
              <a:xfrm>
                <a:off x="1397225" y="1637375"/>
                <a:ext cx="1398775" cy="1228250"/>
                <a:chOff x="1397225" y="1637375"/>
                <a:chExt cx="1398775" cy="1228250"/>
              </a:xfrm>
            </p:grpSpPr>
            <p:sp>
              <p:nvSpPr>
                <p:cNvPr id="2198" name="Google Shape;2198;p9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9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00" name="Google Shape;2200;p96"/>
            <p:cNvGrpSpPr/>
            <p:nvPr/>
          </p:nvGrpSpPr>
          <p:grpSpPr>
            <a:xfrm>
              <a:off x="3230417" y="3103734"/>
              <a:ext cx="282982" cy="280332"/>
              <a:chOff x="2605700" y="3152850"/>
              <a:chExt cx="594125" cy="616250"/>
            </a:xfrm>
          </p:grpSpPr>
          <p:sp>
            <p:nvSpPr>
              <p:cNvPr id="2201" name="Google Shape;2201;p9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202" name="Google Shape;2202;p9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grpSp>
        <p:grpSp>
          <p:nvGrpSpPr>
            <p:cNvPr id="2203" name="Google Shape;2203;p96"/>
            <p:cNvGrpSpPr/>
            <p:nvPr/>
          </p:nvGrpSpPr>
          <p:grpSpPr>
            <a:xfrm>
              <a:off x="3265985" y="3226989"/>
              <a:ext cx="87151" cy="346202"/>
              <a:chOff x="2680375" y="3423800"/>
              <a:chExt cx="182975" cy="761050"/>
            </a:xfrm>
          </p:grpSpPr>
          <p:sp>
            <p:nvSpPr>
              <p:cNvPr id="2204" name="Google Shape;2204;p9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205" name="Google Shape;2205;p9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06" name="Google Shape;2206;p96"/>
            <p:cNvGrpSpPr/>
            <p:nvPr/>
          </p:nvGrpSpPr>
          <p:grpSpPr>
            <a:xfrm>
              <a:off x="3855466" y="3289811"/>
              <a:ext cx="112514" cy="94210"/>
              <a:chOff x="3918000" y="3561900"/>
              <a:chExt cx="236225" cy="207100"/>
            </a:xfrm>
          </p:grpSpPr>
          <p:sp>
            <p:nvSpPr>
              <p:cNvPr id="2207" name="Google Shape;2207;p9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208" name="Google Shape;2208;p9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09" name="Google Shape;2209;p9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9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9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grpSp>
          <p:nvGrpSpPr>
            <p:cNvPr id="2212" name="Google Shape;2212;p96"/>
            <p:cNvGrpSpPr/>
            <p:nvPr/>
          </p:nvGrpSpPr>
          <p:grpSpPr>
            <a:xfrm>
              <a:off x="2905224" y="2311071"/>
              <a:ext cx="596721" cy="528992"/>
              <a:chOff x="1922950" y="1410350"/>
              <a:chExt cx="1252825" cy="1162875"/>
            </a:xfrm>
          </p:grpSpPr>
          <p:sp>
            <p:nvSpPr>
              <p:cNvPr id="2213" name="Google Shape;2213;p9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9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9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9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9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9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9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9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9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p9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9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9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9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 name="Google Shape;2226;p9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 name="Google Shape;2227;p9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9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grpSp>
        <p:sp>
          <p:nvSpPr>
            <p:cNvPr id="2229" name="Google Shape;2229;p9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 name="Google Shape;2230;p9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9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9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9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9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9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9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9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9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9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9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9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9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9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9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9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9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9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9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2249" name="Google Shape;2249;p9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2250" name="Google Shape;2250;p9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51" name="Google Shape;2251;p96"/>
            <p:cNvGrpSpPr/>
            <p:nvPr/>
          </p:nvGrpSpPr>
          <p:grpSpPr>
            <a:xfrm>
              <a:off x="3280929" y="3294542"/>
              <a:ext cx="109894" cy="272224"/>
              <a:chOff x="2711750" y="3572300"/>
              <a:chExt cx="230725" cy="598425"/>
            </a:xfrm>
          </p:grpSpPr>
          <p:sp>
            <p:nvSpPr>
              <p:cNvPr id="2252" name="Google Shape;2252;p9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9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54" name="Google Shape;2254;p9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55" name="Google Shape;2255;p96"/>
            <p:cNvGrpSpPr/>
            <p:nvPr/>
          </p:nvGrpSpPr>
          <p:grpSpPr>
            <a:xfrm>
              <a:off x="3790439" y="2408636"/>
              <a:ext cx="73017" cy="75684"/>
              <a:chOff x="3781475" y="1624825"/>
              <a:chExt cx="153300" cy="166375"/>
            </a:xfrm>
          </p:grpSpPr>
          <p:sp>
            <p:nvSpPr>
              <p:cNvPr id="2256" name="Google Shape;2256;p9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9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9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9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60" name="Google Shape;2260;p9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9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9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9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9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9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 name="Google Shape;2266;p9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67" name="Google Shape;2267;p96"/>
            <p:cNvGrpSpPr/>
            <p:nvPr/>
          </p:nvGrpSpPr>
          <p:grpSpPr>
            <a:xfrm>
              <a:off x="4403342" y="3107749"/>
              <a:ext cx="316680" cy="101374"/>
              <a:chOff x="5068275" y="3161675"/>
              <a:chExt cx="664875" cy="222850"/>
            </a:xfrm>
          </p:grpSpPr>
          <p:sp>
            <p:nvSpPr>
              <p:cNvPr id="2268" name="Google Shape;2268;p9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9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9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 name="Google Shape;2271;p9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72" name="Google Shape;2272;p9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p9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9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 name="Google Shape;2275;p9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 name="Google Shape;2276;p9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9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 name="Google Shape;2278;p9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 name="Google Shape;2279;p9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 name="Google Shape;2280;p9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9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9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 name="Google Shape;2283;p9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 name="Google Shape;2284;p9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9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9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9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9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9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9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9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9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9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9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9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9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9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9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9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9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01" name="Google Shape;2301;p96"/>
            <p:cNvGrpSpPr/>
            <p:nvPr/>
          </p:nvGrpSpPr>
          <p:grpSpPr>
            <a:xfrm>
              <a:off x="3697513" y="2707266"/>
              <a:ext cx="59549" cy="79733"/>
              <a:chOff x="3586375" y="2281300"/>
              <a:chExt cx="125025" cy="175275"/>
            </a:xfrm>
          </p:grpSpPr>
          <p:sp>
            <p:nvSpPr>
              <p:cNvPr id="2302" name="Google Shape;2302;p9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9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04" name="Google Shape;2304;p9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05" name="Google Shape;2305;p96"/>
            <p:cNvGrpSpPr/>
            <p:nvPr/>
          </p:nvGrpSpPr>
          <p:grpSpPr>
            <a:xfrm>
              <a:off x="4513224" y="3221724"/>
              <a:ext cx="274563" cy="280321"/>
              <a:chOff x="5298975" y="3412225"/>
              <a:chExt cx="576450" cy="616225"/>
            </a:xfrm>
          </p:grpSpPr>
          <p:sp>
            <p:nvSpPr>
              <p:cNvPr id="2306" name="Google Shape;2306;p9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2307" name="Google Shape;2307;p9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8" name="Google Shape;2308;p96"/>
            <p:cNvGrpSpPr/>
            <p:nvPr/>
          </p:nvGrpSpPr>
          <p:grpSpPr>
            <a:xfrm>
              <a:off x="4824403" y="3421846"/>
              <a:ext cx="110132" cy="130647"/>
              <a:chOff x="5952300" y="3852150"/>
              <a:chExt cx="231225" cy="287200"/>
            </a:xfrm>
          </p:grpSpPr>
          <p:sp>
            <p:nvSpPr>
              <p:cNvPr id="2309" name="Google Shape;2309;p9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9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11" name="Google Shape;2311;p9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9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9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9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9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9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9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9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19" name="Google Shape;2319;p96"/>
            <p:cNvGrpSpPr/>
            <p:nvPr/>
          </p:nvGrpSpPr>
          <p:grpSpPr>
            <a:xfrm>
              <a:off x="4295710" y="3079670"/>
              <a:ext cx="14968" cy="27135"/>
              <a:chOff x="4842300" y="3099950"/>
              <a:chExt cx="31425" cy="59650"/>
            </a:xfrm>
          </p:grpSpPr>
          <p:sp>
            <p:nvSpPr>
              <p:cNvPr id="2320" name="Google Shape;2320;p9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9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9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9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24" name="Google Shape;2324;p9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9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9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9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9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9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9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9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32" name="Google Shape;2332;p96"/>
            <p:cNvGrpSpPr/>
            <p:nvPr/>
          </p:nvGrpSpPr>
          <p:grpSpPr>
            <a:xfrm>
              <a:off x="3831056" y="2816010"/>
              <a:ext cx="37378" cy="27612"/>
              <a:chOff x="3866750" y="2520350"/>
              <a:chExt cx="78475" cy="60700"/>
            </a:xfrm>
          </p:grpSpPr>
          <p:sp>
            <p:nvSpPr>
              <p:cNvPr id="2333" name="Google Shape;2333;p9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9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9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9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37" name="Google Shape;2337;p9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9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9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9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9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9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9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9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9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9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9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9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9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9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9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9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9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2354" name="Google Shape;2354;p9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9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9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9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9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9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9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9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9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9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9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9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2366" name="Google Shape;2366;p9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9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9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9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9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9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9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9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9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9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9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9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9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79" name="Google Shape;2379;p96"/>
            <p:cNvGrpSpPr/>
            <p:nvPr/>
          </p:nvGrpSpPr>
          <p:grpSpPr>
            <a:xfrm>
              <a:off x="3632736" y="3051591"/>
              <a:ext cx="63288" cy="45217"/>
              <a:chOff x="3450375" y="3038225"/>
              <a:chExt cx="132875" cy="99400"/>
            </a:xfrm>
          </p:grpSpPr>
          <p:sp>
            <p:nvSpPr>
              <p:cNvPr id="2380" name="Google Shape;2380;p9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9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82" name="Google Shape;2382;p9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9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9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9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9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9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9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9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9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2391" name="Google Shape;2391;p9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9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9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9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9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9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9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9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9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9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A6CBC2"/>
                </a:solidFill>
                <a:latin typeface="Arial"/>
                <a:ea typeface="Arial"/>
                <a:cs typeface="Arial"/>
                <a:sym typeface="Arial"/>
              </a:endParaRPr>
            </a:p>
          </p:txBody>
        </p:sp>
        <p:sp>
          <p:nvSpPr>
            <p:cNvPr id="2401" name="Google Shape;2401;p9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9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9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9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9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9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6B65"/>
                </a:solidFill>
                <a:latin typeface="Arial"/>
                <a:ea typeface="Arial"/>
                <a:cs typeface="Arial"/>
                <a:sym typeface="Arial"/>
              </a:endParaRPr>
            </a:p>
          </p:txBody>
        </p:sp>
        <p:sp>
          <p:nvSpPr>
            <p:cNvPr id="2407" name="Google Shape;2407;p9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9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9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9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9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9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9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9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9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9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7" name="Google Shape;2417;p96"/>
          <p:cNvGrpSpPr/>
          <p:nvPr/>
        </p:nvGrpSpPr>
        <p:grpSpPr>
          <a:xfrm>
            <a:off x="719116" y="2850945"/>
            <a:ext cx="2622876" cy="1333540"/>
            <a:chOff x="238125" y="1038125"/>
            <a:chExt cx="7146800" cy="3633625"/>
          </a:xfrm>
        </p:grpSpPr>
        <p:sp>
          <p:nvSpPr>
            <p:cNvPr id="2418" name="Google Shape;2418;p9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9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9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9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9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9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9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9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9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9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9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9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9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9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9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9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9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9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9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9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9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9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9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9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9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9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9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9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9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9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9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9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9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9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9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9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9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9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9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9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9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9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9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9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9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9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9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9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9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9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9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9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9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9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9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9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9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9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9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9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9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9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9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9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9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9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9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9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9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9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9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9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9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9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9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9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9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9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9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9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9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9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9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9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9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9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9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9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9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9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9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9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9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9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9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9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9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9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9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9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9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9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9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9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9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9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9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9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9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9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9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9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9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9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9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9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9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9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9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9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9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9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9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9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9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9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9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9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9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9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9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9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9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9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9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9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9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9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9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9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9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9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9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9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9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9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9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9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9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9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9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9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9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9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9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9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9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9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9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9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9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9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9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9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9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9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9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9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9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9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9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9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9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9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9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9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9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9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9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9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9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9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9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9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9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9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9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9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9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9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9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9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9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9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9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9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9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9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9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9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9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9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9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9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9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9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9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9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9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9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9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9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9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9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9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9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9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9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9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9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9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9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9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9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9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9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9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9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9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9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9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9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9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9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9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9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9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9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9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9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9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9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9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9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9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9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9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9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9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9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9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9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9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9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9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9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9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9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9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9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9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9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9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9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9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9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9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9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9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9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9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9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9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9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9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9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9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9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9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9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9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9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9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9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9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9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9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9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9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9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9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9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 name="Google Shape;2710;p9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 name="Google Shape;2711;p9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9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9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9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9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9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9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9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9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9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9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9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p9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p9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9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 name="Google Shape;2726;p9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9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9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9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9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9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9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9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9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9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9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9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9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9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9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9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9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9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9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9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9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9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9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9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9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9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9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9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9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9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9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9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9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9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9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9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9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9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9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9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9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9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9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9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9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9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9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9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9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9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9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9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9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9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9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9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9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9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9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9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9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9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9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9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9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9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9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9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9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9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9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9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9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9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9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9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9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9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9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9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9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9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9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9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9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9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9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9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9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9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9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9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9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9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9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9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9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9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9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9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9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9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9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9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9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9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9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9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9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9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9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9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9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9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9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9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9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9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9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9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9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9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9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9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9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9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9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9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9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9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9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9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9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9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p9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p9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9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9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9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9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9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9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9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p9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9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9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9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9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9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9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9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9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9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9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9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9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9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9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9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9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9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9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9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9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9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9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2" name="Google Shape;2892;p9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9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9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9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9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9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9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9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9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9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9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9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9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9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9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9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9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9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9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9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9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9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9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9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9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9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9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9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9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9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9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9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9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9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9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9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9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9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9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9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9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9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9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9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9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9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9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9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9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9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9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9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9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9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9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9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9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9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9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9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9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9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9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9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9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9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9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9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9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9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9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9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9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9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9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9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9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9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9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9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9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9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9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9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9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9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9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9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9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9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9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9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9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9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9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9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9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9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9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9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9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9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9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9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9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9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9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9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9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9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9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9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9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9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9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9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9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9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9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9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9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9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9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9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9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9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9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9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9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9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9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9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9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9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9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9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9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9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9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9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9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9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9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9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9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9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9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9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9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9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9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9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9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9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9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9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9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9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9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9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9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9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9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9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9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9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9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9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9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9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9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9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9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9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9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9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9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9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9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9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9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9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9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9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9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9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9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9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9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9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9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9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9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9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9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9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9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9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9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9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9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9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9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9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9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9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9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9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9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9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9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9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9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9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9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9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9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9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9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9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9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9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9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9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9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9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9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9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9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9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9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9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9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9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9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9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9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9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9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9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9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9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9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9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9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9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9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9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9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9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9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9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9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9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9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9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9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9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9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9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9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9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9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9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9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9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9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9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9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9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9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9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9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9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9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9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9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9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9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9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9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9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9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9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9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9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9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9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9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9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9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9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9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9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9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9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9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9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9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9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9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9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9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9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9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9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9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9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9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9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9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9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9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9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9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9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9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9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9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9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9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9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9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9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9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9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9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9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9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9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9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9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9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9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9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9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9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9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9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9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9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9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9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9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9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9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9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9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9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9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9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9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9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9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9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9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9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9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9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9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9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9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9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9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9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9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9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9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9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9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9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9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9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9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9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9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9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9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9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9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9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9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9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9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9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9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9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9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9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9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9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9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9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9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9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9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9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9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9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9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9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9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9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9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9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9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9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9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9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9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9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9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9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9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9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9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9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9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9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9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9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9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9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9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9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9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9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9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9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9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9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9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9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9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9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9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9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9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9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9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9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9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9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9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9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9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9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9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9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9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9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9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9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9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9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9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9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9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9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9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9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9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9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9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9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9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9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9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9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9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9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9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9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9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9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9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9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9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9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9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9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9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9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9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9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9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9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9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9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9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9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9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9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9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9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9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9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9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9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9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9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9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9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9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9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9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9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9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9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9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9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9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9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9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9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9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9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9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9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9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9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9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9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9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9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9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9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9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9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9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9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9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9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9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9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9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9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9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9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9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9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9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9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9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9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9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9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9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9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9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9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9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9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9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9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9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9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9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9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9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9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9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9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9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9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9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9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9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9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9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9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9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9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9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9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9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9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9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9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9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9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9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9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9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9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9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9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9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9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9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9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9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9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9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9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9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9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9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9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9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9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9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9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9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9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9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9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9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9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9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9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9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9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9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9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9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9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9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9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9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9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9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9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9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9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9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9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9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9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9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9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9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9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9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9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9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9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9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9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9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9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9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9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9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9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9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9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9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9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9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9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9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9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9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9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9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9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9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9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9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9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9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9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9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9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9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9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9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9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9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9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9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9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9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9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9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9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9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9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9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9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9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9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9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9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9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9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9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9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9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9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9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9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9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9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9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9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9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9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9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9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9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9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9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9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9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9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9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9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9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9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9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9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9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9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9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9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9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9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9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9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9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9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9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9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9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9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9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9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9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9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9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9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9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9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9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9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9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9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9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9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9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9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9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9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9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9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9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9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9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9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9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9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9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9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9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9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9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9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9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9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9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9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9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9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9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9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9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9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9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9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9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9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9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9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9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9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9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9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9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9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9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9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9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9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9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9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9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9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9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9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9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9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9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9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9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9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9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9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9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9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9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9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9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9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9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9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9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9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9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9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9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9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9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9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9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9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9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9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9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9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9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9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9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9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9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9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9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9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9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9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9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9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9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9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9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9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9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9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9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9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9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9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9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9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9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9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9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9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9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9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9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9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9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9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9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9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9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9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9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9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9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9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9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9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9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9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9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9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9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9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9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9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9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9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9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9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9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9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9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9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9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9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9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9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9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9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9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9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9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9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9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9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9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9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9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9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9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9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9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9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9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9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9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9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9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9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9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9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9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9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9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9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9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9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9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9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9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9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9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9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9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9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9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9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9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9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9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9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9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9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9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9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9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9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9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9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9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9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9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9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9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9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9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9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9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9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9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9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9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9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9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9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9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9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9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9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9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9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9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9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9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9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9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9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9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9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9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9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9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9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9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9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9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9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9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9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9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9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9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9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9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9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9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9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9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9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9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9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9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9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9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9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9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9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9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9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9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9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9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9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9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9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9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9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9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9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9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9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9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9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9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9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9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9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9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9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9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9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9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9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9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9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9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9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9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9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9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9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9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9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9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9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9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9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9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9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9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9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9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9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9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9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9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9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9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9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9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9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9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9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9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9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9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9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9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9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9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9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9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9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9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9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9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9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9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9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9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9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9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9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9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9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9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9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9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9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9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9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9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9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9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9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9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9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9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9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9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9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9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9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9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9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9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9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9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9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9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90" name="Google Shape;3990;p96"/>
          <p:cNvGrpSpPr/>
          <p:nvPr/>
        </p:nvGrpSpPr>
        <p:grpSpPr>
          <a:xfrm>
            <a:off x="5834044" y="993055"/>
            <a:ext cx="2590840" cy="1380235"/>
            <a:chOff x="233350" y="949250"/>
            <a:chExt cx="7137300" cy="3802300"/>
          </a:xfrm>
        </p:grpSpPr>
        <p:sp>
          <p:nvSpPr>
            <p:cNvPr id="3991" name="Google Shape;3991;p9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9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9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9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9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9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9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9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9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9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9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9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9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9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9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9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9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9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9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9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9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9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9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9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9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9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9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9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9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9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9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9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9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9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9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9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9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9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9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9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9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9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9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9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9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9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9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9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9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9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9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42" name="Google Shape;4042;p96"/>
          <p:cNvGrpSpPr/>
          <p:nvPr/>
        </p:nvGrpSpPr>
        <p:grpSpPr>
          <a:xfrm>
            <a:off x="7648473" y="3037828"/>
            <a:ext cx="104231" cy="320340"/>
            <a:chOff x="7564426" y="3224343"/>
            <a:chExt cx="119985" cy="368801"/>
          </a:xfrm>
        </p:grpSpPr>
        <p:sp>
          <p:nvSpPr>
            <p:cNvPr id="4043" name="Google Shape;4043;p9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9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45" name="Google Shape;4045;p96"/>
          <p:cNvGrpSpPr/>
          <p:nvPr/>
        </p:nvGrpSpPr>
        <p:grpSpPr>
          <a:xfrm>
            <a:off x="7347962" y="3031929"/>
            <a:ext cx="189489" cy="332132"/>
            <a:chOff x="8370831" y="3202002"/>
            <a:chExt cx="218129" cy="382376"/>
          </a:xfrm>
        </p:grpSpPr>
        <p:sp>
          <p:nvSpPr>
            <p:cNvPr id="4046" name="Google Shape;4046;p9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9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48" name="Google Shape;4048;p96"/>
          <p:cNvGrpSpPr/>
          <p:nvPr/>
        </p:nvGrpSpPr>
        <p:grpSpPr>
          <a:xfrm>
            <a:off x="8071351" y="3443061"/>
            <a:ext cx="309429" cy="267000"/>
            <a:chOff x="6742064" y="3750480"/>
            <a:chExt cx="399315" cy="344560"/>
          </a:xfrm>
        </p:grpSpPr>
        <p:sp>
          <p:nvSpPr>
            <p:cNvPr id="4049" name="Google Shape;4049;p9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9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51" name="Google Shape;4051;p96"/>
          <p:cNvGrpSpPr/>
          <p:nvPr/>
        </p:nvGrpSpPr>
        <p:grpSpPr>
          <a:xfrm>
            <a:off x="7610370" y="3794109"/>
            <a:ext cx="180437" cy="281608"/>
            <a:chOff x="7248525" y="3739696"/>
            <a:chExt cx="230531" cy="359790"/>
          </a:xfrm>
        </p:grpSpPr>
        <p:sp>
          <p:nvSpPr>
            <p:cNvPr id="4052" name="Google Shape;4052;p9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9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54" name="Google Shape;4054;p96"/>
          <p:cNvGrpSpPr/>
          <p:nvPr/>
        </p:nvGrpSpPr>
        <p:grpSpPr>
          <a:xfrm>
            <a:off x="7856289" y="3437333"/>
            <a:ext cx="162896" cy="278710"/>
            <a:chOff x="7601242" y="3729267"/>
            <a:chExt cx="222566" cy="380803"/>
          </a:xfrm>
        </p:grpSpPr>
        <p:sp>
          <p:nvSpPr>
            <p:cNvPr id="4055" name="Google Shape;4055;p9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9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057" name="Google Shape;4057;p96"/>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15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58" name="Google Shape;4058;p96"/>
          <p:cNvGrpSpPr/>
          <p:nvPr/>
        </p:nvGrpSpPr>
        <p:grpSpPr>
          <a:xfrm>
            <a:off x="7345935" y="3438473"/>
            <a:ext cx="193542" cy="275990"/>
            <a:chOff x="8304647" y="3738687"/>
            <a:chExt cx="225075" cy="320956"/>
          </a:xfrm>
        </p:grpSpPr>
        <p:sp>
          <p:nvSpPr>
            <p:cNvPr id="4059" name="Google Shape;4059;p9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9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9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62" name="Google Shape;4062;p96"/>
          <p:cNvGrpSpPr/>
          <p:nvPr/>
        </p:nvGrpSpPr>
        <p:grpSpPr>
          <a:xfrm>
            <a:off x="7618427" y="3438473"/>
            <a:ext cx="178492" cy="275990"/>
            <a:chOff x="8615101" y="3738687"/>
            <a:chExt cx="207573" cy="320956"/>
          </a:xfrm>
        </p:grpSpPr>
        <p:sp>
          <p:nvSpPr>
            <p:cNvPr id="4063" name="Google Shape;4063;p9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9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9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066" name="Google Shape;4066;p96"/>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67" name="Google Shape;4067;p96"/>
          <p:cNvGrpSpPr/>
          <p:nvPr/>
        </p:nvGrpSpPr>
        <p:grpSpPr>
          <a:xfrm>
            <a:off x="6013132" y="3559961"/>
            <a:ext cx="557671" cy="511283"/>
            <a:chOff x="6015419" y="3716859"/>
            <a:chExt cx="557671" cy="511283"/>
          </a:xfrm>
        </p:grpSpPr>
        <p:sp>
          <p:nvSpPr>
            <p:cNvPr id="4068" name="Google Shape;4068;p9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69" name="Google Shape;4069;p96"/>
            <p:cNvGrpSpPr/>
            <p:nvPr/>
          </p:nvGrpSpPr>
          <p:grpSpPr>
            <a:xfrm>
              <a:off x="6036094" y="3716980"/>
              <a:ext cx="529860" cy="510469"/>
              <a:chOff x="6036094" y="3716980"/>
              <a:chExt cx="529860" cy="510469"/>
            </a:xfrm>
          </p:grpSpPr>
          <p:sp>
            <p:nvSpPr>
              <p:cNvPr id="4070" name="Google Shape;4070;p9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9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9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9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9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9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9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9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9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9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080" name="Google Shape;4080;p96"/>
          <p:cNvGrpSpPr/>
          <p:nvPr/>
        </p:nvGrpSpPr>
        <p:grpSpPr>
          <a:xfrm>
            <a:off x="6642017" y="2916730"/>
            <a:ext cx="576302" cy="511871"/>
            <a:chOff x="6644304" y="3073628"/>
            <a:chExt cx="576302" cy="511871"/>
          </a:xfrm>
        </p:grpSpPr>
        <p:sp>
          <p:nvSpPr>
            <p:cNvPr id="4081" name="Google Shape;4081;p9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82" name="Google Shape;4082;p96"/>
            <p:cNvGrpSpPr/>
            <p:nvPr/>
          </p:nvGrpSpPr>
          <p:grpSpPr>
            <a:xfrm>
              <a:off x="6712169" y="3085440"/>
              <a:ext cx="481623" cy="494913"/>
              <a:chOff x="6712169" y="3085440"/>
              <a:chExt cx="481623" cy="494913"/>
            </a:xfrm>
          </p:grpSpPr>
          <p:sp>
            <p:nvSpPr>
              <p:cNvPr id="4083" name="Google Shape;4083;p9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9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9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9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9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088" name="Google Shape;4088;p9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9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9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091" name="Google Shape;4091;p96"/>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92" name="Google Shape;4092;p96"/>
          <p:cNvGrpSpPr/>
          <p:nvPr/>
        </p:nvGrpSpPr>
        <p:grpSpPr>
          <a:xfrm>
            <a:off x="6649868" y="3559725"/>
            <a:ext cx="560631" cy="511352"/>
            <a:chOff x="6652154" y="3716623"/>
            <a:chExt cx="560631" cy="511352"/>
          </a:xfrm>
        </p:grpSpPr>
        <p:sp>
          <p:nvSpPr>
            <p:cNvPr id="4093" name="Google Shape;4093;p9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94" name="Google Shape;4094;p96"/>
            <p:cNvGrpSpPr/>
            <p:nvPr/>
          </p:nvGrpSpPr>
          <p:grpSpPr>
            <a:xfrm>
              <a:off x="6669657" y="3716715"/>
              <a:ext cx="466779" cy="464290"/>
              <a:chOff x="6669657" y="3716715"/>
              <a:chExt cx="466779" cy="464290"/>
            </a:xfrm>
          </p:grpSpPr>
          <p:sp>
            <p:nvSpPr>
              <p:cNvPr id="4095" name="Google Shape;4095;p9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9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9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9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9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9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9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9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9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9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9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9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9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108" name="Google Shape;4108;p96"/>
          <p:cNvGrpSpPr/>
          <p:nvPr/>
        </p:nvGrpSpPr>
        <p:grpSpPr>
          <a:xfrm>
            <a:off x="7843959" y="3841134"/>
            <a:ext cx="187557" cy="187557"/>
            <a:chOff x="8565775" y="671075"/>
            <a:chExt cx="441000" cy="441000"/>
          </a:xfrm>
        </p:grpSpPr>
        <p:sp>
          <p:nvSpPr>
            <p:cNvPr id="4109" name="Google Shape;4109;p96"/>
            <p:cNvSpPr/>
            <p:nvPr/>
          </p:nvSpPr>
          <p:spPr>
            <a:xfrm>
              <a:off x="8565775" y="671075"/>
              <a:ext cx="441000" cy="441000"/>
            </a:xfrm>
            <a:prstGeom prst="ellipse">
              <a:avLst/>
            </a:prstGeom>
            <a:gradFill>
              <a:gsLst>
                <a:gs pos="0">
                  <a:srgbClr val="869FB1">
                    <a:alpha val="65882"/>
                  </a:srgbClr>
                </a:gs>
                <a:gs pos="100000">
                  <a:srgbClr val="FFFFFF">
                    <a:alpha val="65882"/>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9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11" name="Google Shape;4111;p96"/>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96"/>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113" name="Google Shape;4113;p96"/>
          <p:cNvGrpSpPr/>
          <p:nvPr/>
        </p:nvGrpSpPr>
        <p:grpSpPr>
          <a:xfrm>
            <a:off x="5997814" y="2919352"/>
            <a:ext cx="587871" cy="512373"/>
            <a:chOff x="6000100" y="3076250"/>
            <a:chExt cx="587871" cy="512373"/>
          </a:xfrm>
        </p:grpSpPr>
        <p:sp>
          <p:nvSpPr>
            <p:cNvPr id="4114" name="Google Shape;4114;p9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115" name="Google Shape;4115;p96"/>
            <p:cNvGrpSpPr/>
            <p:nvPr/>
          </p:nvGrpSpPr>
          <p:grpSpPr>
            <a:xfrm>
              <a:off x="6031360" y="3076713"/>
              <a:ext cx="539107" cy="480965"/>
              <a:chOff x="6031360" y="3076713"/>
              <a:chExt cx="539107" cy="480965"/>
            </a:xfrm>
          </p:grpSpPr>
          <p:sp>
            <p:nvSpPr>
              <p:cNvPr id="4116" name="Google Shape;4116;p9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9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9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9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9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9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9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123" name="Google Shape;4123;p96"/>
          <p:cNvGrpSpPr/>
          <p:nvPr/>
        </p:nvGrpSpPr>
        <p:grpSpPr>
          <a:xfrm>
            <a:off x="3369305" y="938716"/>
            <a:ext cx="2310381" cy="1488888"/>
            <a:chOff x="229225" y="549050"/>
            <a:chExt cx="7161750" cy="4615275"/>
          </a:xfrm>
        </p:grpSpPr>
        <p:sp>
          <p:nvSpPr>
            <p:cNvPr id="4124" name="Google Shape;4124;p9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9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9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9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9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9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9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9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9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9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9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9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9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9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9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9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9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9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9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9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9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9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9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9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9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9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9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9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9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9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9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9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9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9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9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9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9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9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9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9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9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9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9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9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9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9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9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9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9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9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9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9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9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9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9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9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9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9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9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9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9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9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9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9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9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9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9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9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9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9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9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9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9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9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9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9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9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9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9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9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9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9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9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9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9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9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9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9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9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9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9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9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9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9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9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9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9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9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9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9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9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9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9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9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9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9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9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9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9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9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9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9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9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9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9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9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9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41" name="Google Shape;4241;p96"/>
          <p:cNvGrpSpPr/>
          <p:nvPr/>
        </p:nvGrpSpPr>
        <p:grpSpPr>
          <a:xfrm>
            <a:off x="3514723" y="2830563"/>
            <a:ext cx="2310282" cy="1374222"/>
            <a:chOff x="238125" y="732525"/>
            <a:chExt cx="7130500" cy="4241425"/>
          </a:xfrm>
        </p:grpSpPr>
        <p:sp>
          <p:nvSpPr>
            <p:cNvPr id="4242" name="Google Shape;4242;p9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9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9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9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9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9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9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9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9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9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9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9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9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9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9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9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9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9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9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9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9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9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9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9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9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9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9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9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9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9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9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9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9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9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9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9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9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9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9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9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9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9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9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9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9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9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9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9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9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9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9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9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9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9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9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9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9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9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9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9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9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9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9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9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9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9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9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9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9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9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9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9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9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9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9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9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9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9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9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9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9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9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9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9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9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9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9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9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9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9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9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9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9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9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9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9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9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9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9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9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9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9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9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9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9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9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9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9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9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9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9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9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9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9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9" name="Shape 4359"/>
        <p:cNvGrpSpPr/>
        <p:nvPr/>
      </p:nvGrpSpPr>
      <p:grpSpPr>
        <a:xfrm>
          <a:off x="0" y="0"/>
          <a:ext cx="0" cy="0"/>
          <a:chOff x="0" y="0"/>
          <a:chExt cx="0" cy="0"/>
        </a:xfrm>
      </p:grpSpPr>
      <p:grpSp>
        <p:nvGrpSpPr>
          <p:cNvPr id="4360" name="Google Shape;4360;p97"/>
          <p:cNvGrpSpPr/>
          <p:nvPr/>
        </p:nvGrpSpPr>
        <p:grpSpPr>
          <a:xfrm>
            <a:off x="725414" y="969763"/>
            <a:ext cx="2507799" cy="206238"/>
            <a:chOff x="106648" y="895722"/>
            <a:chExt cx="4481414" cy="374299"/>
          </a:xfrm>
        </p:grpSpPr>
        <p:grpSp>
          <p:nvGrpSpPr>
            <p:cNvPr id="4361" name="Google Shape;4361;p97"/>
            <p:cNvGrpSpPr/>
            <p:nvPr/>
          </p:nvGrpSpPr>
          <p:grpSpPr>
            <a:xfrm>
              <a:off x="2233276" y="895722"/>
              <a:ext cx="1082667" cy="223591"/>
              <a:chOff x="4808316" y="2800065"/>
              <a:chExt cx="1999386" cy="412910"/>
            </a:xfrm>
          </p:grpSpPr>
          <p:sp>
            <p:nvSpPr>
              <p:cNvPr id="4362" name="Google Shape;4362;p9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363" name="Google Shape;4363;p97"/>
              <p:cNvGrpSpPr/>
              <p:nvPr/>
            </p:nvGrpSpPr>
            <p:grpSpPr>
              <a:xfrm>
                <a:off x="4808316" y="2800065"/>
                <a:ext cx="92400" cy="411825"/>
                <a:chOff x="845575" y="2563700"/>
                <a:chExt cx="92400" cy="411825"/>
              </a:xfrm>
            </p:grpSpPr>
            <p:cxnSp>
              <p:nvCxnSpPr>
                <p:cNvPr id="4364" name="Google Shape;4364;p9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65" name="Google Shape;4365;p9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366" name="Google Shape;4366;p97"/>
            <p:cNvGrpSpPr/>
            <p:nvPr/>
          </p:nvGrpSpPr>
          <p:grpSpPr>
            <a:xfrm>
              <a:off x="106648" y="895722"/>
              <a:ext cx="1088401" cy="223591"/>
              <a:chOff x="881025" y="2800065"/>
              <a:chExt cx="2009975" cy="412910"/>
            </a:xfrm>
          </p:grpSpPr>
          <p:sp>
            <p:nvSpPr>
              <p:cNvPr id="4367" name="Google Shape;4367;p9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368" name="Google Shape;4368;p97"/>
              <p:cNvGrpSpPr/>
              <p:nvPr/>
            </p:nvGrpSpPr>
            <p:grpSpPr>
              <a:xfrm>
                <a:off x="881025" y="2800065"/>
                <a:ext cx="92400" cy="411825"/>
                <a:chOff x="845575" y="2563700"/>
                <a:chExt cx="92400" cy="411825"/>
              </a:xfrm>
            </p:grpSpPr>
            <p:cxnSp>
              <p:nvCxnSpPr>
                <p:cNvPr id="4369" name="Google Shape;4369;p9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70" name="Google Shape;4370;p9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371" name="Google Shape;4371;p97"/>
            <p:cNvGrpSpPr/>
            <p:nvPr/>
          </p:nvGrpSpPr>
          <p:grpSpPr>
            <a:xfrm>
              <a:off x="1172346" y="1047018"/>
              <a:ext cx="1083151" cy="223003"/>
              <a:chOff x="2849073" y="3079467"/>
              <a:chExt cx="2000279" cy="411825"/>
            </a:xfrm>
          </p:grpSpPr>
          <p:sp>
            <p:nvSpPr>
              <p:cNvPr id="4372" name="Google Shape;4372;p9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373" name="Google Shape;4373;p97"/>
              <p:cNvGrpSpPr/>
              <p:nvPr/>
            </p:nvGrpSpPr>
            <p:grpSpPr>
              <a:xfrm rot="10800000">
                <a:off x="2849073" y="3079467"/>
                <a:ext cx="92400" cy="411825"/>
                <a:chOff x="2070100" y="2563700"/>
                <a:chExt cx="92400" cy="411825"/>
              </a:xfrm>
            </p:grpSpPr>
            <p:cxnSp>
              <p:nvCxnSpPr>
                <p:cNvPr id="4374" name="Google Shape;4374;p9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75" name="Google Shape;4375;p9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376" name="Google Shape;4376;p97"/>
            <p:cNvGrpSpPr/>
            <p:nvPr/>
          </p:nvGrpSpPr>
          <p:grpSpPr>
            <a:xfrm>
              <a:off x="3290132" y="1047018"/>
              <a:ext cx="1297930" cy="223003"/>
              <a:chOff x="6760035" y="3079467"/>
              <a:chExt cx="2396915" cy="411825"/>
            </a:xfrm>
          </p:grpSpPr>
          <p:sp>
            <p:nvSpPr>
              <p:cNvPr id="4377" name="Google Shape;4377;p9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378" name="Google Shape;4378;p97"/>
              <p:cNvGrpSpPr/>
              <p:nvPr/>
            </p:nvGrpSpPr>
            <p:grpSpPr>
              <a:xfrm rot="10800000">
                <a:off x="6760035" y="3079467"/>
                <a:ext cx="92400" cy="411825"/>
                <a:chOff x="2070100" y="2563700"/>
                <a:chExt cx="92400" cy="411825"/>
              </a:xfrm>
            </p:grpSpPr>
            <p:cxnSp>
              <p:nvCxnSpPr>
                <p:cNvPr id="4379" name="Google Shape;4379;p9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80" name="Google Shape;4380;p9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4381" name="Google Shape;4381;p97"/>
          <p:cNvGrpSpPr/>
          <p:nvPr/>
        </p:nvGrpSpPr>
        <p:grpSpPr>
          <a:xfrm>
            <a:off x="2143176" y="3369134"/>
            <a:ext cx="1086701" cy="799429"/>
            <a:chOff x="2183288" y="3555572"/>
            <a:chExt cx="1136241" cy="835873"/>
          </a:xfrm>
        </p:grpSpPr>
        <p:sp>
          <p:nvSpPr>
            <p:cNvPr id="4382" name="Google Shape;4382;p9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383" name="Google Shape;4383;p97"/>
            <p:cNvGrpSpPr/>
            <p:nvPr/>
          </p:nvGrpSpPr>
          <p:grpSpPr>
            <a:xfrm>
              <a:off x="2205895" y="3637269"/>
              <a:ext cx="1089848" cy="724994"/>
              <a:chOff x="2205895" y="3637269"/>
              <a:chExt cx="1089848" cy="724994"/>
            </a:xfrm>
          </p:grpSpPr>
          <p:sp>
            <p:nvSpPr>
              <p:cNvPr id="4384" name="Google Shape;4384;p9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9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9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9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9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9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390" name="Google Shape;4390;p9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391" name="Google Shape;4391;p9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sm" w="sm" type="none"/>
            </a:ln>
          </p:spPr>
        </p:cxnSp>
        <p:grpSp>
          <p:nvGrpSpPr>
            <p:cNvPr id="4392" name="Google Shape;4392;p97"/>
            <p:cNvGrpSpPr/>
            <p:nvPr/>
          </p:nvGrpSpPr>
          <p:grpSpPr>
            <a:xfrm>
              <a:off x="3173850" y="3779427"/>
              <a:ext cx="145678" cy="70048"/>
              <a:chOff x="3173850" y="3779427"/>
              <a:chExt cx="145678" cy="70048"/>
            </a:xfrm>
          </p:grpSpPr>
          <p:cxnSp>
            <p:nvCxnSpPr>
              <p:cNvPr id="4393" name="Google Shape;4393;p97"/>
              <p:cNvCxnSpPr/>
              <p:nvPr/>
            </p:nvCxnSpPr>
            <p:spPr>
              <a:xfrm rot="10800000">
                <a:off x="3173850" y="3817250"/>
                <a:ext cx="94500" cy="0"/>
              </a:xfrm>
              <a:prstGeom prst="straightConnector1">
                <a:avLst/>
              </a:prstGeom>
              <a:noFill/>
              <a:ln cap="flat" cmpd="sng" w="9525">
                <a:solidFill>
                  <a:srgbClr val="BAC8D3"/>
                </a:solidFill>
                <a:prstDash val="solid"/>
                <a:round/>
                <a:headEnd len="sm" w="sm" type="none"/>
                <a:tailEnd len="med" w="med" type="diamond"/>
              </a:ln>
            </p:spPr>
          </p:cxnSp>
          <p:sp>
            <p:nvSpPr>
              <p:cNvPr id="4394" name="Google Shape;4394;p9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95" name="Google Shape;4395;p97"/>
            <p:cNvGrpSpPr/>
            <p:nvPr/>
          </p:nvGrpSpPr>
          <p:grpSpPr>
            <a:xfrm>
              <a:off x="2183288" y="4139483"/>
              <a:ext cx="145133" cy="70048"/>
              <a:chOff x="2183288" y="4139484"/>
              <a:chExt cx="145133" cy="70048"/>
            </a:xfrm>
          </p:grpSpPr>
          <p:cxnSp>
            <p:nvCxnSpPr>
              <p:cNvPr id="4396" name="Google Shape;4396;p9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sm" w="sm" type="none"/>
              </a:ln>
            </p:spPr>
          </p:cxnSp>
          <p:sp>
            <p:nvSpPr>
              <p:cNvPr id="4397" name="Google Shape;4397;p9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398" name="Google Shape;4398;p9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399" name="Google Shape;4399;p9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sm" w="sm" type="none"/>
            </a:ln>
          </p:spPr>
        </p:cxnSp>
        <p:grpSp>
          <p:nvGrpSpPr>
            <p:cNvPr id="4400" name="Google Shape;4400;p97"/>
            <p:cNvGrpSpPr/>
            <p:nvPr/>
          </p:nvGrpSpPr>
          <p:grpSpPr>
            <a:xfrm>
              <a:off x="2943836" y="4268886"/>
              <a:ext cx="60717" cy="122559"/>
              <a:chOff x="2943836" y="4268886"/>
              <a:chExt cx="60717" cy="122559"/>
            </a:xfrm>
          </p:grpSpPr>
          <p:sp>
            <p:nvSpPr>
              <p:cNvPr id="4401" name="Google Shape;4401;p9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402" name="Google Shape;4402;p9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sm" w="sm" type="none"/>
              </a:ln>
            </p:spPr>
          </p:cxnSp>
        </p:grpSp>
      </p:grpSp>
      <p:grpSp>
        <p:nvGrpSpPr>
          <p:cNvPr id="4403" name="Google Shape;4403;p97"/>
          <p:cNvGrpSpPr/>
          <p:nvPr/>
        </p:nvGrpSpPr>
        <p:grpSpPr>
          <a:xfrm>
            <a:off x="3406121" y="1290134"/>
            <a:ext cx="1675870" cy="758252"/>
            <a:chOff x="3530532" y="1496185"/>
            <a:chExt cx="1562000" cy="706731"/>
          </a:xfrm>
        </p:grpSpPr>
        <p:cxnSp>
          <p:nvCxnSpPr>
            <p:cNvPr id="4404" name="Google Shape;4404;p97"/>
            <p:cNvCxnSpPr/>
            <p:nvPr/>
          </p:nvCxnSpPr>
          <p:spPr>
            <a:xfrm>
              <a:off x="3583832" y="1857562"/>
              <a:ext cx="1508700" cy="0"/>
            </a:xfrm>
            <a:prstGeom prst="straightConnector1">
              <a:avLst/>
            </a:prstGeom>
            <a:noFill/>
            <a:ln cap="flat" cmpd="sng" w="28575">
              <a:solidFill>
                <a:srgbClr val="A5B7C6"/>
              </a:solidFill>
              <a:prstDash val="solid"/>
              <a:round/>
              <a:headEnd len="sm" w="sm" type="none"/>
              <a:tailEnd len="med" w="med" type="triangle"/>
            </a:ln>
          </p:spPr>
        </p:cxnSp>
        <p:grpSp>
          <p:nvGrpSpPr>
            <p:cNvPr id="4405" name="Google Shape;4405;p97"/>
            <p:cNvGrpSpPr/>
            <p:nvPr/>
          </p:nvGrpSpPr>
          <p:grpSpPr>
            <a:xfrm>
              <a:off x="3530532" y="1496185"/>
              <a:ext cx="323430" cy="463587"/>
              <a:chOff x="3530532" y="1496185"/>
              <a:chExt cx="323430" cy="463587"/>
            </a:xfrm>
          </p:grpSpPr>
          <p:grpSp>
            <p:nvGrpSpPr>
              <p:cNvPr id="4406" name="Google Shape;4406;p97"/>
              <p:cNvGrpSpPr/>
              <p:nvPr/>
            </p:nvGrpSpPr>
            <p:grpSpPr>
              <a:xfrm>
                <a:off x="3567462" y="1496185"/>
                <a:ext cx="286500" cy="361376"/>
                <a:chOff x="3567462" y="1496185"/>
                <a:chExt cx="286500" cy="361376"/>
              </a:xfrm>
            </p:grpSpPr>
            <p:cxnSp>
              <p:nvCxnSpPr>
                <p:cNvPr id="4407" name="Google Shape;4407;p97"/>
                <p:cNvCxnSpPr/>
                <p:nvPr/>
              </p:nvCxnSpPr>
              <p:spPr>
                <a:xfrm rot="10800000">
                  <a:off x="3626630" y="1565661"/>
                  <a:ext cx="0" cy="291900"/>
                </a:xfrm>
                <a:prstGeom prst="straightConnector1">
                  <a:avLst/>
                </a:prstGeom>
                <a:noFill/>
                <a:ln cap="flat" cmpd="sng" w="28575">
                  <a:solidFill>
                    <a:srgbClr val="A5B7C6"/>
                  </a:solidFill>
                  <a:prstDash val="solid"/>
                  <a:round/>
                  <a:headEnd len="sm" w="sm" type="none"/>
                  <a:tailEnd len="sm" w="sm" type="none"/>
                </a:ln>
              </p:spPr>
            </p:cxnSp>
            <p:sp>
              <p:nvSpPr>
                <p:cNvPr id="4408" name="Google Shape;4408;p9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09" name="Google Shape;4409;p9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10" name="Google Shape;4410;p97"/>
            <p:cNvGrpSpPr/>
            <p:nvPr/>
          </p:nvGrpSpPr>
          <p:grpSpPr>
            <a:xfrm>
              <a:off x="3891569" y="1779209"/>
              <a:ext cx="323945" cy="423707"/>
              <a:chOff x="3891569" y="1779209"/>
              <a:chExt cx="323945" cy="423707"/>
            </a:xfrm>
          </p:grpSpPr>
          <p:grpSp>
            <p:nvGrpSpPr>
              <p:cNvPr id="4411" name="Google Shape;4411;p97"/>
              <p:cNvGrpSpPr/>
              <p:nvPr/>
            </p:nvGrpSpPr>
            <p:grpSpPr>
              <a:xfrm>
                <a:off x="3929014" y="1881638"/>
                <a:ext cx="286500" cy="321278"/>
                <a:chOff x="3929014" y="1881638"/>
                <a:chExt cx="286500" cy="321278"/>
              </a:xfrm>
            </p:grpSpPr>
            <p:cxnSp>
              <p:nvCxnSpPr>
                <p:cNvPr id="4412" name="Google Shape;4412;p97"/>
                <p:cNvCxnSpPr/>
                <p:nvPr/>
              </p:nvCxnSpPr>
              <p:spPr>
                <a:xfrm rot="10800000">
                  <a:off x="3988388" y="1881638"/>
                  <a:ext cx="0" cy="291900"/>
                </a:xfrm>
                <a:prstGeom prst="straightConnector1">
                  <a:avLst/>
                </a:prstGeom>
                <a:noFill/>
                <a:ln cap="flat" cmpd="sng" w="28575">
                  <a:solidFill>
                    <a:srgbClr val="A5B7C6"/>
                  </a:solidFill>
                  <a:prstDash val="solid"/>
                  <a:round/>
                  <a:headEnd len="sm" w="sm" type="none"/>
                  <a:tailEnd len="sm" w="sm" type="none"/>
                </a:ln>
              </p:spPr>
            </p:cxnSp>
            <p:sp>
              <p:nvSpPr>
                <p:cNvPr id="4413" name="Google Shape;4413;p9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14" name="Google Shape;4414;p9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15" name="Google Shape;4415;p97"/>
            <p:cNvGrpSpPr/>
            <p:nvPr/>
          </p:nvGrpSpPr>
          <p:grpSpPr>
            <a:xfrm>
              <a:off x="4252606" y="1496185"/>
              <a:ext cx="324722" cy="463587"/>
              <a:chOff x="4252606" y="1496185"/>
              <a:chExt cx="324722" cy="463587"/>
            </a:xfrm>
          </p:grpSpPr>
          <p:grpSp>
            <p:nvGrpSpPr>
              <p:cNvPr id="4416" name="Google Shape;4416;p97"/>
              <p:cNvGrpSpPr/>
              <p:nvPr/>
            </p:nvGrpSpPr>
            <p:grpSpPr>
              <a:xfrm>
                <a:off x="4290828" y="1496185"/>
                <a:ext cx="286500" cy="361376"/>
                <a:chOff x="4290828" y="1496185"/>
                <a:chExt cx="286500" cy="361376"/>
              </a:xfrm>
            </p:grpSpPr>
            <p:cxnSp>
              <p:nvCxnSpPr>
                <p:cNvPr id="4417" name="Google Shape;4417;p97"/>
                <p:cNvCxnSpPr/>
                <p:nvPr/>
              </p:nvCxnSpPr>
              <p:spPr>
                <a:xfrm rot="10800000">
                  <a:off x="4349995" y="1565661"/>
                  <a:ext cx="0" cy="291900"/>
                </a:xfrm>
                <a:prstGeom prst="straightConnector1">
                  <a:avLst/>
                </a:prstGeom>
                <a:noFill/>
                <a:ln cap="flat" cmpd="sng" w="28575">
                  <a:solidFill>
                    <a:srgbClr val="A5B7C6"/>
                  </a:solidFill>
                  <a:prstDash val="solid"/>
                  <a:round/>
                  <a:headEnd len="sm" w="sm" type="none"/>
                  <a:tailEnd len="sm" w="sm" type="none"/>
                </a:ln>
              </p:spPr>
            </p:cxnSp>
            <p:sp>
              <p:nvSpPr>
                <p:cNvPr id="4418" name="Google Shape;4418;p9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19" name="Google Shape;4419;p9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20" name="Google Shape;4420;p97"/>
            <p:cNvGrpSpPr/>
            <p:nvPr/>
          </p:nvGrpSpPr>
          <p:grpSpPr>
            <a:xfrm>
              <a:off x="4613643" y="1763716"/>
              <a:ext cx="325308" cy="439200"/>
              <a:chOff x="4613643" y="1763716"/>
              <a:chExt cx="325308" cy="439200"/>
            </a:xfrm>
          </p:grpSpPr>
          <p:grpSp>
            <p:nvGrpSpPr>
              <p:cNvPr id="4421" name="Google Shape;4421;p97"/>
              <p:cNvGrpSpPr/>
              <p:nvPr/>
            </p:nvGrpSpPr>
            <p:grpSpPr>
              <a:xfrm>
                <a:off x="4652451" y="1879538"/>
                <a:ext cx="286500" cy="323378"/>
                <a:chOff x="4652451" y="1879538"/>
                <a:chExt cx="286500" cy="323378"/>
              </a:xfrm>
            </p:grpSpPr>
            <p:cxnSp>
              <p:nvCxnSpPr>
                <p:cNvPr id="4422" name="Google Shape;4422;p97"/>
                <p:cNvCxnSpPr/>
                <p:nvPr/>
              </p:nvCxnSpPr>
              <p:spPr>
                <a:xfrm rot="10800000">
                  <a:off x="4707486" y="1879538"/>
                  <a:ext cx="0" cy="294000"/>
                </a:xfrm>
                <a:prstGeom prst="straightConnector1">
                  <a:avLst/>
                </a:prstGeom>
                <a:noFill/>
                <a:ln cap="flat" cmpd="sng" w="28575">
                  <a:solidFill>
                    <a:srgbClr val="A5B7C6"/>
                  </a:solidFill>
                  <a:prstDash val="solid"/>
                  <a:round/>
                  <a:headEnd len="sm" w="sm" type="none"/>
                  <a:tailEnd len="sm" w="sm" type="none"/>
                </a:ln>
              </p:spPr>
            </p:cxnSp>
            <p:sp>
              <p:nvSpPr>
                <p:cNvPr id="4423" name="Google Shape;4423;p9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24" name="Google Shape;4424;p9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425" name="Google Shape;4425;p97"/>
          <p:cNvGrpSpPr/>
          <p:nvPr/>
        </p:nvGrpSpPr>
        <p:grpSpPr>
          <a:xfrm>
            <a:off x="3417981" y="2143759"/>
            <a:ext cx="1652173" cy="391518"/>
            <a:chOff x="3512551" y="2358270"/>
            <a:chExt cx="1597383" cy="378534"/>
          </a:xfrm>
        </p:grpSpPr>
        <p:cxnSp>
          <p:nvCxnSpPr>
            <p:cNvPr id="4426" name="Google Shape;4426;p97"/>
            <p:cNvCxnSpPr>
              <a:stCxn id="4427" idx="6"/>
              <a:endCxn id="4428" idx="2"/>
            </p:cNvCxnSpPr>
            <p:nvPr/>
          </p:nvCxnSpPr>
          <p:spPr>
            <a:xfrm>
              <a:off x="3738198" y="2553118"/>
              <a:ext cx="1146000" cy="0"/>
            </a:xfrm>
            <a:prstGeom prst="straightConnector1">
              <a:avLst/>
            </a:prstGeom>
            <a:noFill/>
            <a:ln cap="flat" cmpd="sng" w="19050">
              <a:solidFill>
                <a:srgbClr val="435D74"/>
              </a:solidFill>
              <a:prstDash val="solid"/>
              <a:round/>
              <a:headEnd len="sm" w="sm" type="none"/>
              <a:tailEnd len="sm" w="sm" type="none"/>
            </a:ln>
          </p:spPr>
        </p:cxnSp>
        <p:grpSp>
          <p:nvGrpSpPr>
            <p:cNvPr id="4429" name="Google Shape;4429;p97"/>
            <p:cNvGrpSpPr/>
            <p:nvPr/>
          </p:nvGrpSpPr>
          <p:grpSpPr>
            <a:xfrm>
              <a:off x="3512551" y="2358270"/>
              <a:ext cx="225647" cy="307714"/>
              <a:chOff x="2182679" y="2004714"/>
              <a:chExt cx="792300" cy="1080458"/>
            </a:xfrm>
          </p:grpSpPr>
          <p:cxnSp>
            <p:nvCxnSpPr>
              <p:cNvPr id="4430" name="Google Shape;4430;p97"/>
              <p:cNvCxnSpPr>
                <a:stCxn id="4431" idx="0"/>
              </p:cNvCxnSpPr>
              <p:nvPr/>
            </p:nvCxnSpPr>
            <p:spPr>
              <a:xfrm rot="10800000">
                <a:off x="2578961" y="2004714"/>
                <a:ext cx="0" cy="389100"/>
              </a:xfrm>
              <a:prstGeom prst="straightConnector1">
                <a:avLst/>
              </a:prstGeom>
              <a:noFill/>
              <a:ln cap="flat" cmpd="sng" w="9525">
                <a:solidFill>
                  <a:srgbClr val="435D74"/>
                </a:solidFill>
                <a:prstDash val="solid"/>
                <a:round/>
                <a:headEnd len="sm" w="sm" type="none"/>
                <a:tailEnd len="sm" w="sm" type="none"/>
              </a:ln>
            </p:spPr>
          </p:cxnSp>
          <p:sp>
            <p:nvSpPr>
              <p:cNvPr id="4427" name="Google Shape;4427;p9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9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32" name="Google Shape;4432;p97"/>
            <p:cNvGrpSpPr/>
            <p:nvPr/>
          </p:nvGrpSpPr>
          <p:grpSpPr>
            <a:xfrm>
              <a:off x="3969644" y="2440153"/>
              <a:ext cx="225853" cy="296651"/>
              <a:chOff x="3775710" y="1729289"/>
              <a:chExt cx="136500" cy="179289"/>
            </a:xfrm>
          </p:grpSpPr>
          <p:cxnSp>
            <p:nvCxnSpPr>
              <p:cNvPr id="4433" name="Google Shape;4433;p97"/>
              <p:cNvCxnSpPr/>
              <p:nvPr/>
            </p:nvCxnSpPr>
            <p:spPr>
              <a:xfrm>
                <a:off x="3843851" y="1848278"/>
                <a:ext cx="0" cy="60300"/>
              </a:xfrm>
              <a:prstGeom prst="straightConnector1">
                <a:avLst/>
              </a:prstGeom>
              <a:noFill/>
              <a:ln cap="flat" cmpd="sng" w="9525">
                <a:solidFill>
                  <a:srgbClr val="435D74"/>
                </a:solidFill>
                <a:prstDash val="solid"/>
                <a:round/>
                <a:headEnd len="sm" w="sm" type="none"/>
                <a:tailEnd len="sm" w="sm" type="none"/>
              </a:ln>
            </p:spPr>
          </p:cxnSp>
          <p:sp>
            <p:nvSpPr>
              <p:cNvPr id="4434" name="Google Shape;4434;p9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9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36" name="Google Shape;4436;p97"/>
            <p:cNvGrpSpPr/>
            <p:nvPr/>
          </p:nvGrpSpPr>
          <p:grpSpPr>
            <a:xfrm>
              <a:off x="4427051" y="2358270"/>
              <a:ext cx="225647" cy="307714"/>
              <a:chOff x="5393704" y="2004714"/>
              <a:chExt cx="792300" cy="1080458"/>
            </a:xfrm>
          </p:grpSpPr>
          <p:cxnSp>
            <p:nvCxnSpPr>
              <p:cNvPr id="4437" name="Google Shape;4437;p97"/>
              <p:cNvCxnSpPr>
                <a:stCxn id="4438" idx="0"/>
              </p:cNvCxnSpPr>
              <p:nvPr/>
            </p:nvCxnSpPr>
            <p:spPr>
              <a:xfrm rot="10800000">
                <a:off x="5789986" y="2004714"/>
                <a:ext cx="0" cy="389100"/>
              </a:xfrm>
              <a:prstGeom prst="straightConnector1">
                <a:avLst/>
              </a:prstGeom>
              <a:noFill/>
              <a:ln cap="flat" cmpd="sng" w="9525">
                <a:solidFill>
                  <a:srgbClr val="435D74"/>
                </a:solidFill>
                <a:prstDash val="solid"/>
                <a:round/>
                <a:headEnd len="sm" w="sm" type="none"/>
                <a:tailEnd len="sm" w="sm" type="none"/>
              </a:ln>
            </p:spPr>
          </p:cxnSp>
          <p:sp>
            <p:nvSpPr>
              <p:cNvPr id="4439" name="Google Shape;4439;p9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9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40" name="Google Shape;4440;p97"/>
            <p:cNvGrpSpPr/>
            <p:nvPr/>
          </p:nvGrpSpPr>
          <p:grpSpPr>
            <a:xfrm>
              <a:off x="4884287" y="2440252"/>
              <a:ext cx="225647" cy="296532"/>
              <a:chOff x="6999166" y="2292572"/>
              <a:chExt cx="792300" cy="1041192"/>
            </a:xfrm>
          </p:grpSpPr>
          <p:cxnSp>
            <p:nvCxnSpPr>
              <p:cNvPr id="4441" name="Google Shape;4441;p97"/>
              <p:cNvCxnSpPr/>
              <p:nvPr/>
            </p:nvCxnSpPr>
            <p:spPr>
              <a:xfrm>
                <a:off x="7395553" y="2983964"/>
                <a:ext cx="0" cy="349800"/>
              </a:xfrm>
              <a:prstGeom prst="straightConnector1">
                <a:avLst/>
              </a:prstGeom>
              <a:noFill/>
              <a:ln cap="flat" cmpd="sng" w="9525">
                <a:solidFill>
                  <a:srgbClr val="435D74"/>
                </a:solidFill>
                <a:prstDash val="solid"/>
                <a:round/>
                <a:headEnd len="sm" w="sm" type="none"/>
                <a:tailEnd len="sm" w="sm" type="none"/>
              </a:ln>
            </p:spPr>
          </p:cxnSp>
          <p:sp>
            <p:nvSpPr>
              <p:cNvPr id="4428" name="Google Shape;4428;p9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9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443" name="Google Shape;4443;p97"/>
          <p:cNvGrpSpPr/>
          <p:nvPr/>
        </p:nvGrpSpPr>
        <p:grpSpPr>
          <a:xfrm>
            <a:off x="6838789" y="979959"/>
            <a:ext cx="1581844" cy="732818"/>
            <a:chOff x="634175" y="2986275"/>
            <a:chExt cx="3147949" cy="1458344"/>
          </a:xfrm>
        </p:grpSpPr>
        <p:cxnSp>
          <p:nvCxnSpPr>
            <p:cNvPr id="4444" name="Google Shape;4444;p97"/>
            <p:cNvCxnSpPr>
              <a:stCxn id="4445" idx="4"/>
              <a:endCxn id="4446" idx="0"/>
            </p:cNvCxnSpPr>
            <p:nvPr/>
          </p:nvCxnSpPr>
          <p:spPr>
            <a:xfrm>
              <a:off x="929975" y="3577875"/>
              <a:ext cx="591300" cy="275100"/>
            </a:xfrm>
            <a:prstGeom prst="straightConnector1">
              <a:avLst/>
            </a:prstGeom>
            <a:noFill/>
            <a:ln cap="flat" cmpd="sng" w="19050">
              <a:solidFill>
                <a:srgbClr val="435D74"/>
              </a:solidFill>
              <a:prstDash val="solid"/>
              <a:round/>
              <a:headEnd len="sm" w="sm" type="none"/>
              <a:tailEnd len="sm" w="sm" type="none"/>
            </a:ln>
          </p:spPr>
        </p:cxnSp>
        <p:cxnSp>
          <p:nvCxnSpPr>
            <p:cNvPr id="4447" name="Google Shape;4447;p97"/>
            <p:cNvCxnSpPr>
              <a:stCxn id="4446" idx="0"/>
              <a:endCxn id="444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sm" w="sm" type="none"/>
              <a:tailEnd len="sm" w="sm" type="none"/>
            </a:ln>
          </p:spPr>
        </p:cxnSp>
        <p:cxnSp>
          <p:nvCxnSpPr>
            <p:cNvPr id="4449" name="Google Shape;4449;p97"/>
            <p:cNvCxnSpPr>
              <a:stCxn id="4448" idx="4"/>
              <a:endCxn id="4450" idx="0"/>
            </p:cNvCxnSpPr>
            <p:nvPr/>
          </p:nvCxnSpPr>
          <p:spPr>
            <a:xfrm>
              <a:off x="2208152" y="3577875"/>
              <a:ext cx="686700" cy="275100"/>
            </a:xfrm>
            <a:prstGeom prst="straightConnector1">
              <a:avLst/>
            </a:prstGeom>
            <a:noFill/>
            <a:ln cap="flat" cmpd="sng" w="19050">
              <a:solidFill>
                <a:srgbClr val="435D74"/>
              </a:solidFill>
              <a:prstDash val="solid"/>
              <a:round/>
              <a:headEnd len="sm" w="sm" type="none"/>
              <a:tailEnd len="sm" w="sm" type="none"/>
            </a:ln>
          </p:spPr>
        </p:cxnSp>
        <p:cxnSp>
          <p:nvCxnSpPr>
            <p:cNvPr id="4451" name="Google Shape;4451;p97"/>
            <p:cNvCxnSpPr>
              <a:stCxn id="4450" idx="0"/>
              <a:endCxn id="445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sm" w="sm" type="none"/>
              <a:tailEnd len="sm" w="sm" type="none"/>
            </a:ln>
          </p:spPr>
        </p:cxnSp>
        <p:sp>
          <p:nvSpPr>
            <p:cNvPr id="4452" name="Google Shape;4452;p9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4448" name="Google Shape;4448;p9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4445" name="Google Shape;4445;p9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4450" name="Google Shape;4450;p9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4446" name="Google Shape;4446;p9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4453" name="Google Shape;4453;p97"/>
          <p:cNvGrpSpPr/>
          <p:nvPr/>
        </p:nvGrpSpPr>
        <p:grpSpPr>
          <a:xfrm>
            <a:off x="3406504" y="2674269"/>
            <a:ext cx="1675128" cy="313674"/>
            <a:chOff x="998425" y="1182125"/>
            <a:chExt cx="1065400" cy="199500"/>
          </a:xfrm>
        </p:grpSpPr>
        <p:sp>
          <p:nvSpPr>
            <p:cNvPr id="4454" name="Google Shape;4454;p9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9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9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9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9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59" name="Google Shape;4459;p97"/>
          <p:cNvGrpSpPr/>
          <p:nvPr/>
        </p:nvGrpSpPr>
        <p:grpSpPr>
          <a:xfrm>
            <a:off x="3406503" y="3630235"/>
            <a:ext cx="1675129" cy="525345"/>
            <a:chOff x="5194708" y="3484366"/>
            <a:chExt cx="3148148" cy="987304"/>
          </a:xfrm>
        </p:grpSpPr>
        <p:grpSp>
          <p:nvGrpSpPr>
            <p:cNvPr id="4460" name="Google Shape;4460;p97"/>
            <p:cNvGrpSpPr/>
            <p:nvPr/>
          </p:nvGrpSpPr>
          <p:grpSpPr>
            <a:xfrm>
              <a:off x="7531521" y="3484366"/>
              <a:ext cx="811335" cy="987304"/>
              <a:chOff x="3379425" y="1617275"/>
              <a:chExt cx="1090650" cy="1327200"/>
            </a:xfrm>
          </p:grpSpPr>
          <p:sp>
            <p:nvSpPr>
              <p:cNvPr id="4461" name="Google Shape;4461;p9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9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9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64" name="Google Shape;4464;p97"/>
            <p:cNvGrpSpPr/>
            <p:nvPr/>
          </p:nvGrpSpPr>
          <p:grpSpPr>
            <a:xfrm>
              <a:off x="6752546" y="3484366"/>
              <a:ext cx="811428" cy="987304"/>
              <a:chOff x="2332275" y="1617275"/>
              <a:chExt cx="1090775" cy="1327200"/>
            </a:xfrm>
          </p:grpSpPr>
          <p:sp>
            <p:nvSpPr>
              <p:cNvPr id="4465" name="Google Shape;4465;p9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9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9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68" name="Google Shape;4468;p97"/>
            <p:cNvGrpSpPr/>
            <p:nvPr/>
          </p:nvGrpSpPr>
          <p:grpSpPr>
            <a:xfrm>
              <a:off x="5973664" y="3484366"/>
              <a:ext cx="811335" cy="987304"/>
              <a:chOff x="1285250" y="1617275"/>
              <a:chExt cx="1090650" cy="1327200"/>
            </a:xfrm>
          </p:grpSpPr>
          <p:sp>
            <p:nvSpPr>
              <p:cNvPr id="4469" name="Google Shape;4469;p9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9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9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72" name="Google Shape;4472;p97"/>
            <p:cNvGrpSpPr/>
            <p:nvPr/>
          </p:nvGrpSpPr>
          <p:grpSpPr>
            <a:xfrm>
              <a:off x="5194708" y="3484366"/>
              <a:ext cx="811409" cy="987304"/>
              <a:chOff x="238125" y="1617275"/>
              <a:chExt cx="1090750" cy="1327200"/>
            </a:xfrm>
          </p:grpSpPr>
          <p:sp>
            <p:nvSpPr>
              <p:cNvPr id="4473" name="Google Shape;4473;p9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9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9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476" name="Google Shape;4476;p97"/>
          <p:cNvGrpSpPr/>
          <p:nvPr/>
        </p:nvGrpSpPr>
        <p:grpSpPr>
          <a:xfrm>
            <a:off x="6840188" y="2276124"/>
            <a:ext cx="1579046" cy="522230"/>
            <a:chOff x="6853641" y="2534077"/>
            <a:chExt cx="1515545" cy="501229"/>
          </a:xfrm>
        </p:grpSpPr>
        <p:grpSp>
          <p:nvGrpSpPr>
            <p:cNvPr id="4477" name="Google Shape;4477;p97"/>
            <p:cNvGrpSpPr/>
            <p:nvPr/>
          </p:nvGrpSpPr>
          <p:grpSpPr>
            <a:xfrm>
              <a:off x="6853641" y="2618923"/>
              <a:ext cx="1515545" cy="324557"/>
              <a:chOff x="6853641" y="2618923"/>
              <a:chExt cx="1515545" cy="324557"/>
            </a:xfrm>
          </p:grpSpPr>
          <p:sp>
            <p:nvSpPr>
              <p:cNvPr id="4478" name="Google Shape;4478;p9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9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9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9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9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83" name="Google Shape;4483;p9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9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9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9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9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88" name="Google Shape;4488;p97"/>
          <p:cNvGrpSpPr/>
          <p:nvPr/>
        </p:nvGrpSpPr>
        <p:grpSpPr>
          <a:xfrm>
            <a:off x="3435080" y="3151165"/>
            <a:ext cx="1617976" cy="346616"/>
            <a:chOff x="1808063" y="4294338"/>
            <a:chExt cx="3370782" cy="721817"/>
          </a:xfrm>
        </p:grpSpPr>
        <p:sp>
          <p:nvSpPr>
            <p:cNvPr id="4489" name="Google Shape;4489;p9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9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9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9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9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9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9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9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9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9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99" name="Google Shape;4499;p97"/>
          <p:cNvGrpSpPr/>
          <p:nvPr/>
        </p:nvGrpSpPr>
        <p:grpSpPr>
          <a:xfrm>
            <a:off x="5261076" y="3817915"/>
            <a:ext cx="1417067" cy="350605"/>
            <a:chOff x="4234950" y="2101012"/>
            <a:chExt cx="4219974" cy="1044091"/>
          </a:xfrm>
        </p:grpSpPr>
        <p:sp>
          <p:nvSpPr>
            <p:cNvPr id="4500" name="Google Shape;4500;p9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9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9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9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9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9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9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9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9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9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9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9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9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9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9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9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16" name="Google Shape;4516;p97"/>
          <p:cNvGrpSpPr/>
          <p:nvPr/>
        </p:nvGrpSpPr>
        <p:grpSpPr>
          <a:xfrm>
            <a:off x="6836548" y="1808672"/>
            <a:ext cx="1586327" cy="371557"/>
            <a:chOff x="1247650" y="2075423"/>
            <a:chExt cx="6648477" cy="1557238"/>
          </a:xfrm>
        </p:grpSpPr>
        <p:sp>
          <p:nvSpPr>
            <p:cNvPr id="4517" name="Google Shape;4517;p9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9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9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9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9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9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23" name="Google Shape;4523;p97"/>
          <p:cNvGrpSpPr/>
          <p:nvPr/>
        </p:nvGrpSpPr>
        <p:grpSpPr>
          <a:xfrm>
            <a:off x="5267818" y="961862"/>
            <a:ext cx="1415601" cy="1648534"/>
            <a:chOff x="1839112" y="2209163"/>
            <a:chExt cx="1918159" cy="2233785"/>
          </a:xfrm>
        </p:grpSpPr>
        <p:sp>
          <p:nvSpPr>
            <p:cNvPr id="4524" name="Google Shape;4524;p9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9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9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527" name="Google Shape;4527;p97"/>
            <p:cNvCxnSpPr>
              <a:stCxn id="4524" idx="6"/>
              <a:endCxn id="4525" idx="2"/>
            </p:cNvCxnSpPr>
            <p:nvPr/>
          </p:nvCxnSpPr>
          <p:spPr>
            <a:xfrm>
              <a:off x="2414212" y="2496713"/>
              <a:ext cx="768000" cy="600"/>
            </a:xfrm>
            <a:prstGeom prst="bentConnector3">
              <a:avLst>
                <a:gd fmla="val -510610" name="adj1"/>
              </a:avLst>
            </a:prstGeom>
            <a:noFill/>
            <a:ln cap="flat" cmpd="sng" w="19050">
              <a:solidFill>
                <a:srgbClr val="374957"/>
              </a:solidFill>
              <a:prstDash val="solid"/>
              <a:round/>
              <a:headEnd len="sm" w="sm" type="none"/>
              <a:tailEnd len="sm" w="sm" type="none"/>
            </a:ln>
          </p:spPr>
        </p:cxnSp>
        <p:cxnSp>
          <p:nvCxnSpPr>
            <p:cNvPr id="4528" name="Google Shape;4528;p97"/>
            <p:cNvCxnSpPr>
              <a:stCxn id="4525" idx="4"/>
              <a:endCxn id="4529" idx="0"/>
            </p:cNvCxnSpPr>
            <p:nvPr/>
          </p:nvCxnSpPr>
          <p:spPr>
            <a:xfrm rot="5400000">
              <a:off x="2669921" y="2240963"/>
              <a:ext cx="256500" cy="1343100"/>
            </a:xfrm>
            <a:prstGeom prst="bentConnector3">
              <a:avLst>
                <a:gd fmla="val 806260" name="adj1"/>
              </a:avLst>
            </a:prstGeom>
            <a:noFill/>
            <a:ln cap="flat" cmpd="sng" w="19050">
              <a:solidFill>
                <a:srgbClr val="374957"/>
              </a:solidFill>
              <a:prstDash val="solid"/>
              <a:round/>
              <a:headEnd len="sm" w="sm" type="none"/>
              <a:tailEnd len="sm" w="sm" type="none"/>
            </a:ln>
          </p:spPr>
        </p:cxnSp>
        <p:cxnSp>
          <p:nvCxnSpPr>
            <p:cNvPr id="4530" name="Google Shape;4530;p97"/>
            <p:cNvCxnSpPr>
              <a:stCxn id="4529" idx="6"/>
              <a:endCxn id="4526" idx="2"/>
            </p:cNvCxnSpPr>
            <p:nvPr/>
          </p:nvCxnSpPr>
          <p:spPr>
            <a:xfrm>
              <a:off x="2414212" y="3328316"/>
              <a:ext cx="768000" cy="600"/>
            </a:xfrm>
            <a:prstGeom prst="bentConnector3">
              <a:avLst>
                <a:gd fmla="val -510610" name="adj1"/>
              </a:avLst>
            </a:prstGeom>
            <a:noFill/>
            <a:ln cap="flat" cmpd="sng" w="19050">
              <a:solidFill>
                <a:srgbClr val="374957"/>
              </a:solidFill>
              <a:prstDash val="solid"/>
              <a:round/>
              <a:headEnd len="sm" w="sm" type="none"/>
              <a:tailEnd len="sm" w="sm" type="none"/>
            </a:ln>
          </p:spPr>
        </p:cxnSp>
        <p:cxnSp>
          <p:nvCxnSpPr>
            <p:cNvPr id="4531" name="Google Shape;4531;p97"/>
            <p:cNvCxnSpPr>
              <a:stCxn id="4526" idx="4"/>
              <a:endCxn id="4532" idx="0"/>
            </p:cNvCxnSpPr>
            <p:nvPr/>
          </p:nvCxnSpPr>
          <p:spPr>
            <a:xfrm rot="5400000">
              <a:off x="2672171" y="3070316"/>
              <a:ext cx="252000" cy="1343100"/>
            </a:xfrm>
            <a:prstGeom prst="bentConnector3">
              <a:avLst>
                <a:gd fmla="val 936597" name="adj1"/>
              </a:avLst>
            </a:prstGeom>
            <a:noFill/>
            <a:ln cap="flat" cmpd="sng" w="19050">
              <a:solidFill>
                <a:srgbClr val="374957"/>
              </a:solidFill>
              <a:prstDash val="solid"/>
              <a:round/>
              <a:headEnd len="sm" w="sm" type="none"/>
              <a:tailEnd len="sm" w="sm" type="none"/>
            </a:ln>
          </p:spPr>
        </p:cxnSp>
        <p:sp>
          <p:nvSpPr>
            <p:cNvPr id="4529" name="Google Shape;4529;p9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9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9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534" name="Google Shape;4534;p97"/>
            <p:cNvCxnSpPr>
              <a:endCxn id="4533" idx="2"/>
            </p:cNvCxnSpPr>
            <p:nvPr/>
          </p:nvCxnSpPr>
          <p:spPr>
            <a:xfrm>
              <a:off x="2413871" y="4154498"/>
              <a:ext cx="768300" cy="900"/>
            </a:xfrm>
            <a:prstGeom prst="bentConnector3">
              <a:avLst>
                <a:gd fmla="val -510395" name="adj1"/>
              </a:avLst>
            </a:prstGeom>
            <a:noFill/>
            <a:ln cap="flat" cmpd="sng" w="19050">
              <a:solidFill>
                <a:srgbClr val="374957"/>
              </a:solidFill>
              <a:prstDash val="solid"/>
              <a:round/>
              <a:headEnd len="sm" w="sm" type="none"/>
              <a:tailEnd len="sm" w="sm" type="none"/>
            </a:ln>
          </p:spPr>
        </p:cxnSp>
      </p:grpSp>
      <p:grpSp>
        <p:nvGrpSpPr>
          <p:cNvPr id="4535" name="Google Shape;4535;p97"/>
          <p:cNvGrpSpPr/>
          <p:nvPr/>
        </p:nvGrpSpPr>
        <p:grpSpPr>
          <a:xfrm>
            <a:off x="3425084" y="979946"/>
            <a:ext cx="1637968" cy="154942"/>
            <a:chOff x="238125" y="2506075"/>
            <a:chExt cx="7115411" cy="673075"/>
          </a:xfrm>
        </p:grpSpPr>
        <p:sp>
          <p:nvSpPr>
            <p:cNvPr id="4536" name="Google Shape;4536;p9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9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9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9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9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41" name="Google Shape;4541;p97"/>
          <p:cNvGrpSpPr/>
          <p:nvPr/>
        </p:nvGrpSpPr>
        <p:grpSpPr>
          <a:xfrm>
            <a:off x="1965820" y="1294664"/>
            <a:ext cx="1262932" cy="785408"/>
            <a:chOff x="548861" y="389676"/>
            <a:chExt cx="3843371" cy="2390164"/>
          </a:xfrm>
        </p:grpSpPr>
        <p:cxnSp>
          <p:nvCxnSpPr>
            <p:cNvPr id="4542" name="Google Shape;4542;p97"/>
            <p:cNvCxnSpPr/>
            <p:nvPr/>
          </p:nvCxnSpPr>
          <p:spPr>
            <a:xfrm flipH="1" rot="10800000">
              <a:off x="3486925" y="1918250"/>
              <a:ext cx="742200" cy="690300"/>
            </a:xfrm>
            <a:prstGeom prst="bentConnector3">
              <a:avLst>
                <a:gd fmla="val 379994" name="adj1"/>
              </a:avLst>
            </a:prstGeom>
            <a:noFill/>
            <a:ln cap="flat" cmpd="sng" w="9525">
              <a:solidFill>
                <a:srgbClr val="869FB2"/>
              </a:solidFill>
              <a:prstDash val="solid"/>
              <a:round/>
              <a:headEnd len="sm" w="sm" type="none"/>
              <a:tailEnd len="sm" w="sm" type="none"/>
            </a:ln>
          </p:spPr>
        </p:cxnSp>
        <p:cxnSp>
          <p:nvCxnSpPr>
            <p:cNvPr id="4543" name="Google Shape;4543;p97"/>
            <p:cNvCxnSpPr/>
            <p:nvPr/>
          </p:nvCxnSpPr>
          <p:spPr>
            <a:xfrm flipH="1" rot="-5400000">
              <a:off x="3486925" y="577350"/>
              <a:ext cx="650100" cy="650100"/>
            </a:xfrm>
            <a:prstGeom prst="bentConnector3">
              <a:avLst>
                <a:gd fmla="val -212493" name="adj1"/>
              </a:avLst>
            </a:prstGeom>
            <a:noFill/>
            <a:ln cap="flat" cmpd="sng" w="9525">
              <a:solidFill>
                <a:srgbClr val="869FB2"/>
              </a:solidFill>
              <a:prstDash val="solid"/>
              <a:round/>
              <a:headEnd len="sm" w="sm" type="none"/>
              <a:tailEnd len="sm" w="sm" type="none"/>
            </a:ln>
          </p:spPr>
        </p:cxnSp>
        <p:cxnSp>
          <p:nvCxnSpPr>
            <p:cNvPr id="4544" name="Google Shape;4544;p97"/>
            <p:cNvCxnSpPr/>
            <p:nvPr/>
          </p:nvCxnSpPr>
          <p:spPr>
            <a:xfrm>
              <a:off x="2725450" y="576000"/>
              <a:ext cx="1410600" cy="1800"/>
            </a:xfrm>
            <a:prstGeom prst="bentConnector3">
              <a:avLst>
                <a:gd fmla="val 161740" name="adj1"/>
              </a:avLst>
            </a:prstGeom>
            <a:noFill/>
            <a:ln cap="flat" cmpd="sng" w="9525">
              <a:solidFill>
                <a:srgbClr val="869FB2"/>
              </a:solidFill>
              <a:prstDash val="solid"/>
              <a:round/>
              <a:headEnd len="sm" w="sm" type="none"/>
              <a:tailEnd len="sm" w="sm" type="none"/>
            </a:ln>
          </p:spPr>
        </p:cxnSp>
        <p:cxnSp>
          <p:nvCxnSpPr>
            <p:cNvPr id="4545" name="Google Shape;4545;p97"/>
            <p:cNvCxnSpPr/>
            <p:nvPr/>
          </p:nvCxnSpPr>
          <p:spPr>
            <a:xfrm flipH="1" rot="10800000">
              <a:off x="756500" y="577975"/>
              <a:ext cx="1705500" cy="1049100"/>
            </a:xfrm>
            <a:prstGeom prst="bentConnector3">
              <a:avLst>
                <a:gd fmla="val -75799" name="adj1"/>
              </a:avLst>
            </a:prstGeom>
            <a:noFill/>
            <a:ln cap="flat" cmpd="sng" w="9525">
              <a:solidFill>
                <a:srgbClr val="BAC8D3"/>
              </a:solidFill>
              <a:prstDash val="solid"/>
              <a:round/>
              <a:headEnd len="sm" w="sm" type="none"/>
              <a:tailEnd len="sm" w="sm" type="none"/>
            </a:ln>
          </p:spPr>
        </p:cxnSp>
        <p:cxnSp>
          <p:nvCxnSpPr>
            <p:cNvPr id="4546" name="Google Shape;4546;p97"/>
            <p:cNvCxnSpPr/>
            <p:nvPr/>
          </p:nvCxnSpPr>
          <p:spPr>
            <a:xfrm>
              <a:off x="760067" y="1625791"/>
              <a:ext cx="1689000" cy="974100"/>
            </a:xfrm>
            <a:prstGeom prst="bentConnector3">
              <a:avLst>
                <a:gd fmla="val -77595" name="adj1"/>
              </a:avLst>
            </a:prstGeom>
            <a:noFill/>
            <a:ln cap="flat" cmpd="sng" w="9525">
              <a:solidFill>
                <a:srgbClr val="BAC8D3"/>
              </a:solidFill>
              <a:prstDash val="solid"/>
              <a:round/>
              <a:headEnd len="sm" w="sm" type="none"/>
              <a:tailEnd len="sm" w="sm" type="none"/>
            </a:ln>
          </p:spPr>
        </p:cxnSp>
        <p:sp>
          <p:nvSpPr>
            <p:cNvPr id="4547" name="Google Shape;4547;p9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548" name="Google Shape;4548;p97"/>
            <p:cNvCxnSpPr/>
            <p:nvPr/>
          </p:nvCxnSpPr>
          <p:spPr>
            <a:xfrm>
              <a:off x="2725450" y="2609025"/>
              <a:ext cx="1416000" cy="1800"/>
            </a:xfrm>
            <a:prstGeom prst="bentConnector3">
              <a:avLst>
                <a:gd fmla="val 161704" name="adj1"/>
              </a:avLst>
            </a:prstGeom>
            <a:noFill/>
            <a:ln cap="flat" cmpd="sng" w="9525">
              <a:solidFill>
                <a:srgbClr val="869FB2"/>
              </a:solidFill>
              <a:prstDash val="solid"/>
              <a:round/>
              <a:headEnd len="sm" w="sm" type="none"/>
              <a:tailEnd len="sm" w="sm" type="none"/>
            </a:ln>
          </p:spPr>
        </p:cxnSp>
        <p:sp>
          <p:nvSpPr>
            <p:cNvPr id="4549" name="Google Shape;4549;p9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9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9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9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9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9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55" name="Google Shape;4555;p97"/>
          <p:cNvGrpSpPr/>
          <p:nvPr/>
        </p:nvGrpSpPr>
        <p:grpSpPr>
          <a:xfrm>
            <a:off x="753952" y="2401541"/>
            <a:ext cx="1412054" cy="633562"/>
            <a:chOff x="1187400" y="2529299"/>
            <a:chExt cx="6769193" cy="2241902"/>
          </a:xfrm>
        </p:grpSpPr>
        <p:sp>
          <p:nvSpPr>
            <p:cNvPr id="4556" name="Google Shape;4556;p9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557" name="Google Shape;4557;p9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558" name="Google Shape;4558;p9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559" name="Google Shape;4559;p9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560" name="Google Shape;4560;p9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561" name="Google Shape;4561;p9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4562" name="Google Shape;4562;p9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cxnSp>
          <p:nvCxnSpPr>
            <p:cNvPr id="4563" name="Google Shape;4563;p97"/>
            <p:cNvCxnSpPr>
              <a:stCxn id="4556" idx="2"/>
              <a:endCxn id="4557" idx="0"/>
            </p:cNvCxnSpPr>
            <p:nvPr/>
          </p:nvCxnSpPr>
          <p:spPr>
            <a:xfrm flipH="1" rot="-5400000">
              <a:off x="5228543" y="2315249"/>
              <a:ext cx="457200" cy="1770300"/>
            </a:xfrm>
            <a:prstGeom prst="bentConnector3">
              <a:avLst>
                <a:gd fmla="val 521387" name="adj1"/>
              </a:avLst>
            </a:prstGeom>
            <a:noFill/>
            <a:ln cap="flat" cmpd="sng" w="9525">
              <a:solidFill>
                <a:srgbClr val="C2C2C2"/>
              </a:solidFill>
              <a:prstDash val="solid"/>
              <a:round/>
              <a:headEnd len="sm" w="sm" type="none"/>
              <a:tailEnd len="sm" w="sm" type="none"/>
            </a:ln>
          </p:spPr>
        </p:cxnSp>
        <p:cxnSp>
          <p:nvCxnSpPr>
            <p:cNvPr id="4564" name="Google Shape;4564;p97"/>
            <p:cNvCxnSpPr>
              <a:stCxn id="4558" idx="0"/>
              <a:endCxn id="4556" idx="2"/>
            </p:cNvCxnSpPr>
            <p:nvPr/>
          </p:nvCxnSpPr>
          <p:spPr>
            <a:xfrm rot="-5400000">
              <a:off x="3458247" y="2315250"/>
              <a:ext cx="457200" cy="1770300"/>
            </a:xfrm>
            <a:prstGeom prst="bentConnector3">
              <a:avLst>
                <a:gd fmla="val -421621" name="adj1"/>
              </a:avLst>
            </a:prstGeom>
            <a:noFill/>
            <a:ln cap="flat" cmpd="sng" w="9525">
              <a:solidFill>
                <a:srgbClr val="C2C2C2"/>
              </a:solidFill>
              <a:prstDash val="solid"/>
              <a:round/>
              <a:headEnd len="sm" w="sm" type="none"/>
              <a:tailEnd len="sm" w="sm" type="none"/>
            </a:ln>
          </p:spPr>
        </p:cxnSp>
        <p:cxnSp>
          <p:nvCxnSpPr>
            <p:cNvPr id="4565" name="Google Shape;4565;p97"/>
            <p:cNvCxnSpPr>
              <a:stCxn id="4558" idx="2"/>
              <a:endCxn id="4560" idx="0"/>
            </p:cNvCxnSpPr>
            <p:nvPr/>
          </p:nvCxnSpPr>
          <p:spPr>
            <a:xfrm flipH="1" rot="-5400000">
              <a:off x="2995647" y="3677550"/>
              <a:ext cx="457200" cy="845100"/>
            </a:xfrm>
            <a:prstGeom prst="bentConnector3">
              <a:avLst>
                <a:gd fmla="val 1020939" name="adj1"/>
              </a:avLst>
            </a:prstGeom>
            <a:noFill/>
            <a:ln cap="flat" cmpd="sng" w="9525">
              <a:solidFill>
                <a:srgbClr val="C2C2C2"/>
              </a:solidFill>
              <a:prstDash val="solid"/>
              <a:round/>
              <a:headEnd len="sm" w="sm" type="none"/>
              <a:tailEnd len="sm" w="sm" type="none"/>
            </a:ln>
          </p:spPr>
        </p:cxnSp>
        <p:cxnSp>
          <p:nvCxnSpPr>
            <p:cNvPr id="4566" name="Google Shape;4566;p97"/>
            <p:cNvCxnSpPr>
              <a:stCxn id="4559" idx="0"/>
              <a:endCxn id="4558" idx="2"/>
            </p:cNvCxnSpPr>
            <p:nvPr/>
          </p:nvCxnSpPr>
          <p:spPr>
            <a:xfrm rot="-5400000">
              <a:off x="2150400" y="3677551"/>
              <a:ext cx="457200" cy="845100"/>
            </a:xfrm>
            <a:prstGeom prst="bentConnector3">
              <a:avLst>
                <a:gd fmla="val -921173" name="adj1"/>
              </a:avLst>
            </a:prstGeom>
            <a:noFill/>
            <a:ln cap="flat" cmpd="sng" w="9525">
              <a:solidFill>
                <a:srgbClr val="C2C2C2"/>
              </a:solidFill>
              <a:prstDash val="solid"/>
              <a:round/>
              <a:headEnd len="sm" w="sm" type="none"/>
              <a:tailEnd len="sm" w="sm" type="none"/>
            </a:ln>
          </p:spPr>
        </p:cxnSp>
        <p:cxnSp>
          <p:nvCxnSpPr>
            <p:cNvPr id="4567" name="Google Shape;4567;p97"/>
            <p:cNvCxnSpPr>
              <a:stCxn id="4557" idx="2"/>
              <a:endCxn id="4562" idx="0"/>
            </p:cNvCxnSpPr>
            <p:nvPr/>
          </p:nvCxnSpPr>
          <p:spPr>
            <a:xfrm flipH="1" rot="-5400000">
              <a:off x="6536390" y="3677400"/>
              <a:ext cx="457200" cy="845400"/>
            </a:xfrm>
            <a:prstGeom prst="bentConnector3">
              <a:avLst>
                <a:gd fmla="val 1020939" name="adj1"/>
              </a:avLst>
            </a:prstGeom>
            <a:noFill/>
            <a:ln cap="flat" cmpd="sng" w="9525">
              <a:solidFill>
                <a:srgbClr val="C2C2C2"/>
              </a:solidFill>
              <a:prstDash val="solid"/>
              <a:round/>
              <a:headEnd len="sm" w="sm" type="none"/>
              <a:tailEnd len="sm" w="sm" type="none"/>
            </a:ln>
          </p:spPr>
        </p:cxnSp>
        <p:cxnSp>
          <p:nvCxnSpPr>
            <p:cNvPr id="4568" name="Google Shape;4568;p97"/>
            <p:cNvCxnSpPr>
              <a:stCxn id="4561" idx="0"/>
              <a:endCxn id="4557" idx="2"/>
            </p:cNvCxnSpPr>
            <p:nvPr/>
          </p:nvCxnSpPr>
          <p:spPr>
            <a:xfrm rot="-5400000">
              <a:off x="5691000" y="3677551"/>
              <a:ext cx="457200" cy="845100"/>
            </a:xfrm>
            <a:prstGeom prst="bentConnector3">
              <a:avLst>
                <a:gd fmla="val -921173" name="adj1"/>
              </a:avLst>
            </a:prstGeom>
            <a:noFill/>
            <a:ln cap="flat" cmpd="sng" w="9525">
              <a:solidFill>
                <a:srgbClr val="C2C2C2"/>
              </a:solidFill>
              <a:prstDash val="solid"/>
              <a:round/>
              <a:headEnd len="sm" w="sm" type="none"/>
              <a:tailEnd len="sm" w="sm" type="none"/>
            </a:ln>
          </p:spPr>
        </p:cxnSp>
      </p:grpSp>
      <p:grpSp>
        <p:nvGrpSpPr>
          <p:cNvPr id="4569" name="Google Shape;4569;p97"/>
          <p:cNvGrpSpPr/>
          <p:nvPr/>
        </p:nvGrpSpPr>
        <p:grpSpPr>
          <a:xfrm>
            <a:off x="6840198" y="2894250"/>
            <a:ext cx="1579035" cy="540873"/>
            <a:chOff x="6895650" y="3126697"/>
            <a:chExt cx="1436662" cy="492105"/>
          </a:xfrm>
        </p:grpSpPr>
        <p:sp>
          <p:nvSpPr>
            <p:cNvPr id="4570" name="Google Shape;4570;p9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9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9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9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9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575" name="Google Shape;4575;p97"/>
            <p:cNvGrpSpPr/>
            <p:nvPr/>
          </p:nvGrpSpPr>
          <p:grpSpPr>
            <a:xfrm>
              <a:off x="6995957" y="3335810"/>
              <a:ext cx="1230393" cy="71754"/>
              <a:chOff x="6995957" y="3287964"/>
              <a:chExt cx="1230393" cy="71754"/>
            </a:xfrm>
          </p:grpSpPr>
          <p:sp>
            <p:nvSpPr>
              <p:cNvPr id="4576" name="Google Shape;4576;p9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9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9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9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9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581" name="Google Shape;4581;p97"/>
          <p:cNvGrpSpPr/>
          <p:nvPr/>
        </p:nvGrpSpPr>
        <p:grpSpPr>
          <a:xfrm>
            <a:off x="6838780" y="3531013"/>
            <a:ext cx="1581862" cy="650624"/>
            <a:chOff x="6777990" y="3710194"/>
            <a:chExt cx="1646915" cy="677381"/>
          </a:xfrm>
        </p:grpSpPr>
        <p:grpSp>
          <p:nvGrpSpPr>
            <p:cNvPr id="4582" name="Google Shape;4582;p97"/>
            <p:cNvGrpSpPr/>
            <p:nvPr/>
          </p:nvGrpSpPr>
          <p:grpSpPr>
            <a:xfrm>
              <a:off x="6777990" y="3874492"/>
              <a:ext cx="411129" cy="513083"/>
              <a:chOff x="6777990" y="3874492"/>
              <a:chExt cx="411129" cy="513083"/>
            </a:xfrm>
          </p:grpSpPr>
          <p:cxnSp>
            <p:nvCxnSpPr>
              <p:cNvPr id="4583" name="Google Shape;4583;p97"/>
              <p:cNvCxnSpPr/>
              <p:nvPr/>
            </p:nvCxnSpPr>
            <p:spPr>
              <a:xfrm>
                <a:off x="6977019" y="4216875"/>
                <a:ext cx="0" cy="170700"/>
              </a:xfrm>
              <a:prstGeom prst="straightConnector1">
                <a:avLst/>
              </a:prstGeom>
              <a:noFill/>
              <a:ln cap="flat" cmpd="sng" w="19050">
                <a:solidFill>
                  <a:srgbClr val="A5B7C6"/>
                </a:solidFill>
                <a:prstDash val="solid"/>
                <a:round/>
                <a:headEnd len="sm" w="sm" type="none"/>
                <a:tailEnd len="med" w="med" type="diamond"/>
              </a:ln>
            </p:spPr>
          </p:cxnSp>
          <p:sp>
            <p:nvSpPr>
              <p:cNvPr id="4584" name="Google Shape;4584;p9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85" name="Google Shape;4585;p97"/>
            <p:cNvGrpSpPr/>
            <p:nvPr/>
          </p:nvGrpSpPr>
          <p:grpSpPr>
            <a:xfrm>
              <a:off x="7188425" y="3710194"/>
              <a:ext cx="411123" cy="520535"/>
              <a:chOff x="7188425" y="3710194"/>
              <a:chExt cx="411123" cy="520535"/>
            </a:xfrm>
          </p:grpSpPr>
          <p:cxnSp>
            <p:nvCxnSpPr>
              <p:cNvPr id="4586" name="Google Shape;4586;p97"/>
              <p:cNvCxnSpPr/>
              <p:nvPr/>
            </p:nvCxnSpPr>
            <p:spPr>
              <a:xfrm rot="10800000">
                <a:off x="7393988" y="3710194"/>
                <a:ext cx="0" cy="170700"/>
              </a:xfrm>
              <a:prstGeom prst="straightConnector1">
                <a:avLst/>
              </a:prstGeom>
              <a:noFill/>
              <a:ln cap="flat" cmpd="sng" w="19050">
                <a:solidFill>
                  <a:srgbClr val="A5B7C6"/>
                </a:solidFill>
                <a:prstDash val="solid"/>
                <a:round/>
                <a:headEnd len="sm" w="sm" type="none"/>
                <a:tailEnd len="med" w="med" type="diamond"/>
              </a:ln>
            </p:spPr>
          </p:cxnSp>
          <p:sp>
            <p:nvSpPr>
              <p:cNvPr id="4587" name="Google Shape;4587;p9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88" name="Google Shape;4588;p97"/>
            <p:cNvGrpSpPr/>
            <p:nvPr/>
          </p:nvGrpSpPr>
          <p:grpSpPr>
            <a:xfrm>
              <a:off x="7603341" y="3874492"/>
              <a:ext cx="411474" cy="513083"/>
              <a:chOff x="7603341" y="3874492"/>
              <a:chExt cx="411474" cy="513083"/>
            </a:xfrm>
          </p:grpSpPr>
          <p:cxnSp>
            <p:nvCxnSpPr>
              <p:cNvPr id="4589" name="Google Shape;4589;p97"/>
              <p:cNvCxnSpPr/>
              <p:nvPr/>
            </p:nvCxnSpPr>
            <p:spPr>
              <a:xfrm>
                <a:off x="7809095" y="4216875"/>
                <a:ext cx="0" cy="170700"/>
              </a:xfrm>
              <a:prstGeom prst="straightConnector1">
                <a:avLst/>
              </a:prstGeom>
              <a:noFill/>
              <a:ln cap="flat" cmpd="sng" w="19050">
                <a:solidFill>
                  <a:srgbClr val="A5B7C6"/>
                </a:solidFill>
                <a:prstDash val="solid"/>
                <a:round/>
                <a:headEnd len="sm" w="sm" type="none"/>
                <a:tailEnd len="med" w="med" type="diamond"/>
              </a:ln>
            </p:spPr>
          </p:cxnSp>
          <p:sp>
            <p:nvSpPr>
              <p:cNvPr id="4590" name="Google Shape;4590;p9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91" name="Google Shape;4591;p97"/>
            <p:cNvGrpSpPr/>
            <p:nvPr/>
          </p:nvGrpSpPr>
          <p:grpSpPr>
            <a:xfrm>
              <a:off x="8013776" y="3722847"/>
              <a:ext cx="411129" cy="507882"/>
              <a:chOff x="8013776" y="3722847"/>
              <a:chExt cx="411129" cy="507882"/>
            </a:xfrm>
          </p:grpSpPr>
          <p:cxnSp>
            <p:nvCxnSpPr>
              <p:cNvPr id="4592" name="Google Shape;4592;p97"/>
              <p:cNvCxnSpPr/>
              <p:nvPr/>
            </p:nvCxnSpPr>
            <p:spPr>
              <a:xfrm rot="10800000">
                <a:off x="8219339" y="3722847"/>
                <a:ext cx="0" cy="169800"/>
              </a:xfrm>
              <a:prstGeom prst="straightConnector1">
                <a:avLst/>
              </a:prstGeom>
              <a:noFill/>
              <a:ln cap="flat" cmpd="sng" w="19050">
                <a:solidFill>
                  <a:srgbClr val="A5B7C6"/>
                </a:solidFill>
                <a:prstDash val="solid"/>
                <a:round/>
                <a:headEnd len="sm" w="sm" type="none"/>
                <a:tailEnd len="med" w="med" type="diamond"/>
              </a:ln>
            </p:spPr>
          </p:cxnSp>
          <p:sp>
            <p:nvSpPr>
              <p:cNvPr id="4593" name="Google Shape;4593;p9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594" name="Google Shape;4594;p97"/>
          <p:cNvGrpSpPr/>
          <p:nvPr/>
        </p:nvGrpSpPr>
        <p:grpSpPr>
          <a:xfrm>
            <a:off x="5258295" y="2703853"/>
            <a:ext cx="1421889" cy="1020604"/>
            <a:chOff x="5190863" y="2824811"/>
            <a:chExt cx="1544860" cy="1108870"/>
          </a:xfrm>
        </p:grpSpPr>
        <p:grpSp>
          <p:nvGrpSpPr>
            <p:cNvPr id="4595" name="Google Shape;4595;p97"/>
            <p:cNvGrpSpPr/>
            <p:nvPr/>
          </p:nvGrpSpPr>
          <p:grpSpPr>
            <a:xfrm>
              <a:off x="5938695" y="3176919"/>
              <a:ext cx="685760" cy="404739"/>
              <a:chOff x="5938695" y="3176919"/>
              <a:chExt cx="685760" cy="404739"/>
            </a:xfrm>
          </p:grpSpPr>
          <p:grpSp>
            <p:nvGrpSpPr>
              <p:cNvPr id="4596" name="Google Shape;4596;p97"/>
              <p:cNvGrpSpPr/>
              <p:nvPr/>
            </p:nvGrpSpPr>
            <p:grpSpPr>
              <a:xfrm>
                <a:off x="5938695" y="3176919"/>
                <a:ext cx="685760" cy="404739"/>
                <a:chOff x="5938695" y="3176919"/>
                <a:chExt cx="685760" cy="404739"/>
              </a:xfrm>
            </p:grpSpPr>
            <p:sp>
              <p:nvSpPr>
                <p:cNvPr id="4597" name="Google Shape;4597;p9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9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599" name="Google Shape;4599;p9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00" name="Google Shape;4600;p97"/>
            <p:cNvGrpSpPr/>
            <p:nvPr/>
          </p:nvGrpSpPr>
          <p:grpSpPr>
            <a:xfrm>
              <a:off x="5305233" y="3176835"/>
              <a:ext cx="685970" cy="404655"/>
              <a:chOff x="5305233" y="3176835"/>
              <a:chExt cx="685970" cy="404655"/>
            </a:xfrm>
          </p:grpSpPr>
          <p:grpSp>
            <p:nvGrpSpPr>
              <p:cNvPr id="4601" name="Google Shape;4601;p97"/>
              <p:cNvGrpSpPr/>
              <p:nvPr/>
            </p:nvGrpSpPr>
            <p:grpSpPr>
              <a:xfrm>
                <a:off x="5305233" y="3176835"/>
                <a:ext cx="685970" cy="404655"/>
                <a:chOff x="5305233" y="3176835"/>
                <a:chExt cx="685970" cy="404655"/>
              </a:xfrm>
            </p:grpSpPr>
            <p:sp>
              <p:nvSpPr>
                <p:cNvPr id="4602" name="Google Shape;4602;p9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9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604" name="Google Shape;4604;p9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605" name="Google Shape;4605;p9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06" name="Google Shape;4606;p97"/>
            <p:cNvGrpSpPr/>
            <p:nvPr/>
          </p:nvGrpSpPr>
          <p:grpSpPr>
            <a:xfrm>
              <a:off x="5657361" y="2824811"/>
              <a:ext cx="1078362" cy="404655"/>
              <a:chOff x="5657361" y="2824811"/>
              <a:chExt cx="1078362" cy="404655"/>
            </a:xfrm>
          </p:grpSpPr>
          <p:grpSp>
            <p:nvGrpSpPr>
              <p:cNvPr id="4607" name="Google Shape;4607;p97"/>
              <p:cNvGrpSpPr/>
              <p:nvPr/>
            </p:nvGrpSpPr>
            <p:grpSpPr>
              <a:xfrm>
                <a:off x="5657361" y="2824811"/>
                <a:ext cx="1078362" cy="404655"/>
                <a:chOff x="5657361" y="2824811"/>
                <a:chExt cx="1078362" cy="404655"/>
              </a:xfrm>
            </p:grpSpPr>
            <p:grpSp>
              <p:nvGrpSpPr>
                <p:cNvPr id="4608" name="Google Shape;4608;p97"/>
                <p:cNvGrpSpPr/>
                <p:nvPr/>
              </p:nvGrpSpPr>
              <p:grpSpPr>
                <a:xfrm>
                  <a:off x="5938485" y="2824811"/>
                  <a:ext cx="797238" cy="404655"/>
                  <a:chOff x="5938485" y="2824811"/>
                  <a:chExt cx="797238" cy="404655"/>
                </a:xfrm>
              </p:grpSpPr>
              <p:sp>
                <p:nvSpPr>
                  <p:cNvPr id="4609" name="Google Shape;4609;p9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9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611" name="Google Shape;4611;p9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612" name="Google Shape;4612;p9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13" name="Google Shape;4613;p97"/>
            <p:cNvGrpSpPr/>
            <p:nvPr/>
          </p:nvGrpSpPr>
          <p:grpSpPr>
            <a:xfrm>
              <a:off x="5190863" y="3528942"/>
              <a:ext cx="1078025" cy="404739"/>
              <a:chOff x="5190863" y="3528942"/>
              <a:chExt cx="1078025" cy="404739"/>
            </a:xfrm>
          </p:grpSpPr>
          <p:sp>
            <p:nvSpPr>
              <p:cNvPr id="4614" name="Google Shape;4614;p9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15" name="Google Shape;4615;p97"/>
              <p:cNvGrpSpPr/>
              <p:nvPr/>
            </p:nvGrpSpPr>
            <p:grpSpPr>
              <a:xfrm>
                <a:off x="5190863" y="3528942"/>
                <a:ext cx="1078025" cy="404739"/>
                <a:chOff x="5190863" y="3528942"/>
                <a:chExt cx="1078025" cy="404739"/>
              </a:xfrm>
            </p:grpSpPr>
            <p:sp>
              <p:nvSpPr>
                <p:cNvPr id="4616" name="Google Shape;4616;p9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9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4618" name="Google Shape;4618;p97"/>
          <p:cNvGrpSpPr/>
          <p:nvPr/>
        </p:nvGrpSpPr>
        <p:grpSpPr>
          <a:xfrm>
            <a:off x="724302" y="1268321"/>
            <a:ext cx="1086719" cy="879487"/>
            <a:chOff x="803162" y="1474292"/>
            <a:chExt cx="1086719" cy="879487"/>
          </a:xfrm>
        </p:grpSpPr>
        <p:grpSp>
          <p:nvGrpSpPr>
            <p:cNvPr id="4619" name="Google Shape;4619;p97"/>
            <p:cNvGrpSpPr/>
            <p:nvPr/>
          </p:nvGrpSpPr>
          <p:grpSpPr>
            <a:xfrm>
              <a:off x="803162" y="1625948"/>
              <a:ext cx="445857" cy="576578"/>
              <a:chOff x="803162" y="1625948"/>
              <a:chExt cx="445857" cy="576578"/>
            </a:xfrm>
          </p:grpSpPr>
          <p:sp>
            <p:nvSpPr>
              <p:cNvPr id="4620" name="Google Shape;4620;p9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21" name="Google Shape;4621;p97"/>
              <p:cNvGrpSpPr/>
              <p:nvPr/>
            </p:nvGrpSpPr>
            <p:grpSpPr>
              <a:xfrm>
                <a:off x="1056023" y="1625948"/>
                <a:ext cx="192996" cy="576578"/>
                <a:chOff x="1056023" y="1625948"/>
                <a:chExt cx="192996" cy="576578"/>
              </a:xfrm>
            </p:grpSpPr>
            <p:sp>
              <p:nvSpPr>
                <p:cNvPr id="4622" name="Google Shape;4622;p9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9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9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9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9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627" name="Google Shape;4627;p97"/>
            <p:cNvGrpSpPr/>
            <p:nvPr/>
          </p:nvGrpSpPr>
          <p:grpSpPr>
            <a:xfrm>
              <a:off x="1371406" y="1474292"/>
              <a:ext cx="518475" cy="879487"/>
              <a:chOff x="1398231" y="1474292"/>
              <a:chExt cx="518475" cy="879487"/>
            </a:xfrm>
          </p:grpSpPr>
          <p:grpSp>
            <p:nvGrpSpPr>
              <p:cNvPr id="4628" name="Google Shape;4628;p97"/>
              <p:cNvGrpSpPr/>
              <p:nvPr/>
            </p:nvGrpSpPr>
            <p:grpSpPr>
              <a:xfrm>
                <a:off x="1398231" y="1474292"/>
                <a:ext cx="518475" cy="341643"/>
                <a:chOff x="1398231" y="1474292"/>
                <a:chExt cx="518475" cy="341643"/>
              </a:xfrm>
            </p:grpSpPr>
            <p:sp>
              <p:nvSpPr>
                <p:cNvPr id="4629" name="Google Shape;4629;p9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30" name="Google Shape;4630;p97"/>
                <p:cNvGrpSpPr/>
                <p:nvPr/>
              </p:nvGrpSpPr>
              <p:grpSpPr>
                <a:xfrm>
                  <a:off x="1616453" y="1474292"/>
                  <a:ext cx="300253" cy="341643"/>
                  <a:chOff x="1616453" y="1475379"/>
                  <a:chExt cx="300253" cy="341643"/>
                </a:xfrm>
              </p:grpSpPr>
              <p:sp>
                <p:nvSpPr>
                  <p:cNvPr id="4631" name="Google Shape;4631;p9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9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9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9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9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9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9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38" name="Google Shape;4638;p97"/>
                  <p:cNvGrpSpPr/>
                  <p:nvPr/>
                </p:nvGrpSpPr>
                <p:grpSpPr>
                  <a:xfrm>
                    <a:off x="1839639" y="1475379"/>
                    <a:ext cx="77067" cy="341643"/>
                    <a:chOff x="1839639" y="1475379"/>
                    <a:chExt cx="77067" cy="341643"/>
                  </a:xfrm>
                </p:grpSpPr>
                <p:sp>
                  <p:nvSpPr>
                    <p:cNvPr id="4639" name="Google Shape;4639;p9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9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4641" name="Google Shape;4641;p97"/>
              <p:cNvGrpSpPr/>
              <p:nvPr/>
            </p:nvGrpSpPr>
            <p:grpSpPr>
              <a:xfrm>
                <a:off x="1398451" y="2012951"/>
                <a:ext cx="518255" cy="340828"/>
                <a:chOff x="1398451" y="2012951"/>
                <a:chExt cx="518255" cy="340828"/>
              </a:xfrm>
            </p:grpSpPr>
            <p:sp>
              <p:nvSpPr>
                <p:cNvPr id="4642" name="Google Shape;4642;p9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43" name="Google Shape;4643;p97"/>
                <p:cNvGrpSpPr/>
                <p:nvPr/>
              </p:nvGrpSpPr>
              <p:grpSpPr>
                <a:xfrm>
                  <a:off x="1616453" y="2012951"/>
                  <a:ext cx="300253" cy="340828"/>
                  <a:chOff x="1616453" y="2013538"/>
                  <a:chExt cx="300253" cy="340828"/>
                </a:xfrm>
              </p:grpSpPr>
              <p:sp>
                <p:nvSpPr>
                  <p:cNvPr id="4644" name="Google Shape;4644;p9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9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9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9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9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9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9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51" name="Google Shape;4651;p97"/>
                  <p:cNvGrpSpPr/>
                  <p:nvPr/>
                </p:nvGrpSpPr>
                <p:grpSpPr>
                  <a:xfrm>
                    <a:off x="1839639" y="2013538"/>
                    <a:ext cx="77067" cy="340828"/>
                    <a:chOff x="1839639" y="2013538"/>
                    <a:chExt cx="77067" cy="340828"/>
                  </a:xfrm>
                </p:grpSpPr>
                <p:sp>
                  <p:nvSpPr>
                    <p:cNvPr id="4652" name="Google Shape;4652;p9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9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grpSp>
        <p:nvGrpSpPr>
          <p:cNvPr id="4654" name="Google Shape;4654;p97"/>
          <p:cNvGrpSpPr/>
          <p:nvPr/>
        </p:nvGrpSpPr>
        <p:grpSpPr>
          <a:xfrm>
            <a:off x="721126" y="3399508"/>
            <a:ext cx="1368680" cy="682919"/>
            <a:chOff x="724986" y="3605478"/>
            <a:chExt cx="1368680" cy="682919"/>
          </a:xfrm>
        </p:grpSpPr>
        <p:grpSp>
          <p:nvGrpSpPr>
            <p:cNvPr id="4655" name="Google Shape;4655;p97"/>
            <p:cNvGrpSpPr/>
            <p:nvPr/>
          </p:nvGrpSpPr>
          <p:grpSpPr>
            <a:xfrm>
              <a:off x="1289102" y="3823629"/>
              <a:ext cx="240442" cy="250435"/>
              <a:chOff x="-165066" y="3843615"/>
              <a:chExt cx="221259" cy="230455"/>
            </a:xfrm>
          </p:grpSpPr>
          <p:sp>
            <p:nvSpPr>
              <p:cNvPr id="4656" name="Google Shape;4656;p9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9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9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9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9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9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9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9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9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9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9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9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9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9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9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9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9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9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9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9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76" name="Google Shape;4676;p97"/>
            <p:cNvGrpSpPr/>
            <p:nvPr/>
          </p:nvGrpSpPr>
          <p:grpSpPr>
            <a:xfrm>
              <a:off x="724986" y="3605478"/>
              <a:ext cx="1368680" cy="682919"/>
              <a:chOff x="724986" y="3605478"/>
              <a:chExt cx="1368680" cy="682919"/>
            </a:xfrm>
          </p:grpSpPr>
          <p:grpSp>
            <p:nvGrpSpPr>
              <p:cNvPr id="4677" name="Google Shape;4677;p97"/>
              <p:cNvGrpSpPr/>
              <p:nvPr/>
            </p:nvGrpSpPr>
            <p:grpSpPr>
              <a:xfrm>
                <a:off x="1498221" y="4047614"/>
                <a:ext cx="529172" cy="240783"/>
                <a:chOff x="1498221" y="4047614"/>
                <a:chExt cx="529172" cy="240783"/>
              </a:xfrm>
            </p:grpSpPr>
            <p:grpSp>
              <p:nvGrpSpPr>
                <p:cNvPr id="4678" name="Google Shape;4678;p97"/>
                <p:cNvGrpSpPr/>
                <p:nvPr/>
              </p:nvGrpSpPr>
              <p:grpSpPr>
                <a:xfrm>
                  <a:off x="1826655" y="4224370"/>
                  <a:ext cx="200738" cy="25631"/>
                  <a:chOff x="1826655" y="4224370"/>
                  <a:chExt cx="200738" cy="25631"/>
                </a:xfrm>
              </p:grpSpPr>
              <p:sp>
                <p:nvSpPr>
                  <p:cNvPr id="4679" name="Google Shape;4679;p9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9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81" name="Google Shape;4681;p97"/>
                <p:cNvGrpSpPr/>
                <p:nvPr/>
              </p:nvGrpSpPr>
              <p:grpSpPr>
                <a:xfrm>
                  <a:off x="1498221" y="4047614"/>
                  <a:ext cx="328445" cy="240783"/>
                  <a:chOff x="1498221" y="4047614"/>
                  <a:chExt cx="328445" cy="240783"/>
                </a:xfrm>
              </p:grpSpPr>
              <p:sp>
                <p:nvSpPr>
                  <p:cNvPr id="4682" name="Google Shape;4682;p9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83" name="Google Shape;4683;p97"/>
                  <p:cNvGrpSpPr/>
                  <p:nvPr/>
                </p:nvGrpSpPr>
                <p:grpSpPr>
                  <a:xfrm>
                    <a:off x="1498221" y="4047614"/>
                    <a:ext cx="150566" cy="190415"/>
                    <a:chOff x="1498221" y="4047614"/>
                    <a:chExt cx="150566" cy="190415"/>
                  </a:xfrm>
                </p:grpSpPr>
                <p:sp>
                  <p:nvSpPr>
                    <p:cNvPr id="4684" name="Google Shape;4684;p9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9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4686" name="Google Shape;4686;p97"/>
              <p:cNvGrpSpPr/>
              <p:nvPr/>
            </p:nvGrpSpPr>
            <p:grpSpPr>
              <a:xfrm>
                <a:off x="1560718" y="3800594"/>
                <a:ext cx="532948" cy="302090"/>
                <a:chOff x="1560718" y="3800594"/>
                <a:chExt cx="532948" cy="302090"/>
              </a:xfrm>
            </p:grpSpPr>
            <p:grpSp>
              <p:nvGrpSpPr>
                <p:cNvPr id="4687" name="Google Shape;4687;p97"/>
                <p:cNvGrpSpPr/>
                <p:nvPr/>
              </p:nvGrpSpPr>
              <p:grpSpPr>
                <a:xfrm>
                  <a:off x="1912179" y="3827344"/>
                  <a:ext cx="181487" cy="25631"/>
                  <a:chOff x="1912179" y="3827344"/>
                  <a:chExt cx="181487" cy="25631"/>
                </a:xfrm>
              </p:grpSpPr>
              <p:sp>
                <p:nvSpPr>
                  <p:cNvPr id="4688" name="Google Shape;4688;p9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9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90" name="Google Shape;4690;p97"/>
                <p:cNvGrpSpPr/>
                <p:nvPr/>
              </p:nvGrpSpPr>
              <p:grpSpPr>
                <a:xfrm>
                  <a:off x="1912179" y="4044504"/>
                  <a:ext cx="181487" cy="25622"/>
                  <a:chOff x="1912179" y="4044505"/>
                  <a:chExt cx="181487" cy="25622"/>
                </a:xfrm>
              </p:grpSpPr>
              <p:sp>
                <p:nvSpPr>
                  <p:cNvPr id="4691" name="Google Shape;4691;p9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9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93" name="Google Shape;4693;p97"/>
                <p:cNvGrpSpPr/>
                <p:nvPr/>
              </p:nvGrpSpPr>
              <p:grpSpPr>
                <a:xfrm>
                  <a:off x="1560718" y="3800594"/>
                  <a:ext cx="351472" cy="302090"/>
                  <a:chOff x="1560718" y="3800594"/>
                  <a:chExt cx="351472" cy="302090"/>
                </a:xfrm>
              </p:grpSpPr>
              <p:grpSp>
                <p:nvGrpSpPr>
                  <p:cNvPr id="4694" name="Google Shape;4694;p97"/>
                  <p:cNvGrpSpPr/>
                  <p:nvPr/>
                </p:nvGrpSpPr>
                <p:grpSpPr>
                  <a:xfrm>
                    <a:off x="1560718" y="3842857"/>
                    <a:ext cx="173587" cy="217131"/>
                    <a:chOff x="1560718" y="3842857"/>
                    <a:chExt cx="173587" cy="217131"/>
                  </a:xfrm>
                </p:grpSpPr>
                <p:sp>
                  <p:nvSpPr>
                    <p:cNvPr id="4695" name="Google Shape;4695;p9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9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9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698" name="Google Shape;4698;p9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p9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4700" name="Google Shape;4700;p9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01" name="Google Shape;4701;p97"/>
              <p:cNvGrpSpPr/>
              <p:nvPr/>
            </p:nvGrpSpPr>
            <p:grpSpPr>
              <a:xfrm>
                <a:off x="785350" y="3605478"/>
                <a:ext cx="535311" cy="249245"/>
                <a:chOff x="785350" y="3605478"/>
                <a:chExt cx="535311" cy="249245"/>
              </a:xfrm>
            </p:grpSpPr>
            <p:grpSp>
              <p:nvGrpSpPr>
                <p:cNvPr id="4702" name="Google Shape;4702;p97"/>
                <p:cNvGrpSpPr/>
                <p:nvPr/>
              </p:nvGrpSpPr>
              <p:grpSpPr>
                <a:xfrm>
                  <a:off x="785350" y="3605478"/>
                  <a:ext cx="376191" cy="102736"/>
                  <a:chOff x="785350" y="3605478"/>
                  <a:chExt cx="376191" cy="102736"/>
                </a:xfrm>
              </p:grpSpPr>
              <p:sp>
                <p:nvSpPr>
                  <p:cNvPr id="4703" name="Google Shape;4703;p9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9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9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06" name="Google Shape;4706;p97"/>
                <p:cNvGrpSpPr/>
                <p:nvPr/>
              </p:nvGrpSpPr>
              <p:grpSpPr>
                <a:xfrm>
                  <a:off x="1161530" y="3655851"/>
                  <a:ext cx="159131" cy="198872"/>
                  <a:chOff x="1161530" y="3655851"/>
                  <a:chExt cx="159131" cy="198872"/>
                </a:xfrm>
              </p:grpSpPr>
              <p:sp>
                <p:nvSpPr>
                  <p:cNvPr id="4707" name="Google Shape;4707;p9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9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709" name="Google Shape;4709;p97"/>
              <p:cNvGrpSpPr/>
              <p:nvPr/>
            </p:nvGrpSpPr>
            <p:grpSpPr>
              <a:xfrm>
                <a:off x="785350" y="4047614"/>
                <a:ext cx="535311" cy="240783"/>
                <a:chOff x="785350" y="4047614"/>
                <a:chExt cx="535311" cy="240783"/>
              </a:xfrm>
            </p:grpSpPr>
            <p:grpSp>
              <p:nvGrpSpPr>
                <p:cNvPr id="4710" name="Google Shape;4710;p97"/>
                <p:cNvGrpSpPr/>
                <p:nvPr/>
              </p:nvGrpSpPr>
              <p:grpSpPr>
                <a:xfrm>
                  <a:off x="1161636" y="4047614"/>
                  <a:ext cx="159025" cy="190415"/>
                  <a:chOff x="1161636" y="4047614"/>
                  <a:chExt cx="159025" cy="190415"/>
                </a:xfrm>
              </p:grpSpPr>
              <p:sp>
                <p:nvSpPr>
                  <p:cNvPr id="4711" name="Google Shape;4711;p9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9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13" name="Google Shape;4713;p97"/>
                <p:cNvGrpSpPr/>
                <p:nvPr/>
              </p:nvGrpSpPr>
              <p:grpSpPr>
                <a:xfrm>
                  <a:off x="785350" y="4185661"/>
                  <a:ext cx="376191" cy="102736"/>
                  <a:chOff x="785350" y="4185661"/>
                  <a:chExt cx="376191" cy="102736"/>
                </a:xfrm>
              </p:grpSpPr>
              <p:sp>
                <p:nvSpPr>
                  <p:cNvPr id="4714" name="Google Shape;4714;p9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9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9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717" name="Google Shape;4717;p97"/>
              <p:cNvGrpSpPr/>
              <p:nvPr/>
            </p:nvGrpSpPr>
            <p:grpSpPr>
              <a:xfrm>
                <a:off x="1501054" y="3605478"/>
                <a:ext cx="526339" cy="249240"/>
                <a:chOff x="1501054" y="3605478"/>
                <a:chExt cx="526339" cy="249240"/>
              </a:xfrm>
            </p:grpSpPr>
            <p:grpSp>
              <p:nvGrpSpPr>
                <p:cNvPr id="4718" name="Google Shape;4718;p97"/>
                <p:cNvGrpSpPr/>
                <p:nvPr/>
              </p:nvGrpSpPr>
              <p:grpSpPr>
                <a:xfrm>
                  <a:off x="1834208" y="3643867"/>
                  <a:ext cx="193185" cy="25622"/>
                  <a:chOff x="1834208" y="3643867"/>
                  <a:chExt cx="193185" cy="25622"/>
                </a:xfrm>
              </p:grpSpPr>
              <p:sp>
                <p:nvSpPr>
                  <p:cNvPr id="4719" name="Google Shape;4719;p9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9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21" name="Google Shape;4721;p97"/>
                <p:cNvGrpSpPr/>
                <p:nvPr/>
              </p:nvGrpSpPr>
              <p:grpSpPr>
                <a:xfrm>
                  <a:off x="1501054" y="3605478"/>
                  <a:ext cx="333164" cy="249240"/>
                  <a:chOff x="1501054" y="3605478"/>
                  <a:chExt cx="333164" cy="249240"/>
                </a:xfrm>
              </p:grpSpPr>
              <p:sp>
                <p:nvSpPr>
                  <p:cNvPr id="4722" name="Google Shape;4722;p9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23" name="Google Shape;4723;p97"/>
                  <p:cNvGrpSpPr/>
                  <p:nvPr/>
                </p:nvGrpSpPr>
                <p:grpSpPr>
                  <a:xfrm>
                    <a:off x="1501054" y="3655851"/>
                    <a:ext cx="155286" cy="198867"/>
                    <a:chOff x="1501054" y="3655851"/>
                    <a:chExt cx="155286" cy="198867"/>
                  </a:xfrm>
                </p:grpSpPr>
                <p:sp>
                  <p:nvSpPr>
                    <p:cNvPr id="4724" name="Google Shape;4724;p9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9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4726" name="Google Shape;4726;p97"/>
              <p:cNvGrpSpPr/>
              <p:nvPr/>
            </p:nvGrpSpPr>
            <p:grpSpPr>
              <a:xfrm>
                <a:off x="724986" y="3800594"/>
                <a:ext cx="532949" cy="302090"/>
                <a:chOff x="724986" y="3800594"/>
                <a:chExt cx="532949" cy="302090"/>
              </a:xfrm>
            </p:grpSpPr>
            <p:grpSp>
              <p:nvGrpSpPr>
                <p:cNvPr id="4727" name="Google Shape;4727;p97"/>
                <p:cNvGrpSpPr/>
                <p:nvPr/>
              </p:nvGrpSpPr>
              <p:grpSpPr>
                <a:xfrm>
                  <a:off x="724986" y="4044367"/>
                  <a:ext cx="181314" cy="25626"/>
                  <a:chOff x="724986" y="4044367"/>
                  <a:chExt cx="181314" cy="25626"/>
                </a:xfrm>
              </p:grpSpPr>
              <p:sp>
                <p:nvSpPr>
                  <p:cNvPr id="4728" name="Google Shape;4728;p9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9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30" name="Google Shape;4730;p97"/>
                <p:cNvGrpSpPr/>
                <p:nvPr/>
              </p:nvGrpSpPr>
              <p:grpSpPr>
                <a:xfrm>
                  <a:off x="906290" y="3800594"/>
                  <a:ext cx="351645" cy="302090"/>
                  <a:chOff x="906290" y="3800594"/>
                  <a:chExt cx="351645" cy="302090"/>
                </a:xfrm>
              </p:grpSpPr>
              <p:grpSp>
                <p:nvGrpSpPr>
                  <p:cNvPr id="4731" name="Google Shape;4731;p97"/>
                  <p:cNvGrpSpPr/>
                  <p:nvPr/>
                </p:nvGrpSpPr>
                <p:grpSpPr>
                  <a:xfrm>
                    <a:off x="1084172" y="3842857"/>
                    <a:ext cx="173763" cy="217131"/>
                    <a:chOff x="1084172" y="3842857"/>
                    <a:chExt cx="173763" cy="217131"/>
                  </a:xfrm>
                </p:grpSpPr>
                <p:grpSp>
                  <p:nvGrpSpPr>
                    <p:cNvPr id="4732" name="Google Shape;4732;p97"/>
                    <p:cNvGrpSpPr/>
                    <p:nvPr/>
                  </p:nvGrpSpPr>
                  <p:grpSpPr>
                    <a:xfrm>
                      <a:off x="1156862" y="3936509"/>
                      <a:ext cx="101073" cy="25622"/>
                      <a:chOff x="1156862" y="3936509"/>
                      <a:chExt cx="101073" cy="25622"/>
                    </a:xfrm>
                  </p:grpSpPr>
                  <p:sp>
                    <p:nvSpPr>
                      <p:cNvPr id="4733" name="Google Shape;4733;p9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9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35" name="Google Shape;4735;p9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736" name="Google Shape;4736;p9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9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38" name="Google Shape;4738;p97"/>
                <p:cNvGrpSpPr/>
                <p:nvPr/>
              </p:nvGrpSpPr>
              <p:grpSpPr>
                <a:xfrm>
                  <a:off x="724986" y="3830189"/>
                  <a:ext cx="189533" cy="25626"/>
                  <a:chOff x="724986" y="3830189"/>
                  <a:chExt cx="189533" cy="25626"/>
                </a:xfrm>
              </p:grpSpPr>
              <p:sp>
                <p:nvSpPr>
                  <p:cNvPr id="4739" name="Google Shape;4739;p9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9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4741" name="Google Shape;4741;p97"/>
          <p:cNvGrpSpPr/>
          <p:nvPr/>
        </p:nvGrpSpPr>
        <p:grpSpPr>
          <a:xfrm>
            <a:off x="2249438" y="2249669"/>
            <a:ext cx="948701" cy="935378"/>
            <a:chOff x="2253298" y="2428317"/>
            <a:chExt cx="948701" cy="935378"/>
          </a:xfrm>
        </p:grpSpPr>
        <p:sp>
          <p:nvSpPr>
            <p:cNvPr id="4742" name="Google Shape;4742;p9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p9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9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9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9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9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9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9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9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9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9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9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9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9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9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9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9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9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9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9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9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9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9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9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9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9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9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9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9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9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9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9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9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8" name="Shape 4778"/>
        <p:cNvGrpSpPr/>
        <p:nvPr/>
      </p:nvGrpSpPr>
      <p:grpSpPr>
        <a:xfrm>
          <a:off x="0" y="0"/>
          <a:ext cx="0" cy="0"/>
          <a:chOff x="0" y="0"/>
          <a:chExt cx="0" cy="0"/>
        </a:xfrm>
      </p:grpSpPr>
      <p:grpSp>
        <p:nvGrpSpPr>
          <p:cNvPr id="4779" name="Google Shape;4779;p98"/>
          <p:cNvGrpSpPr/>
          <p:nvPr/>
        </p:nvGrpSpPr>
        <p:grpSpPr>
          <a:xfrm>
            <a:off x="3339745" y="952988"/>
            <a:ext cx="2363393" cy="1017867"/>
            <a:chOff x="3292400" y="1219146"/>
            <a:chExt cx="2615240" cy="1110239"/>
          </a:xfrm>
        </p:grpSpPr>
        <p:sp>
          <p:nvSpPr>
            <p:cNvPr id="4780" name="Google Shape;4780;p9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781" name="Google Shape;4781;p9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782" name="Google Shape;4782;p9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JANUARY</a:t>
              </a:r>
              <a:endParaRPr b="0" i="0" sz="400" u="none" cap="none" strike="noStrike">
                <a:solidFill>
                  <a:srgbClr val="FFFFFF"/>
                </a:solidFill>
                <a:latin typeface="Arial"/>
                <a:ea typeface="Arial"/>
                <a:cs typeface="Arial"/>
                <a:sym typeface="Arial"/>
              </a:endParaRPr>
            </a:p>
          </p:txBody>
        </p:sp>
        <p:sp>
          <p:nvSpPr>
            <p:cNvPr id="4783" name="Google Shape;4783;p9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FEBRUARY</a:t>
              </a:r>
              <a:endParaRPr b="0" i="0" sz="400" u="none" cap="none" strike="noStrike">
                <a:solidFill>
                  <a:srgbClr val="FFFFFF"/>
                </a:solidFill>
                <a:latin typeface="Arial"/>
                <a:ea typeface="Arial"/>
                <a:cs typeface="Arial"/>
                <a:sym typeface="Arial"/>
              </a:endParaRPr>
            </a:p>
          </p:txBody>
        </p:sp>
        <p:sp>
          <p:nvSpPr>
            <p:cNvPr id="4784" name="Google Shape;4784;p9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MARCH</a:t>
              </a:r>
              <a:endParaRPr b="0" i="0" sz="400" u="none" cap="none" strike="noStrike">
                <a:solidFill>
                  <a:srgbClr val="FFFFFF"/>
                </a:solidFill>
                <a:latin typeface="Arial"/>
                <a:ea typeface="Arial"/>
                <a:cs typeface="Arial"/>
                <a:sym typeface="Arial"/>
              </a:endParaRPr>
            </a:p>
          </p:txBody>
        </p:sp>
        <p:sp>
          <p:nvSpPr>
            <p:cNvPr id="4785" name="Google Shape;4785;p9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APRIL</a:t>
              </a:r>
              <a:endParaRPr b="0" i="0" sz="400" u="none" cap="none" strike="noStrike">
                <a:solidFill>
                  <a:srgbClr val="FFFFFF"/>
                </a:solidFill>
                <a:latin typeface="Arial"/>
                <a:ea typeface="Arial"/>
                <a:cs typeface="Arial"/>
                <a:sym typeface="Arial"/>
              </a:endParaRPr>
            </a:p>
          </p:txBody>
        </p:sp>
        <p:sp>
          <p:nvSpPr>
            <p:cNvPr id="4786" name="Google Shape;4786;p9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MAY</a:t>
              </a:r>
              <a:endParaRPr b="0" i="0" sz="400" u="none" cap="none" strike="noStrike">
                <a:solidFill>
                  <a:srgbClr val="FFFFFF"/>
                </a:solidFill>
                <a:latin typeface="Arial"/>
                <a:ea typeface="Arial"/>
                <a:cs typeface="Arial"/>
                <a:sym typeface="Arial"/>
              </a:endParaRPr>
            </a:p>
          </p:txBody>
        </p:sp>
        <p:sp>
          <p:nvSpPr>
            <p:cNvPr id="4787" name="Google Shape;4787;p9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JUNE</a:t>
              </a:r>
              <a:endParaRPr b="0" i="0" sz="400" u="none" cap="none" strike="noStrike">
                <a:solidFill>
                  <a:srgbClr val="FFFFFF"/>
                </a:solidFill>
                <a:latin typeface="Arial"/>
                <a:ea typeface="Arial"/>
                <a:cs typeface="Arial"/>
                <a:sym typeface="Arial"/>
              </a:endParaRPr>
            </a:p>
          </p:txBody>
        </p:sp>
        <p:sp>
          <p:nvSpPr>
            <p:cNvPr id="4788" name="Google Shape;4788;p9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PHASE 1</a:t>
              </a:r>
              <a:endParaRPr b="0" i="0" sz="400" u="none" cap="none" strike="noStrike">
                <a:solidFill>
                  <a:srgbClr val="FFFFFF"/>
                </a:solidFill>
                <a:latin typeface="Arial"/>
                <a:ea typeface="Arial"/>
                <a:cs typeface="Arial"/>
                <a:sym typeface="Arial"/>
              </a:endParaRPr>
            </a:p>
          </p:txBody>
        </p:sp>
        <p:sp>
          <p:nvSpPr>
            <p:cNvPr id="4789" name="Google Shape;4789;p9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PHASE 2</a:t>
              </a:r>
              <a:endParaRPr b="0" i="0" sz="400" u="none" cap="none" strike="noStrike">
                <a:solidFill>
                  <a:srgbClr val="FFFFFF"/>
                </a:solidFill>
                <a:latin typeface="Arial"/>
                <a:ea typeface="Arial"/>
                <a:cs typeface="Arial"/>
                <a:sym typeface="Arial"/>
              </a:endParaRPr>
            </a:p>
          </p:txBody>
        </p:sp>
        <p:sp>
          <p:nvSpPr>
            <p:cNvPr id="4790" name="Google Shape;4790;p9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4791" name="Google Shape;4791;p9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sp>
          <p:nvSpPr>
            <p:cNvPr id="4792" name="Google Shape;4792;p9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4793" name="Google Shape;4793;p9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GB"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grpSp>
          <p:nvGrpSpPr>
            <p:cNvPr id="4794" name="Google Shape;4794;p98"/>
            <p:cNvGrpSpPr/>
            <p:nvPr/>
          </p:nvGrpSpPr>
          <p:grpSpPr>
            <a:xfrm>
              <a:off x="3748438" y="1378608"/>
              <a:ext cx="2159202" cy="903971"/>
              <a:chOff x="1683525" y="2179850"/>
              <a:chExt cx="4519050" cy="2134525"/>
            </a:xfrm>
          </p:grpSpPr>
          <p:sp>
            <p:nvSpPr>
              <p:cNvPr id="4795" name="Google Shape;4795;p9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796" name="Google Shape;4796;p9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797" name="Google Shape;4797;p9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798" name="Google Shape;4798;p9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799" name="Google Shape;4799;p9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800" name="Google Shape;4800;p9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801" name="Google Shape;4801;p9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802" name="Google Shape;4802;p9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803" name="Google Shape;4803;p9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804" name="Google Shape;4804;p9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805" name="Google Shape;4805;p9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4806" name="Google Shape;4806;p9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grpSp>
      </p:grpSp>
      <p:graphicFrame>
        <p:nvGraphicFramePr>
          <p:cNvPr id="4807" name="Google Shape;4807;p98"/>
          <p:cNvGraphicFramePr/>
          <p:nvPr/>
        </p:nvGraphicFramePr>
        <p:xfrm>
          <a:off x="5935838" y="2130461"/>
          <a:ext cx="3000000" cy="3000000"/>
        </p:xfrm>
        <a:graphic>
          <a:graphicData uri="http://schemas.openxmlformats.org/drawingml/2006/table">
            <a:tbl>
              <a:tblPr>
                <a:noFill/>
                <a:tableStyleId>{CF7EBC90-D39A-4EA8-BDBE-FA5BE8EE289A}</a:tableStyleId>
              </a:tblPr>
              <a:tblGrid>
                <a:gridCol w="622825"/>
                <a:gridCol w="622825"/>
                <a:gridCol w="622825"/>
                <a:gridCol w="622825"/>
              </a:tblGrid>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5"/>
                      </a:srgbClr>
                    </a:solidFill>
                  </a:tcPr>
                </a:tc>
              </a:tr>
            </a:tbl>
          </a:graphicData>
        </a:graphic>
      </p:graphicFrame>
      <p:grpSp>
        <p:nvGrpSpPr>
          <p:cNvPr id="4808" name="Google Shape;4808;p98"/>
          <p:cNvGrpSpPr/>
          <p:nvPr/>
        </p:nvGrpSpPr>
        <p:grpSpPr>
          <a:xfrm>
            <a:off x="5855949" y="3156782"/>
            <a:ext cx="2496964" cy="1001454"/>
            <a:chOff x="1919611" y="789980"/>
            <a:chExt cx="1474179" cy="606868"/>
          </a:xfrm>
        </p:grpSpPr>
        <p:cxnSp>
          <p:nvCxnSpPr>
            <p:cNvPr id="4809" name="Google Shape;4809;p98"/>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4810" name="Google Shape;4810;p98"/>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4811" name="Google Shape;4811;p98"/>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4812" name="Google Shape;4812;p9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GB" sz="400" u="none" cap="none" strike="noStrike">
                  <a:solidFill>
                    <a:srgbClr val="E3E9ED"/>
                  </a:solidFill>
                  <a:latin typeface="Arial"/>
                  <a:ea typeface="Arial"/>
                  <a:cs typeface="Arial"/>
                  <a:sym typeface="Arial"/>
                </a:rPr>
                <a:t>JANUARY</a:t>
              </a:r>
              <a:endParaRPr b="0" i="0" sz="400" u="none" cap="none" strike="noStrike">
                <a:solidFill>
                  <a:srgbClr val="E3E9ED"/>
                </a:solidFill>
                <a:latin typeface="Arial"/>
                <a:ea typeface="Arial"/>
                <a:cs typeface="Arial"/>
                <a:sym typeface="Arial"/>
              </a:endParaRPr>
            </a:p>
          </p:txBody>
        </p:sp>
        <p:sp>
          <p:nvSpPr>
            <p:cNvPr id="4813" name="Google Shape;4813;p9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GB" sz="400" u="none" cap="none" strike="noStrike">
                  <a:solidFill>
                    <a:srgbClr val="E3E9ED"/>
                  </a:solidFill>
                  <a:latin typeface="Arial"/>
                  <a:ea typeface="Arial"/>
                  <a:cs typeface="Arial"/>
                  <a:sym typeface="Arial"/>
                </a:rPr>
                <a:t>FEBRUARY</a:t>
              </a:r>
              <a:endParaRPr b="0" i="0" sz="400" u="none" cap="none" strike="noStrike">
                <a:solidFill>
                  <a:srgbClr val="E3E9ED"/>
                </a:solidFill>
                <a:latin typeface="Arial"/>
                <a:ea typeface="Arial"/>
                <a:cs typeface="Arial"/>
                <a:sym typeface="Arial"/>
              </a:endParaRPr>
            </a:p>
          </p:txBody>
        </p:sp>
        <p:sp>
          <p:nvSpPr>
            <p:cNvPr id="4814" name="Google Shape;4814;p9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GB" sz="400" u="none" cap="none" strike="noStrike">
                  <a:solidFill>
                    <a:srgbClr val="E3E9ED"/>
                  </a:solidFill>
                  <a:latin typeface="Arial"/>
                  <a:ea typeface="Arial"/>
                  <a:cs typeface="Arial"/>
                  <a:sym typeface="Arial"/>
                </a:rPr>
                <a:t>MARCH</a:t>
              </a:r>
              <a:endParaRPr b="0" i="0" sz="400" u="none" cap="none" strike="noStrike">
                <a:solidFill>
                  <a:srgbClr val="E3E9ED"/>
                </a:solidFill>
                <a:latin typeface="Arial"/>
                <a:ea typeface="Arial"/>
                <a:cs typeface="Arial"/>
                <a:sym typeface="Arial"/>
              </a:endParaRPr>
            </a:p>
          </p:txBody>
        </p:sp>
        <p:sp>
          <p:nvSpPr>
            <p:cNvPr id="4815" name="Google Shape;4815;p9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GB" sz="400" u="none" cap="none" strike="noStrike">
                  <a:solidFill>
                    <a:srgbClr val="E3E9ED"/>
                  </a:solidFill>
                  <a:latin typeface="Arial"/>
                  <a:ea typeface="Arial"/>
                  <a:cs typeface="Arial"/>
                  <a:sym typeface="Arial"/>
                </a:rPr>
                <a:t>APRIL</a:t>
              </a:r>
              <a:endParaRPr b="0" i="0" sz="400" u="none" cap="none" strike="noStrike">
                <a:solidFill>
                  <a:srgbClr val="E3E9ED"/>
                </a:solidFill>
                <a:latin typeface="Arial"/>
                <a:ea typeface="Arial"/>
                <a:cs typeface="Arial"/>
                <a:sym typeface="Arial"/>
              </a:endParaRPr>
            </a:p>
          </p:txBody>
        </p:sp>
        <p:sp>
          <p:nvSpPr>
            <p:cNvPr id="4816" name="Google Shape;4816;p9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9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9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9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9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9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98"/>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marR="0" rtl="0" algn="l">
                <a:lnSpc>
                  <a:spcPct val="100000"/>
                </a:lnSpc>
                <a:spcBef>
                  <a:spcPts val="0"/>
                </a:spcBef>
                <a:spcAft>
                  <a:spcPts val="1600"/>
                </a:spcAft>
                <a:buClr>
                  <a:srgbClr val="000000"/>
                </a:buClr>
                <a:buSzPts val="400"/>
                <a:buFont typeface="Arial"/>
                <a:buNone/>
              </a:pPr>
              <a:r>
                <a:rPr b="0" i="0" lang="en-GB" sz="400" u="none" cap="none" strike="noStrike">
                  <a:solidFill>
                    <a:srgbClr val="E3E9ED"/>
                  </a:solidFill>
                  <a:latin typeface="Arial"/>
                  <a:ea typeface="Arial"/>
                  <a:cs typeface="Arial"/>
                  <a:sym typeface="Arial"/>
                </a:rPr>
                <a:t>PHASE 1</a:t>
              </a:r>
              <a:endParaRPr b="0" i="0" sz="400" u="none" cap="none" strike="noStrike">
                <a:solidFill>
                  <a:srgbClr val="E3E9ED"/>
                </a:solidFill>
                <a:latin typeface="Arial"/>
                <a:ea typeface="Arial"/>
                <a:cs typeface="Arial"/>
                <a:sym typeface="Arial"/>
              </a:endParaRPr>
            </a:p>
          </p:txBody>
        </p:sp>
        <p:sp>
          <p:nvSpPr>
            <p:cNvPr id="4823" name="Google Shape;4823;p98"/>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GB" sz="400" u="none" cap="none" strike="noStrike">
                  <a:solidFill>
                    <a:srgbClr val="E3E9ED"/>
                  </a:solidFill>
                  <a:latin typeface="Arial"/>
                  <a:ea typeface="Arial"/>
                  <a:cs typeface="Arial"/>
                  <a:sym typeface="Arial"/>
                </a:rPr>
                <a:t>Task 1</a:t>
              </a:r>
              <a:endParaRPr b="0" i="0" sz="400" u="none" cap="none" strike="noStrike">
                <a:solidFill>
                  <a:srgbClr val="E3E9ED"/>
                </a:solidFill>
                <a:latin typeface="Arial"/>
                <a:ea typeface="Arial"/>
                <a:cs typeface="Arial"/>
                <a:sym typeface="Arial"/>
              </a:endParaRPr>
            </a:p>
          </p:txBody>
        </p:sp>
        <p:sp>
          <p:nvSpPr>
            <p:cNvPr id="4824" name="Google Shape;4824;p98"/>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GB" sz="400" u="none" cap="none" strike="noStrike">
                  <a:solidFill>
                    <a:srgbClr val="E3E9ED"/>
                  </a:solidFill>
                  <a:latin typeface="Arial"/>
                  <a:ea typeface="Arial"/>
                  <a:cs typeface="Arial"/>
                  <a:sym typeface="Arial"/>
                </a:rPr>
                <a:t>Task 2</a:t>
              </a:r>
              <a:endParaRPr b="0" i="0" sz="400" u="none" cap="none" strike="noStrike">
                <a:solidFill>
                  <a:srgbClr val="E3E9ED"/>
                </a:solidFill>
                <a:latin typeface="Arial"/>
                <a:ea typeface="Arial"/>
                <a:cs typeface="Arial"/>
                <a:sym typeface="Arial"/>
              </a:endParaRPr>
            </a:p>
          </p:txBody>
        </p:sp>
        <p:sp>
          <p:nvSpPr>
            <p:cNvPr id="4825" name="Google Shape;4825;p9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26" name="Google Shape;4826;p98"/>
          <p:cNvGrpSpPr/>
          <p:nvPr/>
        </p:nvGrpSpPr>
        <p:grpSpPr>
          <a:xfrm>
            <a:off x="712562" y="998017"/>
            <a:ext cx="2394370" cy="976502"/>
            <a:chOff x="749309" y="1112739"/>
            <a:chExt cx="2371603" cy="976502"/>
          </a:xfrm>
        </p:grpSpPr>
        <p:sp>
          <p:nvSpPr>
            <p:cNvPr id="4827" name="Google Shape;4827;p9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9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9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9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9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9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9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9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9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9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9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9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9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9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9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9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9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9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9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9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9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9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9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9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9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9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9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9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9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9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9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9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4859" name="Google Shape;4859;p98"/>
          <p:cNvGraphicFramePr/>
          <p:nvPr/>
        </p:nvGraphicFramePr>
        <p:xfrm>
          <a:off x="5935863" y="996311"/>
          <a:ext cx="3000000" cy="3000000"/>
        </p:xfrm>
        <a:graphic>
          <a:graphicData uri="http://schemas.openxmlformats.org/drawingml/2006/table">
            <a:tbl>
              <a:tblPr>
                <a:noFill/>
                <a:tableStyleId>{CF7EBC90-D39A-4EA8-BDBE-FA5BE8EE289A}</a:tableStyleId>
              </a:tblPr>
              <a:tblGrid>
                <a:gridCol w="622825"/>
                <a:gridCol w="622825"/>
                <a:gridCol w="622825"/>
                <a:gridCol w="622825"/>
              </a:tblGrid>
              <a:tr h="32547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860" name="Google Shape;4860;p98"/>
          <p:cNvGraphicFramePr/>
          <p:nvPr/>
        </p:nvGraphicFramePr>
        <p:xfrm>
          <a:off x="3342575" y="2130461"/>
          <a:ext cx="3000000" cy="3000000"/>
        </p:xfrm>
        <a:graphic>
          <a:graphicData uri="http://schemas.openxmlformats.org/drawingml/2006/table">
            <a:tbl>
              <a:tblPr>
                <a:noFill/>
                <a:tableStyleId>{CF7EBC90-D39A-4EA8-BDBE-FA5BE8EE289A}</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861" name="Google Shape;4861;p98"/>
          <p:cNvGrpSpPr/>
          <p:nvPr/>
        </p:nvGrpSpPr>
        <p:grpSpPr>
          <a:xfrm>
            <a:off x="4086505" y="2517104"/>
            <a:ext cx="1517436" cy="74460"/>
            <a:chOff x="3980086" y="2804397"/>
            <a:chExt cx="1227600" cy="66900"/>
          </a:xfrm>
        </p:grpSpPr>
        <p:sp>
          <p:nvSpPr>
            <p:cNvPr id="4862" name="Google Shape;4862;p9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9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64" name="Google Shape;4864;p98"/>
          <p:cNvGrpSpPr/>
          <p:nvPr/>
        </p:nvGrpSpPr>
        <p:grpSpPr>
          <a:xfrm>
            <a:off x="4711569" y="2809692"/>
            <a:ext cx="892956" cy="74460"/>
            <a:chOff x="3980086" y="2804397"/>
            <a:chExt cx="1227600" cy="66900"/>
          </a:xfrm>
        </p:grpSpPr>
        <p:sp>
          <p:nvSpPr>
            <p:cNvPr id="4865" name="Google Shape;4865;p9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9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67" name="Google Shape;4867;p98"/>
          <p:cNvGrpSpPr/>
          <p:nvPr/>
        </p:nvGrpSpPr>
        <p:grpSpPr>
          <a:xfrm>
            <a:off x="3344661" y="3168575"/>
            <a:ext cx="2363245" cy="1005943"/>
            <a:chOff x="3358415" y="3361302"/>
            <a:chExt cx="2363245" cy="1024695"/>
          </a:xfrm>
        </p:grpSpPr>
        <p:grpSp>
          <p:nvGrpSpPr>
            <p:cNvPr id="4868" name="Google Shape;4868;p98"/>
            <p:cNvGrpSpPr/>
            <p:nvPr/>
          </p:nvGrpSpPr>
          <p:grpSpPr>
            <a:xfrm>
              <a:off x="3358415" y="3361302"/>
              <a:ext cx="441300" cy="1024695"/>
              <a:chOff x="3358415" y="3361302"/>
              <a:chExt cx="441300" cy="1024695"/>
            </a:xfrm>
          </p:grpSpPr>
          <p:sp>
            <p:nvSpPr>
              <p:cNvPr id="4869" name="Google Shape;4869;p9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9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9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9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9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9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75" name="Google Shape;4875;p98"/>
            <p:cNvGrpSpPr/>
            <p:nvPr/>
          </p:nvGrpSpPr>
          <p:grpSpPr>
            <a:xfrm>
              <a:off x="3838901" y="3361302"/>
              <a:ext cx="441300" cy="1024695"/>
              <a:chOff x="3838901" y="3361302"/>
              <a:chExt cx="441300" cy="1024695"/>
            </a:xfrm>
          </p:grpSpPr>
          <p:sp>
            <p:nvSpPr>
              <p:cNvPr id="4876" name="Google Shape;4876;p9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9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9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9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9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9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82" name="Google Shape;4882;p98"/>
            <p:cNvGrpSpPr/>
            <p:nvPr/>
          </p:nvGrpSpPr>
          <p:grpSpPr>
            <a:xfrm>
              <a:off x="4319387" y="3361302"/>
              <a:ext cx="441300" cy="1024695"/>
              <a:chOff x="4319387" y="3361302"/>
              <a:chExt cx="441300" cy="1024695"/>
            </a:xfrm>
          </p:grpSpPr>
          <p:sp>
            <p:nvSpPr>
              <p:cNvPr id="4883" name="Google Shape;4883;p9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9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9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9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9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9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89" name="Google Shape;4889;p98"/>
            <p:cNvGrpSpPr/>
            <p:nvPr/>
          </p:nvGrpSpPr>
          <p:grpSpPr>
            <a:xfrm>
              <a:off x="4799873" y="3361302"/>
              <a:ext cx="441300" cy="1024695"/>
              <a:chOff x="4799873" y="3361302"/>
              <a:chExt cx="441300" cy="1024695"/>
            </a:xfrm>
          </p:grpSpPr>
          <p:sp>
            <p:nvSpPr>
              <p:cNvPr id="4890" name="Google Shape;4890;p9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p9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9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p9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9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9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96" name="Google Shape;4896;p98"/>
            <p:cNvGrpSpPr/>
            <p:nvPr/>
          </p:nvGrpSpPr>
          <p:grpSpPr>
            <a:xfrm>
              <a:off x="5280360" y="3361302"/>
              <a:ext cx="441300" cy="1024695"/>
              <a:chOff x="5280360" y="3361302"/>
              <a:chExt cx="441300" cy="1024695"/>
            </a:xfrm>
          </p:grpSpPr>
          <p:sp>
            <p:nvSpPr>
              <p:cNvPr id="4897" name="Google Shape;4897;p9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9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9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9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9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9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4903" name="Google Shape;4903;p98"/>
          <p:cNvGraphicFramePr/>
          <p:nvPr/>
        </p:nvGraphicFramePr>
        <p:xfrm>
          <a:off x="711088" y="2130461"/>
          <a:ext cx="3000000" cy="3000000"/>
        </p:xfrm>
        <a:graphic>
          <a:graphicData uri="http://schemas.openxmlformats.org/drawingml/2006/table">
            <a:tbl>
              <a:tblPr>
                <a:noFill/>
                <a:tableStyleId>{CF7EBC90-D39A-4EA8-BDBE-FA5BE8EE289A}</a:tableStyleId>
              </a:tblPr>
              <a:tblGrid>
                <a:gridCol w="600900"/>
                <a:gridCol w="600900"/>
                <a:gridCol w="600900"/>
                <a:gridCol w="600900"/>
              </a:tblGrid>
              <a:tr h="2938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904" name="Google Shape;4904;p98"/>
          <p:cNvGrpSpPr/>
          <p:nvPr/>
        </p:nvGrpSpPr>
        <p:grpSpPr>
          <a:xfrm>
            <a:off x="712613" y="3180186"/>
            <a:ext cx="2403614" cy="1005900"/>
            <a:chOff x="726450" y="3372825"/>
            <a:chExt cx="2403614" cy="1005900"/>
          </a:xfrm>
        </p:grpSpPr>
        <p:grpSp>
          <p:nvGrpSpPr>
            <p:cNvPr id="4905" name="Google Shape;4905;p98"/>
            <p:cNvGrpSpPr/>
            <p:nvPr/>
          </p:nvGrpSpPr>
          <p:grpSpPr>
            <a:xfrm>
              <a:off x="726450" y="3696000"/>
              <a:ext cx="2403614" cy="500898"/>
              <a:chOff x="726450" y="3696000"/>
              <a:chExt cx="2403614" cy="500898"/>
            </a:xfrm>
          </p:grpSpPr>
          <p:sp>
            <p:nvSpPr>
              <p:cNvPr id="4906" name="Google Shape;4906;p9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4907" name="Google Shape;4907;p9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4908" name="Google Shape;4908;p98"/>
            <p:cNvGrpSpPr/>
            <p:nvPr/>
          </p:nvGrpSpPr>
          <p:grpSpPr>
            <a:xfrm>
              <a:off x="1348050" y="3372825"/>
              <a:ext cx="1720425" cy="1005900"/>
              <a:chOff x="1348050" y="3372825"/>
              <a:chExt cx="1720425" cy="1005900"/>
            </a:xfrm>
          </p:grpSpPr>
          <p:sp>
            <p:nvSpPr>
              <p:cNvPr id="4909" name="Google Shape;4909;p9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4910" name="Google Shape;4910;p9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4911" name="Google Shape;4911;p9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4912" name="Google Shape;4912;p9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4913" name="Google Shape;4913;p9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4914" name="Google Shape;4914;p98"/>
            <p:cNvGrpSpPr/>
            <p:nvPr/>
          </p:nvGrpSpPr>
          <p:grpSpPr>
            <a:xfrm>
              <a:off x="1455707" y="3731058"/>
              <a:ext cx="1491149" cy="417657"/>
              <a:chOff x="1455707" y="3731058"/>
              <a:chExt cx="1491149" cy="417657"/>
            </a:xfrm>
          </p:grpSpPr>
          <p:grpSp>
            <p:nvGrpSpPr>
              <p:cNvPr id="4915" name="Google Shape;4915;p98"/>
              <p:cNvGrpSpPr/>
              <p:nvPr/>
            </p:nvGrpSpPr>
            <p:grpSpPr>
              <a:xfrm>
                <a:off x="1472938" y="3745828"/>
                <a:ext cx="72126" cy="53788"/>
                <a:chOff x="1472938" y="3745828"/>
                <a:chExt cx="72126" cy="53788"/>
              </a:xfrm>
            </p:grpSpPr>
            <p:sp>
              <p:nvSpPr>
                <p:cNvPr id="4916" name="Google Shape;4916;p9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9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18" name="Google Shape;4918;p98"/>
              <p:cNvGrpSpPr/>
              <p:nvPr/>
            </p:nvGrpSpPr>
            <p:grpSpPr>
              <a:xfrm>
                <a:off x="1819181" y="4089633"/>
                <a:ext cx="72126" cy="53788"/>
                <a:chOff x="1819181" y="4089633"/>
                <a:chExt cx="72126" cy="53788"/>
              </a:xfrm>
            </p:grpSpPr>
            <p:sp>
              <p:nvSpPr>
                <p:cNvPr id="4919" name="Google Shape;4919;p9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9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21" name="Google Shape;4921;p98"/>
              <p:cNvGrpSpPr/>
              <p:nvPr/>
            </p:nvGrpSpPr>
            <p:grpSpPr>
              <a:xfrm>
                <a:off x="1455707" y="4084171"/>
                <a:ext cx="64320" cy="64544"/>
                <a:chOff x="1455707" y="4084171"/>
                <a:chExt cx="64320" cy="64544"/>
              </a:xfrm>
            </p:grpSpPr>
            <p:sp>
              <p:nvSpPr>
                <p:cNvPr id="4922" name="Google Shape;4922;p9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9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24" name="Google Shape;4924;p98"/>
              <p:cNvGrpSpPr/>
              <p:nvPr/>
            </p:nvGrpSpPr>
            <p:grpSpPr>
              <a:xfrm>
                <a:off x="1818610" y="3731058"/>
                <a:ext cx="64320" cy="64545"/>
                <a:chOff x="1818610" y="3731058"/>
                <a:chExt cx="64320" cy="64545"/>
              </a:xfrm>
            </p:grpSpPr>
            <p:sp>
              <p:nvSpPr>
                <p:cNvPr id="4925" name="Google Shape;4925;p9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9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27" name="Google Shape;4927;p98"/>
              <p:cNvGrpSpPr/>
              <p:nvPr/>
            </p:nvGrpSpPr>
            <p:grpSpPr>
              <a:xfrm>
                <a:off x="2172491" y="4089633"/>
                <a:ext cx="72126" cy="53788"/>
                <a:chOff x="2172491" y="4089633"/>
                <a:chExt cx="72126" cy="53788"/>
              </a:xfrm>
            </p:grpSpPr>
            <p:sp>
              <p:nvSpPr>
                <p:cNvPr id="4928" name="Google Shape;4928;p9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9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30" name="Google Shape;4930;p98"/>
              <p:cNvGrpSpPr/>
              <p:nvPr/>
            </p:nvGrpSpPr>
            <p:grpSpPr>
              <a:xfrm>
                <a:off x="2171920" y="3731058"/>
                <a:ext cx="64320" cy="64545"/>
                <a:chOff x="2171920" y="3731058"/>
                <a:chExt cx="64320" cy="64545"/>
              </a:xfrm>
            </p:grpSpPr>
            <p:sp>
              <p:nvSpPr>
                <p:cNvPr id="4931" name="Google Shape;4931;p9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9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33" name="Google Shape;4933;p98"/>
              <p:cNvGrpSpPr/>
              <p:nvPr/>
            </p:nvGrpSpPr>
            <p:grpSpPr>
              <a:xfrm>
                <a:off x="2874730" y="3745828"/>
                <a:ext cx="72126" cy="53788"/>
                <a:chOff x="2874730" y="3745828"/>
                <a:chExt cx="72126" cy="53788"/>
              </a:xfrm>
            </p:grpSpPr>
            <p:sp>
              <p:nvSpPr>
                <p:cNvPr id="4934" name="Google Shape;4934;p9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p9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36" name="Google Shape;4936;p98"/>
              <p:cNvGrpSpPr/>
              <p:nvPr/>
            </p:nvGrpSpPr>
            <p:grpSpPr>
              <a:xfrm>
                <a:off x="2878589" y="4081481"/>
                <a:ext cx="64321" cy="64544"/>
                <a:chOff x="2878589" y="4081481"/>
                <a:chExt cx="64321" cy="64544"/>
              </a:xfrm>
            </p:grpSpPr>
            <p:sp>
              <p:nvSpPr>
                <p:cNvPr id="4937" name="Google Shape;4937;p9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9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39" name="Google Shape;4939;p98"/>
              <p:cNvGrpSpPr/>
              <p:nvPr/>
            </p:nvGrpSpPr>
            <p:grpSpPr>
              <a:xfrm>
                <a:off x="2525796" y="4089633"/>
                <a:ext cx="72126" cy="53788"/>
                <a:chOff x="2525796" y="4089633"/>
                <a:chExt cx="72126" cy="53788"/>
              </a:xfrm>
            </p:grpSpPr>
            <p:sp>
              <p:nvSpPr>
                <p:cNvPr id="4940" name="Google Shape;4940;p9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9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42" name="Google Shape;4942;p98"/>
              <p:cNvGrpSpPr/>
              <p:nvPr/>
            </p:nvGrpSpPr>
            <p:grpSpPr>
              <a:xfrm>
                <a:off x="2525225" y="3731058"/>
                <a:ext cx="64320" cy="64545"/>
                <a:chOff x="2525225" y="3731058"/>
                <a:chExt cx="64320" cy="64545"/>
              </a:xfrm>
            </p:grpSpPr>
            <p:sp>
              <p:nvSpPr>
                <p:cNvPr id="4943" name="Google Shape;4943;p9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9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8" name="Shape 4948"/>
        <p:cNvGrpSpPr/>
        <p:nvPr/>
      </p:nvGrpSpPr>
      <p:grpSpPr>
        <a:xfrm>
          <a:off x="0" y="0"/>
          <a:ext cx="0" cy="0"/>
          <a:chOff x="0" y="0"/>
          <a:chExt cx="0" cy="0"/>
        </a:xfrm>
      </p:grpSpPr>
      <p:grpSp>
        <p:nvGrpSpPr>
          <p:cNvPr id="4949" name="Google Shape;4949;p99"/>
          <p:cNvGrpSpPr/>
          <p:nvPr/>
        </p:nvGrpSpPr>
        <p:grpSpPr>
          <a:xfrm>
            <a:off x="5780153" y="1859606"/>
            <a:ext cx="671400" cy="674857"/>
            <a:chOff x="5780148" y="1859605"/>
            <a:chExt cx="671400" cy="674857"/>
          </a:xfrm>
        </p:grpSpPr>
        <p:sp>
          <p:nvSpPr>
            <p:cNvPr id="4950" name="Google Shape;4950;p99"/>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99"/>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99"/>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99"/>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54" name="Google Shape;4954;p99"/>
          <p:cNvGrpSpPr/>
          <p:nvPr/>
        </p:nvGrpSpPr>
        <p:grpSpPr>
          <a:xfrm>
            <a:off x="716996" y="971307"/>
            <a:ext cx="845921" cy="690752"/>
            <a:chOff x="732428" y="1198513"/>
            <a:chExt cx="845921" cy="690752"/>
          </a:xfrm>
        </p:grpSpPr>
        <p:grpSp>
          <p:nvGrpSpPr>
            <p:cNvPr id="4955" name="Google Shape;4955;p99"/>
            <p:cNvGrpSpPr/>
            <p:nvPr/>
          </p:nvGrpSpPr>
          <p:grpSpPr>
            <a:xfrm>
              <a:off x="823030" y="1198513"/>
              <a:ext cx="755319" cy="690752"/>
              <a:chOff x="823030" y="1198513"/>
              <a:chExt cx="755319" cy="690752"/>
            </a:xfrm>
          </p:grpSpPr>
          <p:sp>
            <p:nvSpPr>
              <p:cNvPr id="4956" name="Google Shape;4956;p9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p9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58" name="Google Shape;4958;p99"/>
            <p:cNvGrpSpPr/>
            <p:nvPr/>
          </p:nvGrpSpPr>
          <p:grpSpPr>
            <a:xfrm>
              <a:off x="732428" y="1239937"/>
              <a:ext cx="739912" cy="607886"/>
              <a:chOff x="732428" y="1239937"/>
              <a:chExt cx="739912" cy="607886"/>
            </a:xfrm>
          </p:grpSpPr>
          <p:sp>
            <p:nvSpPr>
              <p:cNvPr id="4959" name="Google Shape;4959;p9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9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61" name="Google Shape;4961;p99"/>
            <p:cNvGrpSpPr/>
            <p:nvPr/>
          </p:nvGrpSpPr>
          <p:grpSpPr>
            <a:xfrm>
              <a:off x="732428" y="1277018"/>
              <a:ext cx="702832" cy="533758"/>
              <a:chOff x="732428" y="1277018"/>
              <a:chExt cx="702832" cy="533758"/>
            </a:xfrm>
          </p:grpSpPr>
          <p:sp>
            <p:nvSpPr>
              <p:cNvPr id="4962" name="Google Shape;4962;p9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9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64" name="Google Shape;4964;p99"/>
            <p:cNvGrpSpPr/>
            <p:nvPr/>
          </p:nvGrpSpPr>
          <p:grpSpPr>
            <a:xfrm>
              <a:off x="931170" y="1306653"/>
              <a:ext cx="647179" cy="474455"/>
              <a:chOff x="931170" y="1306653"/>
              <a:chExt cx="647179" cy="474455"/>
            </a:xfrm>
          </p:grpSpPr>
          <p:sp>
            <p:nvSpPr>
              <p:cNvPr id="4965" name="Google Shape;4965;p9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9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967" name="Google Shape;4967;p9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68" name="Google Shape;4968;p99"/>
          <p:cNvGrpSpPr/>
          <p:nvPr/>
        </p:nvGrpSpPr>
        <p:grpSpPr>
          <a:xfrm>
            <a:off x="3948605" y="971313"/>
            <a:ext cx="634656" cy="699982"/>
            <a:chOff x="5985650" y="2860025"/>
            <a:chExt cx="1396075" cy="1539775"/>
          </a:xfrm>
        </p:grpSpPr>
        <p:sp>
          <p:nvSpPr>
            <p:cNvPr id="4969" name="Google Shape;4969;p9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9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9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9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9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9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9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9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9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9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9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9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9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9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9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9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9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9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9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9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9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9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9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9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9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9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9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9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9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9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9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9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01" name="Google Shape;5001;p99"/>
          <p:cNvGrpSpPr/>
          <p:nvPr/>
        </p:nvGrpSpPr>
        <p:grpSpPr>
          <a:xfrm>
            <a:off x="4704254" y="971307"/>
            <a:ext cx="725845" cy="699975"/>
            <a:chOff x="4249973" y="1201875"/>
            <a:chExt cx="1958567" cy="1888763"/>
          </a:xfrm>
        </p:grpSpPr>
        <p:sp>
          <p:nvSpPr>
            <p:cNvPr id="5002" name="Google Shape;5002;p9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03" name="Google Shape;5003;p99"/>
            <p:cNvGrpSpPr/>
            <p:nvPr/>
          </p:nvGrpSpPr>
          <p:grpSpPr>
            <a:xfrm>
              <a:off x="5853086" y="1789142"/>
              <a:ext cx="355454" cy="1047937"/>
              <a:chOff x="5576108" y="2016725"/>
              <a:chExt cx="565200" cy="1666302"/>
            </a:xfrm>
          </p:grpSpPr>
          <p:sp>
            <p:nvSpPr>
              <p:cNvPr id="5004" name="Google Shape;5004;p9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5005" name="Google Shape;5005;p9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06" name="Google Shape;5006;p99"/>
            <p:cNvGrpSpPr/>
            <p:nvPr/>
          </p:nvGrpSpPr>
          <p:grpSpPr>
            <a:xfrm>
              <a:off x="4869725" y="2691676"/>
              <a:ext cx="1013627" cy="398962"/>
              <a:chOff x="4012487" y="3451825"/>
              <a:chExt cx="1611746" cy="634381"/>
            </a:xfrm>
          </p:grpSpPr>
          <p:sp>
            <p:nvSpPr>
              <p:cNvPr id="5007" name="Google Shape;5007;p9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5008" name="Google Shape;5008;p9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09" name="Google Shape;5009;p99"/>
            <p:cNvGrpSpPr/>
            <p:nvPr/>
          </p:nvGrpSpPr>
          <p:grpSpPr>
            <a:xfrm>
              <a:off x="4276993" y="2155787"/>
              <a:ext cx="651909" cy="891532"/>
              <a:chOff x="3069997" y="2599721"/>
              <a:chExt cx="1036586" cy="1417604"/>
            </a:xfrm>
          </p:grpSpPr>
          <p:sp>
            <p:nvSpPr>
              <p:cNvPr id="5010" name="Google Shape;5010;p9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5011" name="Google Shape;5011;p9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12" name="Google Shape;5012;p99"/>
            <p:cNvGrpSpPr/>
            <p:nvPr/>
          </p:nvGrpSpPr>
          <p:grpSpPr>
            <a:xfrm>
              <a:off x="5054918" y="1201875"/>
              <a:ext cx="999521" cy="602731"/>
              <a:chOff x="4306958" y="1082925"/>
              <a:chExt cx="1589315" cy="958389"/>
            </a:xfrm>
          </p:grpSpPr>
          <p:sp>
            <p:nvSpPr>
              <p:cNvPr id="5013" name="Google Shape;5013;p9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5014" name="Google Shape;5014;p9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15" name="Google Shape;5015;p99"/>
            <p:cNvGrpSpPr/>
            <p:nvPr/>
          </p:nvGrpSpPr>
          <p:grpSpPr>
            <a:xfrm>
              <a:off x="4249973" y="1303601"/>
              <a:ext cx="799524" cy="841184"/>
              <a:chOff x="3027033" y="1244677"/>
              <a:chExt cx="1271307" cy="1337548"/>
            </a:xfrm>
          </p:grpSpPr>
          <p:sp>
            <p:nvSpPr>
              <p:cNvPr id="5016" name="Google Shape;5016;p9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5017" name="Google Shape;5017;p9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018" name="Google Shape;5018;p99"/>
          <p:cNvGrpSpPr/>
          <p:nvPr/>
        </p:nvGrpSpPr>
        <p:grpSpPr>
          <a:xfrm>
            <a:off x="4057119" y="1858087"/>
            <a:ext cx="750769" cy="683785"/>
            <a:chOff x="4204684" y="2104422"/>
            <a:chExt cx="699822" cy="637383"/>
          </a:xfrm>
        </p:grpSpPr>
        <p:grpSp>
          <p:nvGrpSpPr>
            <p:cNvPr id="5019" name="Google Shape;5019;p99"/>
            <p:cNvGrpSpPr/>
            <p:nvPr/>
          </p:nvGrpSpPr>
          <p:grpSpPr>
            <a:xfrm>
              <a:off x="4204684" y="2430067"/>
              <a:ext cx="342957" cy="311738"/>
              <a:chOff x="4204684" y="2430067"/>
              <a:chExt cx="342957" cy="311738"/>
            </a:xfrm>
          </p:grpSpPr>
          <p:sp>
            <p:nvSpPr>
              <p:cNvPr id="5020" name="Google Shape;5020;p9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9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22" name="Google Shape;5022;p99"/>
            <p:cNvGrpSpPr/>
            <p:nvPr/>
          </p:nvGrpSpPr>
          <p:grpSpPr>
            <a:xfrm>
              <a:off x="4561586" y="2430067"/>
              <a:ext cx="342920" cy="311738"/>
              <a:chOff x="4561586" y="2430067"/>
              <a:chExt cx="342920" cy="311738"/>
            </a:xfrm>
          </p:grpSpPr>
          <p:sp>
            <p:nvSpPr>
              <p:cNvPr id="5023" name="Google Shape;5023;p9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9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25" name="Google Shape;5025;p99"/>
            <p:cNvGrpSpPr/>
            <p:nvPr/>
          </p:nvGrpSpPr>
          <p:grpSpPr>
            <a:xfrm>
              <a:off x="4561586" y="2104422"/>
              <a:ext cx="342920" cy="311738"/>
              <a:chOff x="4561586" y="2104422"/>
              <a:chExt cx="342920" cy="311738"/>
            </a:xfrm>
          </p:grpSpPr>
          <p:sp>
            <p:nvSpPr>
              <p:cNvPr id="5026" name="Google Shape;5026;p9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9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28" name="Google Shape;5028;p99"/>
            <p:cNvGrpSpPr/>
            <p:nvPr/>
          </p:nvGrpSpPr>
          <p:grpSpPr>
            <a:xfrm>
              <a:off x="4204684" y="2104422"/>
              <a:ext cx="342957" cy="311664"/>
              <a:chOff x="4204684" y="2104422"/>
              <a:chExt cx="342957" cy="311664"/>
            </a:xfrm>
          </p:grpSpPr>
          <p:sp>
            <p:nvSpPr>
              <p:cNvPr id="5029" name="Google Shape;5029;p9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9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031" name="Google Shape;5031;p99"/>
          <p:cNvGrpSpPr/>
          <p:nvPr/>
        </p:nvGrpSpPr>
        <p:grpSpPr>
          <a:xfrm>
            <a:off x="5521552" y="971301"/>
            <a:ext cx="660591" cy="688868"/>
            <a:chOff x="5830645" y="1267368"/>
            <a:chExt cx="530340" cy="553041"/>
          </a:xfrm>
        </p:grpSpPr>
        <p:sp>
          <p:nvSpPr>
            <p:cNvPr id="5032" name="Google Shape;5032;p9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33" name="Google Shape;5033;p99"/>
            <p:cNvGrpSpPr/>
            <p:nvPr/>
          </p:nvGrpSpPr>
          <p:grpSpPr>
            <a:xfrm>
              <a:off x="5830645" y="1267368"/>
              <a:ext cx="259743" cy="269909"/>
              <a:chOff x="5830645" y="1267368"/>
              <a:chExt cx="259743" cy="269909"/>
            </a:xfrm>
          </p:grpSpPr>
          <p:sp>
            <p:nvSpPr>
              <p:cNvPr id="5034" name="Google Shape;5034;p9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9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36" name="Google Shape;5036;p99"/>
            <p:cNvGrpSpPr/>
            <p:nvPr/>
          </p:nvGrpSpPr>
          <p:grpSpPr>
            <a:xfrm>
              <a:off x="6101293" y="1267368"/>
              <a:ext cx="259692" cy="269909"/>
              <a:chOff x="6101293" y="1267368"/>
              <a:chExt cx="259692" cy="269909"/>
            </a:xfrm>
          </p:grpSpPr>
          <p:sp>
            <p:nvSpPr>
              <p:cNvPr id="5037" name="Google Shape;5037;p9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9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39" name="Google Shape;5039;p99"/>
            <p:cNvGrpSpPr/>
            <p:nvPr/>
          </p:nvGrpSpPr>
          <p:grpSpPr>
            <a:xfrm>
              <a:off x="5830645" y="1550500"/>
              <a:ext cx="259692" cy="269909"/>
              <a:chOff x="5830645" y="1550500"/>
              <a:chExt cx="259692" cy="269909"/>
            </a:xfrm>
          </p:grpSpPr>
          <p:sp>
            <p:nvSpPr>
              <p:cNvPr id="5040" name="Google Shape;5040;p9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9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42" name="Google Shape;5042;p99"/>
            <p:cNvGrpSpPr/>
            <p:nvPr/>
          </p:nvGrpSpPr>
          <p:grpSpPr>
            <a:xfrm>
              <a:off x="6101293" y="1550500"/>
              <a:ext cx="259692" cy="269909"/>
              <a:chOff x="6101293" y="1550500"/>
              <a:chExt cx="259692" cy="269909"/>
            </a:xfrm>
          </p:grpSpPr>
          <p:sp>
            <p:nvSpPr>
              <p:cNvPr id="5043" name="Google Shape;5043;p9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9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045" name="Google Shape;5045;p99"/>
          <p:cNvGrpSpPr/>
          <p:nvPr/>
        </p:nvGrpSpPr>
        <p:grpSpPr>
          <a:xfrm>
            <a:off x="723705" y="1861761"/>
            <a:ext cx="697154" cy="679574"/>
            <a:chOff x="2679875" y="2361475"/>
            <a:chExt cx="780425" cy="760575"/>
          </a:xfrm>
        </p:grpSpPr>
        <p:sp>
          <p:nvSpPr>
            <p:cNvPr id="5046" name="Google Shape;5046;p9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9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9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9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9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9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52" name="Google Shape;5052;p99"/>
          <p:cNvGrpSpPr/>
          <p:nvPr/>
        </p:nvGrpSpPr>
        <p:grpSpPr>
          <a:xfrm>
            <a:off x="3122864" y="971353"/>
            <a:ext cx="735829" cy="684546"/>
            <a:chOff x="3351965" y="1148808"/>
            <a:chExt cx="750770" cy="698374"/>
          </a:xfrm>
        </p:grpSpPr>
        <p:grpSp>
          <p:nvGrpSpPr>
            <p:cNvPr id="5053" name="Google Shape;5053;p99"/>
            <p:cNvGrpSpPr/>
            <p:nvPr/>
          </p:nvGrpSpPr>
          <p:grpSpPr>
            <a:xfrm>
              <a:off x="3586796" y="1148808"/>
              <a:ext cx="294857" cy="286830"/>
              <a:chOff x="3750225" y="1774000"/>
              <a:chExt cx="149575" cy="145525"/>
            </a:xfrm>
          </p:grpSpPr>
          <p:sp>
            <p:nvSpPr>
              <p:cNvPr id="5054" name="Google Shape;5054;p9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9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56" name="Google Shape;5056;p99"/>
            <p:cNvGrpSpPr/>
            <p:nvPr/>
          </p:nvGrpSpPr>
          <p:grpSpPr>
            <a:xfrm>
              <a:off x="3779245" y="1375768"/>
              <a:ext cx="323490" cy="286978"/>
              <a:chOff x="3847850" y="1889150"/>
              <a:chExt cx="164100" cy="145600"/>
            </a:xfrm>
          </p:grpSpPr>
          <p:sp>
            <p:nvSpPr>
              <p:cNvPr id="5057" name="Google Shape;5057;p9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9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59" name="Google Shape;5059;p99"/>
            <p:cNvGrpSpPr/>
            <p:nvPr/>
          </p:nvGrpSpPr>
          <p:grpSpPr>
            <a:xfrm>
              <a:off x="3351965" y="1330435"/>
              <a:ext cx="295449" cy="285401"/>
              <a:chOff x="3631100" y="1866150"/>
              <a:chExt cx="149875" cy="144800"/>
            </a:xfrm>
          </p:grpSpPr>
          <p:sp>
            <p:nvSpPr>
              <p:cNvPr id="5060" name="Google Shape;5060;p9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9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62" name="Google Shape;5062;p99"/>
            <p:cNvGrpSpPr/>
            <p:nvPr/>
          </p:nvGrpSpPr>
          <p:grpSpPr>
            <a:xfrm>
              <a:off x="3548208" y="1560352"/>
              <a:ext cx="294808" cy="286830"/>
              <a:chOff x="3730650" y="1982800"/>
              <a:chExt cx="149550" cy="145525"/>
            </a:xfrm>
          </p:grpSpPr>
          <p:sp>
            <p:nvSpPr>
              <p:cNvPr id="5063" name="Google Shape;5063;p9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9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065" name="Google Shape;5065;p99"/>
          <p:cNvGrpSpPr/>
          <p:nvPr/>
        </p:nvGrpSpPr>
        <p:grpSpPr>
          <a:xfrm>
            <a:off x="7624517" y="971307"/>
            <a:ext cx="804565" cy="677795"/>
            <a:chOff x="7636443" y="1204988"/>
            <a:chExt cx="804565" cy="677795"/>
          </a:xfrm>
        </p:grpSpPr>
        <p:grpSp>
          <p:nvGrpSpPr>
            <p:cNvPr id="5066" name="Google Shape;5066;p99"/>
            <p:cNvGrpSpPr/>
            <p:nvPr/>
          </p:nvGrpSpPr>
          <p:grpSpPr>
            <a:xfrm>
              <a:off x="7636443" y="1509705"/>
              <a:ext cx="804565" cy="373078"/>
              <a:chOff x="7636443" y="1509705"/>
              <a:chExt cx="804565" cy="373078"/>
            </a:xfrm>
          </p:grpSpPr>
          <p:sp>
            <p:nvSpPr>
              <p:cNvPr id="5067" name="Google Shape;5067;p9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9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69" name="Google Shape;5069;p99"/>
            <p:cNvGrpSpPr/>
            <p:nvPr/>
          </p:nvGrpSpPr>
          <p:grpSpPr>
            <a:xfrm>
              <a:off x="7636443" y="1408133"/>
              <a:ext cx="804565" cy="373078"/>
              <a:chOff x="7636443" y="1408133"/>
              <a:chExt cx="804565" cy="373078"/>
            </a:xfrm>
          </p:grpSpPr>
          <p:sp>
            <p:nvSpPr>
              <p:cNvPr id="5070" name="Google Shape;5070;p9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9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72" name="Google Shape;5072;p99"/>
            <p:cNvGrpSpPr/>
            <p:nvPr/>
          </p:nvGrpSpPr>
          <p:grpSpPr>
            <a:xfrm>
              <a:off x="7636443" y="1306560"/>
              <a:ext cx="804565" cy="373078"/>
              <a:chOff x="7636443" y="1306560"/>
              <a:chExt cx="804565" cy="373078"/>
            </a:xfrm>
          </p:grpSpPr>
          <p:sp>
            <p:nvSpPr>
              <p:cNvPr id="5073" name="Google Shape;5073;p9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9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75" name="Google Shape;5075;p99"/>
            <p:cNvGrpSpPr/>
            <p:nvPr/>
          </p:nvGrpSpPr>
          <p:grpSpPr>
            <a:xfrm>
              <a:off x="7636443" y="1204988"/>
              <a:ext cx="804565" cy="373078"/>
              <a:chOff x="7636443" y="1204988"/>
              <a:chExt cx="804565" cy="373078"/>
            </a:xfrm>
          </p:grpSpPr>
          <p:sp>
            <p:nvSpPr>
              <p:cNvPr id="5076" name="Google Shape;5076;p9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9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078" name="Google Shape;5078;p99"/>
          <p:cNvGrpSpPr/>
          <p:nvPr/>
        </p:nvGrpSpPr>
        <p:grpSpPr>
          <a:xfrm>
            <a:off x="4963363" y="1878721"/>
            <a:ext cx="661339" cy="661188"/>
            <a:chOff x="3990000" y="975400"/>
            <a:chExt cx="3934200" cy="3933300"/>
          </a:xfrm>
        </p:grpSpPr>
        <p:sp>
          <p:nvSpPr>
            <p:cNvPr id="5079" name="Google Shape;5079;p9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9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9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9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83" name="Google Shape;5083;p99"/>
          <p:cNvGrpSpPr/>
          <p:nvPr/>
        </p:nvGrpSpPr>
        <p:grpSpPr>
          <a:xfrm>
            <a:off x="6607011" y="1857359"/>
            <a:ext cx="868881" cy="684240"/>
            <a:chOff x="6598259" y="2078634"/>
            <a:chExt cx="868881" cy="684240"/>
          </a:xfrm>
        </p:grpSpPr>
        <p:sp>
          <p:nvSpPr>
            <p:cNvPr id="5084" name="Google Shape;5084;p9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9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9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9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9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9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90" name="Google Shape;5090;p99"/>
            <p:cNvGrpSpPr/>
            <p:nvPr/>
          </p:nvGrpSpPr>
          <p:grpSpPr>
            <a:xfrm>
              <a:off x="6808175" y="2078634"/>
              <a:ext cx="452229" cy="684240"/>
              <a:chOff x="6808175" y="2078634"/>
              <a:chExt cx="452229" cy="684240"/>
            </a:xfrm>
          </p:grpSpPr>
          <p:sp>
            <p:nvSpPr>
              <p:cNvPr id="5091" name="Google Shape;5091;p9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9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9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9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9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9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97" name="Google Shape;5097;p99"/>
              <p:cNvGrpSpPr/>
              <p:nvPr/>
            </p:nvGrpSpPr>
            <p:grpSpPr>
              <a:xfrm>
                <a:off x="6821586" y="2078634"/>
                <a:ext cx="426871" cy="684240"/>
                <a:chOff x="6821586" y="2078634"/>
                <a:chExt cx="426871" cy="684240"/>
              </a:xfrm>
            </p:grpSpPr>
            <p:grpSp>
              <p:nvGrpSpPr>
                <p:cNvPr id="5098" name="Google Shape;5098;p99"/>
                <p:cNvGrpSpPr/>
                <p:nvPr/>
              </p:nvGrpSpPr>
              <p:grpSpPr>
                <a:xfrm>
                  <a:off x="6821586" y="2078634"/>
                  <a:ext cx="426871" cy="684240"/>
                  <a:chOff x="6821586" y="2078634"/>
                  <a:chExt cx="426871" cy="684240"/>
                </a:xfrm>
              </p:grpSpPr>
              <p:sp>
                <p:nvSpPr>
                  <p:cNvPr id="5099" name="Google Shape;5099;p9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9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9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9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9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9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9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9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9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9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9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9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9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9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9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9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9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9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9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118" name="Google Shape;5118;p9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9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9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9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9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9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5124" name="Google Shape;5124;p99"/>
          <p:cNvGrpSpPr/>
          <p:nvPr/>
        </p:nvGrpSpPr>
        <p:grpSpPr>
          <a:xfrm>
            <a:off x="716994" y="3531369"/>
            <a:ext cx="1340789" cy="640830"/>
            <a:chOff x="238125" y="1151100"/>
            <a:chExt cx="7139450" cy="3412300"/>
          </a:xfrm>
        </p:grpSpPr>
        <p:sp>
          <p:nvSpPr>
            <p:cNvPr id="5125" name="Google Shape;5125;p9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9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9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9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9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9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9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9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9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9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9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9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37" name="Google Shape;5137;p99"/>
          <p:cNvGrpSpPr/>
          <p:nvPr/>
        </p:nvGrpSpPr>
        <p:grpSpPr>
          <a:xfrm>
            <a:off x="5584217" y="2734650"/>
            <a:ext cx="985357" cy="585763"/>
            <a:chOff x="5145061" y="2881789"/>
            <a:chExt cx="1107641" cy="658457"/>
          </a:xfrm>
        </p:grpSpPr>
        <p:grpSp>
          <p:nvGrpSpPr>
            <p:cNvPr id="5138" name="Google Shape;5138;p99"/>
            <p:cNvGrpSpPr/>
            <p:nvPr/>
          </p:nvGrpSpPr>
          <p:grpSpPr>
            <a:xfrm>
              <a:off x="5722989" y="3244587"/>
              <a:ext cx="529713" cy="295659"/>
              <a:chOff x="5722989" y="3244587"/>
              <a:chExt cx="529713" cy="295659"/>
            </a:xfrm>
          </p:grpSpPr>
          <p:sp>
            <p:nvSpPr>
              <p:cNvPr id="5139" name="Google Shape;5139;p9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5140" name="Google Shape;5140;p9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5141" name="Google Shape;5141;p99"/>
            <p:cNvGrpSpPr/>
            <p:nvPr/>
          </p:nvGrpSpPr>
          <p:grpSpPr>
            <a:xfrm>
              <a:off x="5145061" y="3244587"/>
              <a:ext cx="536807" cy="295659"/>
              <a:chOff x="5145061" y="3244587"/>
              <a:chExt cx="536807" cy="295659"/>
            </a:xfrm>
          </p:grpSpPr>
          <p:sp>
            <p:nvSpPr>
              <p:cNvPr id="5142" name="Google Shape;5142;p9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5143" name="Google Shape;5143;p9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5144" name="Google Shape;5144;p99"/>
            <p:cNvGrpSpPr/>
            <p:nvPr/>
          </p:nvGrpSpPr>
          <p:grpSpPr>
            <a:xfrm>
              <a:off x="5341327" y="2898245"/>
              <a:ext cx="532309" cy="614890"/>
              <a:chOff x="5341327" y="2898245"/>
              <a:chExt cx="532309" cy="614890"/>
            </a:xfrm>
          </p:grpSpPr>
          <p:sp>
            <p:nvSpPr>
              <p:cNvPr id="5145" name="Google Shape;5145;p9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5146" name="Google Shape;5146;p9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5147" name="Google Shape;5147;p99"/>
            <p:cNvGrpSpPr/>
            <p:nvPr/>
          </p:nvGrpSpPr>
          <p:grpSpPr>
            <a:xfrm>
              <a:off x="5532290" y="2881789"/>
              <a:ext cx="620516" cy="305456"/>
              <a:chOff x="5532290" y="2881789"/>
              <a:chExt cx="620516" cy="305456"/>
            </a:xfrm>
          </p:grpSpPr>
          <p:sp>
            <p:nvSpPr>
              <p:cNvPr id="5148" name="Google Shape;5148;p9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5149" name="Google Shape;5149;p9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5150" name="Google Shape;5150;p99"/>
          <p:cNvGrpSpPr/>
          <p:nvPr/>
        </p:nvGrpSpPr>
        <p:grpSpPr>
          <a:xfrm>
            <a:off x="8163140" y="3526708"/>
            <a:ext cx="269068" cy="645492"/>
            <a:chOff x="7026852" y="3311869"/>
            <a:chExt cx="434331" cy="1041955"/>
          </a:xfrm>
        </p:grpSpPr>
        <p:sp>
          <p:nvSpPr>
            <p:cNvPr id="5151" name="Google Shape;5151;p9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9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9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54" name="Google Shape;5154;p99"/>
          <p:cNvGrpSpPr/>
          <p:nvPr/>
        </p:nvGrpSpPr>
        <p:grpSpPr>
          <a:xfrm>
            <a:off x="6179721" y="3565945"/>
            <a:ext cx="293882" cy="293836"/>
            <a:chOff x="4873519" y="3311869"/>
            <a:chExt cx="499374" cy="499296"/>
          </a:xfrm>
        </p:grpSpPr>
        <p:sp>
          <p:nvSpPr>
            <p:cNvPr id="5155" name="Google Shape;5155;p9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9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57" name="Google Shape;5157;p99"/>
          <p:cNvGrpSpPr/>
          <p:nvPr/>
        </p:nvGrpSpPr>
        <p:grpSpPr>
          <a:xfrm>
            <a:off x="6179721" y="3878317"/>
            <a:ext cx="293882" cy="293882"/>
            <a:chOff x="4873519" y="3875839"/>
            <a:chExt cx="499374" cy="499374"/>
          </a:xfrm>
        </p:grpSpPr>
        <p:sp>
          <p:nvSpPr>
            <p:cNvPr id="5158" name="Google Shape;5158;p9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9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60" name="Google Shape;5160;p99"/>
          <p:cNvGrpSpPr/>
          <p:nvPr/>
        </p:nvGrpSpPr>
        <p:grpSpPr>
          <a:xfrm>
            <a:off x="2410248" y="1850269"/>
            <a:ext cx="698105" cy="698207"/>
            <a:chOff x="2565073" y="2075876"/>
            <a:chExt cx="672483" cy="672517"/>
          </a:xfrm>
        </p:grpSpPr>
        <p:sp>
          <p:nvSpPr>
            <p:cNvPr id="5161" name="Google Shape;5161;p9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9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9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9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9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9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67" name="Google Shape;5167;p99"/>
          <p:cNvGrpSpPr/>
          <p:nvPr/>
        </p:nvGrpSpPr>
        <p:grpSpPr>
          <a:xfrm>
            <a:off x="5633660" y="3534870"/>
            <a:ext cx="438354" cy="637329"/>
            <a:chOff x="1697726" y="3244179"/>
            <a:chExt cx="788124" cy="1146069"/>
          </a:xfrm>
        </p:grpSpPr>
        <p:sp>
          <p:nvSpPr>
            <p:cNvPr id="5168" name="Google Shape;5168;p9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9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170" name="Google Shape;5170;p9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171" name="Google Shape;5171;p99"/>
          <p:cNvGrpSpPr/>
          <p:nvPr/>
        </p:nvGrpSpPr>
        <p:grpSpPr>
          <a:xfrm>
            <a:off x="7634874" y="1863232"/>
            <a:ext cx="799565" cy="670282"/>
            <a:chOff x="7617850" y="2063282"/>
            <a:chExt cx="799565" cy="670282"/>
          </a:xfrm>
        </p:grpSpPr>
        <p:cxnSp>
          <p:nvCxnSpPr>
            <p:cNvPr id="5172" name="Google Shape;5172;p99"/>
            <p:cNvCxnSpPr/>
            <p:nvPr/>
          </p:nvCxnSpPr>
          <p:spPr>
            <a:xfrm flipH="1" rot="5400000">
              <a:off x="7629118" y="2104714"/>
              <a:ext cx="129900" cy="111300"/>
            </a:xfrm>
            <a:prstGeom prst="bentConnector3">
              <a:avLst>
                <a:gd fmla="val -104003" name="adj1"/>
              </a:avLst>
            </a:prstGeom>
            <a:noFill/>
            <a:ln cap="flat" cmpd="sng" w="9525">
              <a:solidFill>
                <a:srgbClr val="667E92"/>
              </a:solidFill>
              <a:prstDash val="solid"/>
              <a:round/>
              <a:headEnd len="sm" w="sm" type="none"/>
              <a:tailEnd len="sm" w="sm" type="none"/>
            </a:ln>
          </p:spPr>
        </p:cxnSp>
        <p:cxnSp>
          <p:nvCxnSpPr>
            <p:cNvPr id="5173" name="Google Shape;5173;p99"/>
            <p:cNvCxnSpPr/>
            <p:nvPr/>
          </p:nvCxnSpPr>
          <p:spPr>
            <a:xfrm rot="-5400000">
              <a:off x="8276270" y="2104714"/>
              <a:ext cx="129900" cy="111300"/>
            </a:xfrm>
            <a:prstGeom prst="bentConnector3">
              <a:avLst>
                <a:gd fmla="val -104003" name="adj1"/>
              </a:avLst>
            </a:prstGeom>
            <a:noFill/>
            <a:ln cap="flat" cmpd="sng" w="9525">
              <a:solidFill>
                <a:srgbClr val="667E92"/>
              </a:solidFill>
              <a:prstDash val="solid"/>
              <a:round/>
              <a:headEnd len="sm" w="sm" type="none"/>
              <a:tailEnd len="sm" w="sm" type="none"/>
            </a:ln>
          </p:spPr>
        </p:cxnSp>
        <p:cxnSp>
          <p:nvCxnSpPr>
            <p:cNvPr id="5174" name="Google Shape;5174;p99"/>
            <p:cNvCxnSpPr/>
            <p:nvPr/>
          </p:nvCxnSpPr>
          <p:spPr>
            <a:xfrm rot="5400000">
              <a:off x="7629118" y="2612964"/>
              <a:ext cx="129900" cy="111300"/>
            </a:xfrm>
            <a:prstGeom prst="bentConnector3">
              <a:avLst>
                <a:gd fmla="val 204003" name="adj1"/>
              </a:avLst>
            </a:prstGeom>
            <a:noFill/>
            <a:ln cap="flat" cmpd="sng" w="9525">
              <a:solidFill>
                <a:srgbClr val="667E92"/>
              </a:solidFill>
              <a:prstDash val="solid"/>
              <a:round/>
              <a:headEnd len="sm" w="sm" type="none"/>
              <a:tailEnd len="sm" w="sm" type="none"/>
            </a:ln>
          </p:spPr>
        </p:cxnSp>
        <p:cxnSp>
          <p:nvCxnSpPr>
            <p:cNvPr id="5175" name="Google Shape;5175;p99"/>
            <p:cNvCxnSpPr/>
            <p:nvPr/>
          </p:nvCxnSpPr>
          <p:spPr>
            <a:xfrm flipH="1" rot="-5400000">
              <a:off x="8276270" y="2612964"/>
              <a:ext cx="129900" cy="111300"/>
            </a:xfrm>
            <a:prstGeom prst="bentConnector3">
              <a:avLst>
                <a:gd fmla="val 204003" name="adj1"/>
              </a:avLst>
            </a:prstGeom>
            <a:noFill/>
            <a:ln cap="flat" cmpd="sng" w="9525">
              <a:solidFill>
                <a:srgbClr val="667E92"/>
              </a:solidFill>
              <a:prstDash val="solid"/>
              <a:round/>
              <a:headEnd len="sm" w="sm" type="none"/>
              <a:tailEnd len="sm" w="sm" type="none"/>
            </a:ln>
          </p:spPr>
        </p:cxnSp>
        <p:cxnSp>
          <p:nvCxnSpPr>
            <p:cNvPr id="5176" name="Google Shape;5176;p99"/>
            <p:cNvCxnSpPr/>
            <p:nvPr/>
          </p:nvCxnSpPr>
          <p:spPr>
            <a:xfrm rot="10800000">
              <a:off x="7617850" y="2393356"/>
              <a:ext cx="83400" cy="0"/>
            </a:xfrm>
            <a:prstGeom prst="straightConnector1">
              <a:avLst/>
            </a:prstGeom>
            <a:noFill/>
            <a:ln cap="flat" cmpd="sng" w="9525">
              <a:solidFill>
                <a:srgbClr val="667E92"/>
              </a:solidFill>
              <a:prstDash val="solid"/>
              <a:round/>
              <a:headEnd len="sm" w="sm" type="none"/>
              <a:tailEnd len="sm" w="sm" type="none"/>
            </a:ln>
          </p:spPr>
        </p:cxnSp>
        <p:cxnSp>
          <p:nvCxnSpPr>
            <p:cNvPr id="5177" name="Google Shape;5177;p99"/>
            <p:cNvCxnSpPr/>
            <p:nvPr/>
          </p:nvCxnSpPr>
          <p:spPr>
            <a:xfrm rot="10800000">
              <a:off x="8334015" y="2393356"/>
              <a:ext cx="83400" cy="0"/>
            </a:xfrm>
            <a:prstGeom prst="straightConnector1">
              <a:avLst/>
            </a:prstGeom>
            <a:noFill/>
            <a:ln cap="flat" cmpd="sng" w="9525">
              <a:solidFill>
                <a:srgbClr val="667E92"/>
              </a:solidFill>
              <a:prstDash val="solid"/>
              <a:round/>
              <a:headEnd len="sm" w="sm" type="none"/>
              <a:tailEnd len="sm" w="sm" type="none"/>
            </a:ln>
          </p:spPr>
        </p:cxnSp>
        <p:grpSp>
          <p:nvGrpSpPr>
            <p:cNvPr id="5178" name="Google Shape;5178;p99"/>
            <p:cNvGrpSpPr/>
            <p:nvPr/>
          </p:nvGrpSpPr>
          <p:grpSpPr>
            <a:xfrm>
              <a:off x="7734309" y="2063282"/>
              <a:ext cx="570957" cy="620096"/>
              <a:chOff x="7734309" y="2063282"/>
              <a:chExt cx="570957" cy="620096"/>
            </a:xfrm>
          </p:grpSpPr>
          <p:grpSp>
            <p:nvGrpSpPr>
              <p:cNvPr id="5179" name="Google Shape;5179;p99"/>
              <p:cNvGrpSpPr/>
              <p:nvPr/>
            </p:nvGrpSpPr>
            <p:grpSpPr>
              <a:xfrm>
                <a:off x="8031573" y="2063282"/>
                <a:ext cx="273693" cy="620096"/>
                <a:chOff x="8031573" y="2063282"/>
                <a:chExt cx="273693" cy="620096"/>
              </a:xfrm>
            </p:grpSpPr>
            <p:sp>
              <p:nvSpPr>
                <p:cNvPr id="5180" name="Google Shape;5180;p9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9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9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9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84" name="Google Shape;5184;p99"/>
              <p:cNvGrpSpPr/>
              <p:nvPr/>
            </p:nvGrpSpPr>
            <p:grpSpPr>
              <a:xfrm flipH="1">
                <a:off x="7734309" y="2063282"/>
                <a:ext cx="273693" cy="620096"/>
                <a:chOff x="8031573" y="2063282"/>
                <a:chExt cx="273693" cy="620096"/>
              </a:xfrm>
            </p:grpSpPr>
            <p:sp>
              <p:nvSpPr>
                <p:cNvPr id="5185" name="Google Shape;5185;p9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9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9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9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
        <p:nvSpPr>
          <p:cNvPr id="5189" name="Google Shape;5189;p9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9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191" name="Google Shape;5191;p99"/>
          <p:cNvGrpSpPr/>
          <p:nvPr/>
        </p:nvGrpSpPr>
        <p:grpSpPr>
          <a:xfrm>
            <a:off x="7821480" y="2716716"/>
            <a:ext cx="602567" cy="601884"/>
            <a:chOff x="1186975" y="238125"/>
            <a:chExt cx="5244275" cy="5238325"/>
          </a:xfrm>
        </p:grpSpPr>
        <p:sp>
          <p:nvSpPr>
            <p:cNvPr id="5192" name="Google Shape;5192;p9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9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9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9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96" name="Google Shape;5196;p99"/>
          <p:cNvGrpSpPr/>
          <p:nvPr/>
        </p:nvGrpSpPr>
        <p:grpSpPr>
          <a:xfrm>
            <a:off x="3264218" y="1856199"/>
            <a:ext cx="651848" cy="687338"/>
            <a:chOff x="3400515" y="2056248"/>
            <a:chExt cx="698134" cy="735987"/>
          </a:xfrm>
        </p:grpSpPr>
        <p:grpSp>
          <p:nvGrpSpPr>
            <p:cNvPr id="5197" name="Google Shape;5197;p99"/>
            <p:cNvGrpSpPr/>
            <p:nvPr/>
          </p:nvGrpSpPr>
          <p:grpSpPr>
            <a:xfrm>
              <a:off x="3400515" y="2283913"/>
              <a:ext cx="312919" cy="219900"/>
              <a:chOff x="3400515" y="2283913"/>
              <a:chExt cx="312919" cy="219900"/>
            </a:xfrm>
          </p:grpSpPr>
          <p:sp>
            <p:nvSpPr>
              <p:cNvPr id="5198" name="Google Shape;5198;p9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5199" name="Google Shape;5199;p99"/>
              <p:cNvCxnSpPr/>
              <p:nvPr/>
            </p:nvCxnSpPr>
            <p:spPr>
              <a:xfrm rot="10800000">
                <a:off x="3400515" y="2393804"/>
                <a:ext cx="95400" cy="0"/>
              </a:xfrm>
              <a:prstGeom prst="straightConnector1">
                <a:avLst/>
              </a:prstGeom>
              <a:noFill/>
              <a:ln cap="flat" cmpd="sng" w="28575">
                <a:solidFill>
                  <a:srgbClr val="435D74"/>
                </a:solidFill>
                <a:prstDash val="solid"/>
                <a:round/>
                <a:headEnd len="sm" w="sm" type="none"/>
                <a:tailEnd len="sm" w="sm" type="none"/>
              </a:ln>
            </p:spPr>
          </p:cxnSp>
        </p:grpSp>
        <p:grpSp>
          <p:nvGrpSpPr>
            <p:cNvPr id="5200" name="Google Shape;5200;p99"/>
            <p:cNvGrpSpPr/>
            <p:nvPr/>
          </p:nvGrpSpPr>
          <p:grpSpPr>
            <a:xfrm>
              <a:off x="3547823" y="2461089"/>
              <a:ext cx="219900" cy="331146"/>
              <a:chOff x="3547823" y="2461089"/>
              <a:chExt cx="219900" cy="331146"/>
            </a:xfrm>
          </p:grpSpPr>
          <p:sp>
            <p:nvSpPr>
              <p:cNvPr id="5201" name="Google Shape;5201;p9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5202" name="Google Shape;5202;p99"/>
              <p:cNvCxnSpPr/>
              <p:nvPr/>
            </p:nvCxnSpPr>
            <p:spPr>
              <a:xfrm rot="10800000">
                <a:off x="3657701" y="2678535"/>
                <a:ext cx="0" cy="113700"/>
              </a:xfrm>
              <a:prstGeom prst="straightConnector1">
                <a:avLst/>
              </a:prstGeom>
              <a:noFill/>
              <a:ln cap="flat" cmpd="sng" w="28575">
                <a:solidFill>
                  <a:srgbClr val="5F7D95"/>
                </a:solidFill>
                <a:prstDash val="solid"/>
                <a:round/>
                <a:headEnd len="sm" w="sm" type="none"/>
                <a:tailEnd len="sm" w="sm" type="none"/>
              </a:ln>
            </p:spPr>
          </p:cxnSp>
        </p:grpSp>
        <p:grpSp>
          <p:nvGrpSpPr>
            <p:cNvPr id="5203" name="Google Shape;5203;p99"/>
            <p:cNvGrpSpPr/>
            <p:nvPr/>
          </p:nvGrpSpPr>
          <p:grpSpPr>
            <a:xfrm>
              <a:off x="3734138" y="2461089"/>
              <a:ext cx="219900" cy="331146"/>
              <a:chOff x="3734138" y="2461089"/>
              <a:chExt cx="219900" cy="331146"/>
            </a:xfrm>
          </p:grpSpPr>
          <p:sp>
            <p:nvSpPr>
              <p:cNvPr id="5204" name="Google Shape;5204;p9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5205" name="Google Shape;5205;p99"/>
              <p:cNvCxnSpPr/>
              <p:nvPr/>
            </p:nvCxnSpPr>
            <p:spPr>
              <a:xfrm rot="10800000">
                <a:off x="3844020" y="2678535"/>
                <a:ext cx="0" cy="113700"/>
              </a:xfrm>
              <a:prstGeom prst="straightConnector1">
                <a:avLst/>
              </a:prstGeom>
              <a:noFill/>
              <a:ln cap="flat" cmpd="sng" w="28575">
                <a:solidFill>
                  <a:srgbClr val="869FB2"/>
                </a:solidFill>
                <a:prstDash val="solid"/>
                <a:round/>
                <a:headEnd len="sm" w="sm" type="none"/>
                <a:tailEnd len="sm" w="sm" type="none"/>
              </a:ln>
            </p:spPr>
          </p:cxnSp>
        </p:grpSp>
        <p:grpSp>
          <p:nvGrpSpPr>
            <p:cNvPr id="5206" name="Google Shape;5206;p99"/>
            <p:cNvGrpSpPr/>
            <p:nvPr/>
          </p:nvGrpSpPr>
          <p:grpSpPr>
            <a:xfrm>
              <a:off x="3787560" y="2281742"/>
              <a:ext cx="311089" cy="219900"/>
              <a:chOff x="3787560" y="2281742"/>
              <a:chExt cx="311089" cy="219900"/>
            </a:xfrm>
          </p:grpSpPr>
          <p:sp>
            <p:nvSpPr>
              <p:cNvPr id="5207" name="Google Shape;5207;p9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5208" name="Google Shape;5208;p99"/>
              <p:cNvCxnSpPr/>
              <p:nvPr/>
            </p:nvCxnSpPr>
            <p:spPr>
              <a:xfrm rot="10800000">
                <a:off x="4003849" y="2393795"/>
                <a:ext cx="94800" cy="0"/>
              </a:xfrm>
              <a:prstGeom prst="straightConnector1">
                <a:avLst/>
              </a:prstGeom>
              <a:noFill/>
              <a:ln cap="flat" cmpd="sng" w="28575">
                <a:solidFill>
                  <a:srgbClr val="A5B7C6"/>
                </a:solidFill>
                <a:prstDash val="solid"/>
                <a:round/>
                <a:headEnd len="sm" w="sm" type="none"/>
                <a:tailEnd len="sm" w="sm" type="none"/>
              </a:ln>
            </p:spPr>
          </p:cxnSp>
        </p:grpSp>
        <p:grpSp>
          <p:nvGrpSpPr>
            <p:cNvPr id="5209" name="Google Shape;5209;p99"/>
            <p:cNvGrpSpPr/>
            <p:nvPr/>
          </p:nvGrpSpPr>
          <p:grpSpPr>
            <a:xfrm>
              <a:off x="3637290" y="2056248"/>
              <a:ext cx="219900" cy="330737"/>
              <a:chOff x="3637290" y="2056248"/>
              <a:chExt cx="219900" cy="330737"/>
            </a:xfrm>
          </p:grpSpPr>
          <p:sp>
            <p:nvSpPr>
              <p:cNvPr id="5210" name="Google Shape;5210;p9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5211" name="Google Shape;5211;p99"/>
              <p:cNvCxnSpPr/>
              <p:nvPr/>
            </p:nvCxnSpPr>
            <p:spPr>
              <a:xfrm rot="10800000">
                <a:off x="3747169" y="2056248"/>
                <a:ext cx="0" cy="113700"/>
              </a:xfrm>
              <a:prstGeom prst="straightConnector1">
                <a:avLst/>
              </a:prstGeom>
              <a:noFill/>
              <a:ln cap="flat" cmpd="sng" w="28575">
                <a:solidFill>
                  <a:srgbClr val="BAC8D3"/>
                </a:solidFill>
                <a:prstDash val="solid"/>
                <a:round/>
                <a:headEnd len="sm" w="sm" type="none"/>
                <a:tailEnd len="sm" w="sm" type="none"/>
              </a:ln>
            </p:spPr>
          </p:cxnSp>
        </p:grpSp>
      </p:grpSp>
      <p:grpSp>
        <p:nvGrpSpPr>
          <p:cNvPr id="5212" name="Google Shape;5212;p99"/>
          <p:cNvGrpSpPr/>
          <p:nvPr/>
        </p:nvGrpSpPr>
        <p:grpSpPr>
          <a:xfrm>
            <a:off x="2555923" y="2726206"/>
            <a:ext cx="1268144" cy="592394"/>
            <a:chOff x="238125" y="1188750"/>
            <a:chExt cx="7140450" cy="3335550"/>
          </a:xfrm>
        </p:grpSpPr>
        <p:sp>
          <p:nvSpPr>
            <p:cNvPr id="5213" name="Google Shape;5213;p9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9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9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9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9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18" name="Google Shape;5218;p99"/>
          <p:cNvGrpSpPr/>
          <p:nvPr/>
        </p:nvGrpSpPr>
        <p:grpSpPr>
          <a:xfrm>
            <a:off x="6663824" y="2728360"/>
            <a:ext cx="1053944" cy="590147"/>
            <a:chOff x="238125" y="1335475"/>
            <a:chExt cx="5418735" cy="3034175"/>
          </a:xfrm>
        </p:grpSpPr>
        <p:sp>
          <p:nvSpPr>
            <p:cNvPr id="5219" name="Google Shape;5219;p9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9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9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22" name="Google Shape;5222;p99"/>
          <p:cNvGrpSpPr/>
          <p:nvPr/>
        </p:nvGrpSpPr>
        <p:grpSpPr>
          <a:xfrm>
            <a:off x="4044659" y="3503984"/>
            <a:ext cx="1268207" cy="638939"/>
            <a:chOff x="3967651" y="3645904"/>
            <a:chExt cx="1479304" cy="745292"/>
          </a:xfrm>
        </p:grpSpPr>
        <p:grpSp>
          <p:nvGrpSpPr>
            <p:cNvPr id="5223" name="Google Shape;5223;p99"/>
            <p:cNvGrpSpPr/>
            <p:nvPr/>
          </p:nvGrpSpPr>
          <p:grpSpPr>
            <a:xfrm>
              <a:off x="3967651" y="4009026"/>
              <a:ext cx="1479304" cy="382170"/>
              <a:chOff x="3967651" y="4009026"/>
              <a:chExt cx="1479304" cy="382170"/>
            </a:xfrm>
          </p:grpSpPr>
          <p:grpSp>
            <p:nvGrpSpPr>
              <p:cNvPr id="5224" name="Google Shape;5224;p99"/>
              <p:cNvGrpSpPr/>
              <p:nvPr/>
            </p:nvGrpSpPr>
            <p:grpSpPr>
              <a:xfrm>
                <a:off x="4892216" y="4195630"/>
                <a:ext cx="554739" cy="195566"/>
                <a:chOff x="3604375" y="4892160"/>
                <a:chExt cx="1651500" cy="582215"/>
              </a:xfrm>
            </p:grpSpPr>
            <p:sp>
              <p:nvSpPr>
                <p:cNvPr id="5225" name="Google Shape;5225;p9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9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27" name="Google Shape;5227;p99"/>
              <p:cNvGrpSpPr/>
              <p:nvPr/>
            </p:nvGrpSpPr>
            <p:grpSpPr>
              <a:xfrm>
                <a:off x="3967651" y="4146303"/>
                <a:ext cx="579402" cy="244893"/>
                <a:chOff x="851875" y="4745310"/>
                <a:chExt cx="1724925" cy="729065"/>
              </a:xfrm>
            </p:grpSpPr>
            <p:sp>
              <p:nvSpPr>
                <p:cNvPr id="5228" name="Google Shape;5228;p9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9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30" name="Google Shape;5230;p99"/>
              <p:cNvGrpSpPr/>
              <p:nvPr/>
            </p:nvGrpSpPr>
            <p:grpSpPr>
              <a:xfrm>
                <a:off x="4460753" y="4009026"/>
                <a:ext cx="493110" cy="382170"/>
                <a:chOff x="2319875" y="4336625"/>
                <a:chExt cx="1468025" cy="1137750"/>
              </a:xfrm>
            </p:grpSpPr>
            <p:sp>
              <p:nvSpPr>
                <p:cNvPr id="5231" name="Google Shape;5231;p9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9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233" name="Google Shape;5233;p99"/>
            <p:cNvGrpSpPr/>
            <p:nvPr/>
          </p:nvGrpSpPr>
          <p:grpSpPr>
            <a:xfrm>
              <a:off x="4479443" y="3645904"/>
              <a:ext cx="455965" cy="388789"/>
              <a:chOff x="2957425" y="238100"/>
              <a:chExt cx="1910200" cy="1628775"/>
            </a:xfrm>
          </p:grpSpPr>
          <p:sp>
            <p:nvSpPr>
              <p:cNvPr id="5234" name="Google Shape;5234;p9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9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9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9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9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9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9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9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9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9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244" name="Google Shape;5244;p99"/>
          <p:cNvGrpSpPr/>
          <p:nvPr/>
        </p:nvGrpSpPr>
        <p:grpSpPr>
          <a:xfrm>
            <a:off x="2480746" y="3534460"/>
            <a:ext cx="1243127" cy="637739"/>
            <a:chOff x="2496310" y="3693351"/>
            <a:chExt cx="1342905" cy="688926"/>
          </a:xfrm>
        </p:grpSpPr>
        <p:grpSp>
          <p:nvGrpSpPr>
            <p:cNvPr id="5245" name="Google Shape;5245;p99"/>
            <p:cNvGrpSpPr/>
            <p:nvPr/>
          </p:nvGrpSpPr>
          <p:grpSpPr>
            <a:xfrm>
              <a:off x="2496310" y="3693351"/>
              <a:ext cx="1342905" cy="688875"/>
              <a:chOff x="2496310" y="3693351"/>
              <a:chExt cx="1342905" cy="688875"/>
            </a:xfrm>
          </p:grpSpPr>
          <p:sp>
            <p:nvSpPr>
              <p:cNvPr id="5246" name="Google Shape;5246;p9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9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9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9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9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9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252" name="Google Shape;5252;p99"/>
              <p:cNvCxnSpPr>
                <a:stCxn id="5250" idx="0"/>
              </p:cNvCxnSpPr>
              <p:nvPr/>
            </p:nvCxnSpPr>
            <p:spPr>
              <a:xfrm flipH="1" rot="5400000">
                <a:off x="2741958" y="3724116"/>
                <a:ext cx="68700" cy="200100"/>
              </a:xfrm>
              <a:prstGeom prst="bentConnector2">
                <a:avLst/>
              </a:prstGeom>
              <a:noFill/>
              <a:ln cap="flat" cmpd="sng" w="19050">
                <a:solidFill>
                  <a:srgbClr val="869FB2"/>
                </a:solidFill>
                <a:prstDash val="solid"/>
                <a:round/>
                <a:headEnd len="sm" w="sm" type="none"/>
                <a:tailEnd len="sm" w="sm" type="none"/>
              </a:ln>
            </p:spPr>
          </p:cxnSp>
          <p:cxnSp>
            <p:nvCxnSpPr>
              <p:cNvPr id="5253" name="Google Shape;5253;p99"/>
              <p:cNvCxnSpPr>
                <a:stCxn id="5247" idx="0"/>
              </p:cNvCxnSpPr>
              <p:nvPr/>
            </p:nvCxnSpPr>
            <p:spPr>
              <a:xfrm rot="-5400000">
                <a:off x="3512338" y="3723516"/>
                <a:ext cx="75900" cy="194100"/>
              </a:xfrm>
              <a:prstGeom prst="bentConnector2">
                <a:avLst/>
              </a:prstGeom>
              <a:noFill/>
              <a:ln cap="flat" cmpd="sng" w="19050">
                <a:solidFill>
                  <a:srgbClr val="869FB2"/>
                </a:solidFill>
                <a:prstDash val="solid"/>
                <a:round/>
                <a:headEnd len="sm" w="sm" type="none"/>
                <a:tailEnd len="sm" w="sm" type="none"/>
              </a:ln>
            </p:spPr>
          </p:cxnSp>
          <p:cxnSp>
            <p:nvCxnSpPr>
              <p:cNvPr id="5254" name="Google Shape;5254;p99"/>
              <p:cNvCxnSpPr>
                <a:stCxn id="524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sm" w="sm" type="none"/>
                <a:tailEnd len="sm" w="sm" type="none"/>
              </a:ln>
            </p:spPr>
          </p:cxnSp>
          <p:cxnSp>
            <p:nvCxnSpPr>
              <p:cNvPr id="5255" name="Google Shape;5255;p99"/>
              <p:cNvCxnSpPr>
                <a:stCxn id="525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sm" w="sm" type="none"/>
                <a:tailEnd len="sm" w="sm" type="none"/>
              </a:ln>
            </p:spPr>
          </p:cxnSp>
          <p:cxnSp>
            <p:nvCxnSpPr>
              <p:cNvPr id="5256" name="Google Shape;5256;p99"/>
              <p:cNvCxnSpPr>
                <a:stCxn id="524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5257" name="Google Shape;5257;p99"/>
            <p:cNvGrpSpPr/>
            <p:nvPr/>
          </p:nvGrpSpPr>
          <p:grpSpPr>
            <a:xfrm>
              <a:off x="2675275" y="3930557"/>
              <a:ext cx="1003306" cy="451720"/>
              <a:chOff x="2675275" y="4174282"/>
              <a:chExt cx="1003306" cy="451720"/>
            </a:xfrm>
          </p:grpSpPr>
          <p:sp>
            <p:nvSpPr>
              <p:cNvPr id="5258" name="Google Shape;5258;p9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9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9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261" name="Google Shape;5261;p99"/>
          <p:cNvGrpSpPr/>
          <p:nvPr/>
        </p:nvGrpSpPr>
        <p:grpSpPr>
          <a:xfrm>
            <a:off x="1654417" y="971307"/>
            <a:ext cx="574511" cy="874710"/>
            <a:chOff x="1715404" y="1112080"/>
            <a:chExt cx="642270" cy="977985"/>
          </a:xfrm>
        </p:grpSpPr>
        <p:grpSp>
          <p:nvGrpSpPr>
            <p:cNvPr id="5262" name="Google Shape;5262;p99"/>
            <p:cNvGrpSpPr/>
            <p:nvPr/>
          </p:nvGrpSpPr>
          <p:grpSpPr>
            <a:xfrm>
              <a:off x="1715404" y="1112080"/>
              <a:ext cx="642270" cy="977985"/>
              <a:chOff x="1715404" y="1112080"/>
              <a:chExt cx="642270" cy="977985"/>
            </a:xfrm>
          </p:grpSpPr>
          <p:sp>
            <p:nvSpPr>
              <p:cNvPr id="5263" name="Google Shape;5263;p9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9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65" name="Google Shape;5265;p99"/>
            <p:cNvGrpSpPr/>
            <p:nvPr/>
          </p:nvGrpSpPr>
          <p:grpSpPr>
            <a:xfrm>
              <a:off x="1768927" y="1165603"/>
              <a:ext cx="535225" cy="851366"/>
              <a:chOff x="1768927" y="1165603"/>
              <a:chExt cx="535225" cy="851366"/>
            </a:xfrm>
          </p:grpSpPr>
          <p:sp>
            <p:nvSpPr>
              <p:cNvPr id="5266" name="Google Shape;5266;p9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9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68" name="Google Shape;5268;p99"/>
            <p:cNvGrpSpPr/>
            <p:nvPr/>
          </p:nvGrpSpPr>
          <p:grpSpPr>
            <a:xfrm>
              <a:off x="1822449" y="1219125"/>
              <a:ext cx="428180" cy="718859"/>
              <a:chOff x="1822449" y="1219125"/>
              <a:chExt cx="428180" cy="718859"/>
            </a:xfrm>
          </p:grpSpPr>
          <p:sp>
            <p:nvSpPr>
              <p:cNvPr id="5269" name="Google Shape;5269;p9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9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71" name="Google Shape;5271;p99"/>
            <p:cNvGrpSpPr/>
            <p:nvPr/>
          </p:nvGrpSpPr>
          <p:grpSpPr>
            <a:xfrm>
              <a:off x="1875972" y="1272648"/>
              <a:ext cx="321135" cy="586938"/>
              <a:chOff x="1875972" y="1272648"/>
              <a:chExt cx="321135" cy="586938"/>
            </a:xfrm>
          </p:grpSpPr>
          <p:sp>
            <p:nvSpPr>
              <p:cNvPr id="5272" name="Google Shape;5272;p9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9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274" name="Google Shape;5274;p99"/>
          <p:cNvGrpSpPr/>
          <p:nvPr/>
        </p:nvGrpSpPr>
        <p:grpSpPr>
          <a:xfrm>
            <a:off x="7761578" y="3528028"/>
            <a:ext cx="293855" cy="644170"/>
            <a:chOff x="241025" y="3151575"/>
            <a:chExt cx="293855" cy="644170"/>
          </a:xfrm>
        </p:grpSpPr>
        <p:sp>
          <p:nvSpPr>
            <p:cNvPr id="5275" name="Google Shape;5275;p9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9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77" name="Google Shape;5277;p99"/>
          <p:cNvGrpSpPr/>
          <p:nvPr/>
        </p:nvGrpSpPr>
        <p:grpSpPr>
          <a:xfrm>
            <a:off x="709562" y="2728028"/>
            <a:ext cx="1779649" cy="591620"/>
            <a:chOff x="246070" y="1983375"/>
            <a:chExt cx="1855347" cy="616849"/>
          </a:xfrm>
        </p:grpSpPr>
        <p:sp>
          <p:nvSpPr>
            <p:cNvPr id="5278" name="Google Shape;5278;p9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9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p9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9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9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9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9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9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9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87" name="Google Shape;5287;p99"/>
          <p:cNvGrpSpPr/>
          <p:nvPr/>
        </p:nvGrpSpPr>
        <p:grpSpPr>
          <a:xfrm>
            <a:off x="2320428" y="971307"/>
            <a:ext cx="711055" cy="745992"/>
            <a:chOff x="2496269" y="1171698"/>
            <a:chExt cx="761953" cy="799391"/>
          </a:xfrm>
        </p:grpSpPr>
        <p:grpSp>
          <p:nvGrpSpPr>
            <p:cNvPr id="5288" name="Google Shape;5288;p99"/>
            <p:cNvGrpSpPr/>
            <p:nvPr/>
          </p:nvGrpSpPr>
          <p:grpSpPr>
            <a:xfrm>
              <a:off x="2496269" y="1171698"/>
              <a:ext cx="761953" cy="723022"/>
              <a:chOff x="2496269" y="1171698"/>
              <a:chExt cx="761953" cy="723022"/>
            </a:xfrm>
          </p:grpSpPr>
          <p:sp>
            <p:nvSpPr>
              <p:cNvPr id="5289" name="Google Shape;5289;p9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9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291" name="Google Shape;5291;p99"/>
              <p:cNvGrpSpPr/>
              <p:nvPr/>
            </p:nvGrpSpPr>
            <p:grpSpPr>
              <a:xfrm>
                <a:off x="2496269" y="1171698"/>
                <a:ext cx="761953" cy="723022"/>
                <a:chOff x="2496269" y="1120652"/>
                <a:chExt cx="761953" cy="723022"/>
              </a:xfrm>
            </p:grpSpPr>
            <p:grpSp>
              <p:nvGrpSpPr>
                <p:cNvPr id="5292" name="Google Shape;5292;p99"/>
                <p:cNvGrpSpPr/>
                <p:nvPr/>
              </p:nvGrpSpPr>
              <p:grpSpPr>
                <a:xfrm>
                  <a:off x="2496269" y="1120652"/>
                  <a:ext cx="761953" cy="723022"/>
                  <a:chOff x="2496269" y="1120652"/>
                  <a:chExt cx="761953" cy="723022"/>
                </a:xfrm>
              </p:grpSpPr>
              <p:grpSp>
                <p:nvGrpSpPr>
                  <p:cNvPr id="5293" name="Google Shape;5293;p99"/>
                  <p:cNvGrpSpPr/>
                  <p:nvPr/>
                </p:nvGrpSpPr>
                <p:grpSpPr>
                  <a:xfrm>
                    <a:off x="2496269" y="1304589"/>
                    <a:ext cx="407089" cy="305057"/>
                    <a:chOff x="2496269" y="1304589"/>
                    <a:chExt cx="407089" cy="305057"/>
                  </a:xfrm>
                </p:grpSpPr>
                <p:sp>
                  <p:nvSpPr>
                    <p:cNvPr id="5294" name="Google Shape;5294;p9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9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96" name="Google Shape;5296;p99"/>
                  <p:cNvGrpSpPr/>
                  <p:nvPr/>
                </p:nvGrpSpPr>
                <p:grpSpPr>
                  <a:xfrm>
                    <a:off x="2586468" y="1493376"/>
                    <a:ext cx="358850" cy="349656"/>
                    <a:chOff x="2586468" y="1493376"/>
                    <a:chExt cx="358850" cy="349656"/>
                  </a:xfrm>
                </p:grpSpPr>
                <p:sp>
                  <p:nvSpPr>
                    <p:cNvPr id="5297" name="Google Shape;5297;p9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9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99" name="Google Shape;5299;p99"/>
                  <p:cNvGrpSpPr/>
                  <p:nvPr/>
                </p:nvGrpSpPr>
                <p:grpSpPr>
                  <a:xfrm>
                    <a:off x="2807939" y="1494024"/>
                    <a:ext cx="358857" cy="349650"/>
                    <a:chOff x="2807939" y="1494024"/>
                    <a:chExt cx="358857" cy="349650"/>
                  </a:xfrm>
                </p:grpSpPr>
                <p:sp>
                  <p:nvSpPr>
                    <p:cNvPr id="5300" name="Google Shape;5300;p9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9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02" name="Google Shape;5302;p99"/>
                  <p:cNvGrpSpPr/>
                  <p:nvPr/>
                </p:nvGrpSpPr>
                <p:grpSpPr>
                  <a:xfrm>
                    <a:off x="2851133" y="1305635"/>
                    <a:ext cx="407089" cy="305057"/>
                    <a:chOff x="2851133" y="1305635"/>
                    <a:chExt cx="407089" cy="305057"/>
                  </a:xfrm>
                </p:grpSpPr>
                <p:sp>
                  <p:nvSpPr>
                    <p:cNvPr id="5303" name="Google Shape;5303;p9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9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05" name="Google Shape;5305;p99"/>
                  <p:cNvGrpSpPr/>
                  <p:nvPr/>
                </p:nvGrpSpPr>
                <p:grpSpPr>
                  <a:xfrm>
                    <a:off x="2727495" y="1120652"/>
                    <a:ext cx="300271" cy="396358"/>
                    <a:chOff x="2727495" y="1120652"/>
                    <a:chExt cx="300271" cy="396358"/>
                  </a:xfrm>
                </p:grpSpPr>
                <p:sp>
                  <p:nvSpPr>
                    <p:cNvPr id="5306" name="Google Shape;5306;p9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9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308" name="Google Shape;5308;p99"/>
                <p:cNvGrpSpPr/>
                <p:nvPr/>
              </p:nvGrpSpPr>
              <p:grpSpPr>
                <a:xfrm>
                  <a:off x="2722305" y="1350460"/>
                  <a:ext cx="308357" cy="308344"/>
                  <a:chOff x="2722305" y="1350460"/>
                  <a:chExt cx="308357" cy="308344"/>
                </a:xfrm>
              </p:grpSpPr>
              <p:sp>
                <p:nvSpPr>
                  <p:cNvPr id="5309" name="Google Shape;5309;p9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310" name="Google Shape;5310;p99"/>
                  <p:cNvGrpSpPr/>
                  <p:nvPr/>
                </p:nvGrpSpPr>
                <p:grpSpPr>
                  <a:xfrm>
                    <a:off x="2725064" y="1364529"/>
                    <a:ext cx="297953" cy="280182"/>
                    <a:chOff x="2725064" y="1364529"/>
                    <a:chExt cx="297953" cy="280182"/>
                  </a:xfrm>
                </p:grpSpPr>
                <p:sp>
                  <p:nvSpPr>
                    <p:cNvPr id="5311" name="Google Shape;5311;p9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9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9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9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9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5316" name="Google Shape;5316;p9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9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9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9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9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21" name="Google Shape;5321;p99"/>
          <p:cNvGrpSpPr/>
          <p:nvPr/>
        </p:nvGrpSpPr>
        <p:grpSpPr>
          <a:xfrm>
            <a:off x="3909129" y="2727412"/>
            <a:ext cx="1569143" cy="591015"/>
            <a:chOff x="3820100" y="3023049"/>
            <a:chExt cx="1303925" cy="491162"/>
          </a:xfrm>
        </p:grpSpPr>
        <p:grpSp>
          <p:nvGrpSpPr>
            <p:cNvPr id="5322" name="Google Shape;5322;p99"/>
            <p:cNvGrpSpPr/>
            <p:nvPr/>
          </p:nvGrpSpPr>
          <p:grpSpPr>
            <a:xfrm>
              <a:off x="3820100" y="3023072"/>
              <a:ext cx="1303925" cy="491139"/>
              <a:chOff x="3820100" y="3023072"/>
              <a:chExt cx="1303925" cy="491139"/>
            </a:xfrm>
          </p:grpSpPr>
          <p:sp>
            <p:nvSpPr>
              <p:cNvPr id="5323" name="Google Shape;5323;p9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9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25" name="Google Shape;5325;p99"/>
            <p:cNvGrpSpPr/>
            <p:nvPr/>
          </p:nvGrpSpPr>
          <p:grpSpPr>
            <a:xfrm>
              <a:off x="4132439" y="3023645"/>
              <a:ext cx="393633" cy="177096"/>
              <a:chOff x="4132439" y="3023645"/>
              <a:chExt cx="393633" cy="177096"/>
            </a:xfrm>
          </p:grpSpPr>
          <p:sp>
            <p:nvSpPr>
              <p:cNvPr id="5326" name="Google Shape;5326;p9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9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28" name="Google Shape;5328;p99"/>
            <p:cNvGrpSpPr/>
            <p:nvPr/>
          </p:nvGrpSpPr>
          <p:grpSpPr>
            <a:xfrm>
              <a:off x="3921811" y="3023049"/>
              <a:ext cx="1002396" cy="388943"/>
              <a:chOff x="3921811" y="3023049"/>
              <a:chExt cx="1002396" cy="388943"/>
            </a:xfrm>
          </p:grpSpPr>
          <p:sp>
            <p:nvSpPr>
              <p:cNvPr id="5329" name="Google Shape;5329;p9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9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31" name="Google Shape;5331;p99"/>
            <p:cNvGrpSpPr/>
            <p:nvPr/>
          </p:nvGrpSpPr>
          <p:grpSpPr>
            <a:xfrm>
              <a:off x="4023645" y="3023049"/>
              <a:ext cx="683032" cy="286722"/>
              <a:chOff x="4023645" y="3023049"/>
              <a:chExt cx="683032" cy="286722"/>
            </a:xfrm>
          </p:grpSpPr>
          <p:sp>
            <p:nvSpPr>
              <p:cNvPr id="5332" name="Google Shape;5332;p9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9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334" name="Google Shape;5334;p99"/>
          <p:cNvGrpSpPr/>
          <p:nvPr/>
        </p:nvGrpSpPr>
        <p:grpSpPr>
          <a:xfrm>
            <a:off x="1541251" y="1854258"/>
            <a:ext cx="713522" cy="688025"/>
            <a:chOff x="1706078" y="2092648"/>
            <a:chExt cx="660913" cy="637296"/>
          </a:xfrm>
        </p:grpSpPr>
        <p:sp>
          <p:nvSpPr>
            <p:cNvPr id="5335" name="Google Shape;5335;p9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336" name="Google Shape;5336;p99"/>
            <p:cNvGrpSpPr/>
            <p:nvPr/>
          </p:nvGrpSpPr>
          <p:grpSpPr>
            <a:xfrm>
              <a:off x="1706078" y="2092648"/>
              <a:ext cx="660913" cy="575241"/>
              <a:chOff x="1706078" y="2092648"/>
              <a:chExt cx="660913" cy="575241"/>
            </a:xfrm>
          </p:grpSpPr>
          <p:sp>
            <p:nvSpPr>
              <p:cNvPr id="5337" name="Google Shape;5337;p9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9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9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340" name="Google Shape;5340;p99"/>
          <p:cNvGrpSpPr/>
          <p:nvPr/>
        </p:nvGrpSpPr>
        <p:grpSpPr>
          <a:xfrm>
            <a:off x="6303109" y="971806"/>
            <a:ext cx="1317459" cy="684168"/>
            <a:chOff x="238125" y="999450"/>
            <a:chExt cx="7140700" cy="3708225"/>
          </a:xfrm>
        </p:grpSpPr>
        <p:sp>
          <p:nvSpPr>
            <p:cNvPr id="5341" name="Google Shape;5341;p9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9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9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9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9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9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9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9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9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3" name="Shape 5353"/>
        <p:cNvGrpSpPr/>
        <p:nvPr/>
      </p:nvGrpSpPr>
      <p:grpSpPr>
        <a:xfrm>
          <a:off x="0" y="0"/>
          <a:ext cx="0" cy="0"/>
          <a:chOff x="0" y="0"/>
          <a:chExt cx="0" cy="0"/>
        </a:xfrm>
      </p:grpSpPr>
      <p:grpSp>
        <p:nvGrpSpPr>
          <p:cNvPr id="5354" name="Google Shape;5354;p100"/>
          <p:cNvGrpSpPr/>
          <p:nvPr/>
        </p:nvGrpSpPr>
        <p:grpSpPr>
          <a:xfrm>
            <a:off x="717027" y="967622"/>
            <a:ext cx="1636117" cy="1526144"/>
            <a:chOff x="729238" y="1179665"/>
            <a:chExt cx="1636117" cy="1526144"/>
          </a:xfrm>
        </p:grpSpPr>
        <p:grpSp>
          <p:nvGrpSpPr>
            <p:cNvPr id="5355" name="Google Shape;5355;p100"/>
            <p:cNvGrpSpPr/>
            <p:nvPr/>
          </p:nvGrpSpPr>
          <p:grpSpPr>
            <a:xfrm>
              <a:off x="729238" y="1179665"/>
              <a:ext cx="80700" cy="1526144"/>
              <a:chOff x="729238" y="1179665"/>
              <a:chExt cx="80700" cy="1526144"/>
            </a:xfrm>
          </p:grpSpPr>
          <p:sp>
            <p:nvSpPr>
              <p:cNvPr id="5356" name="Google Shape;5356;p10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10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10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10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10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10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10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10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10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10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66" name="Google Shape;5366;p100"/>
            <p:cNvGrpSpPr/>
            <p:nvPr/>
          </p:nvGrpSpPr>
          <p:grpSpPr>
            <a:xfrm>
              <a:off x="903098" y="1179665"/>
              <a:ext cx="80700" cy="1526144"/>
              <a:chOff x="903098" y="1179665"/>
              <a:chExt cx="80700" cy="1526144"/>
            </a:xfrm>
          </p:grpSpPr>
          <p:sp>
            <p:nvSpPr>
              <p:cNvPr id="5367" name="Google Shape;5367;p10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10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10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10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10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10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10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10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10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10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77" name="Google Shape;5377;p100"/>
            <p:cNvGrpSpPr/>
            <p:nvPr/>
          </p:nvGrpSpPr>
          <p:grpSpPr>
            <a:xfrm>
              <a:off x="1076958" y="1179665"/>
              <a:ext cx="80700" cy="1526144"/>
              <a:chOff x="1076958" y="1179665"/>
              <a:chExt cx="80700" cy="1526144"/>
            </a:xfrm>
          </p:grpSpPr>
          <p:sp>
            <p:nvSpPr>
              <p:cNvPr id="5378" name="Google Shape;5378;p10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10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10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10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10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10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10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10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10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10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88" name="Google Shape;5388;p100"/>
            <p:cNvGrpSpPr/>
            <p:nvPr/>
          </p:nvGrpSpPr>
          <p:grpSpPr>
            <a:xfrm>
              <a:off x="1247707" y="1179665"/>
              <a:ext cx="80700" cy="1526144"/>
              <a:chOff x="1247707" y="1179665"/>
              <a:chExt cx="80700" cy="1526144"/>
            </a:xfrm>
          </p:grpSpPr>
          <p:sp>
            <p:nvSpPr>
              <p:cNvPr id="5389" name="Google Shape;5389;p10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10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10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10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10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10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10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10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10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10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99" name="Google Shape;5399;p100"/>
            <p:cNvGrpSpPr/>
            <p:nvPr/>
          </p:nvGrpSpPr>
          <p:grpSpPr>
            <a:xfrm>
              <a:off x="1421567" y="1179665"/>
              <a:ext cx="80700" cy="1526144"/>
              <a:chOff x="1421567" y="1179665"/>
              <a:chExt cx="80700" cy="1526144"/>
            </a:xfrm>
          </p:grpSpPr>
          <p:sp>
            <p:nvSpPr>
              <p:cNvPr id="5400" name="Google Shape;5400;p10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10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10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10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10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10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10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10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10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10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10" name="Google Shape;5410;p100"/>
            <p:cNvGrpSpPr/>
            <p:nvPr/>
          </p:nvGrpSpPr>
          <p:grpSpPr>
            <a:xfrm>
              <a:off x="1592327" y="1179665"/>
              <a:ext cx="80700" cy="1526144"/>
              <a:chOff x="1592327" y="1179665"/>
              <a:chExt cx="80700" cy="1526144"/>
            </a:xfrm>
          </p:grpSpPr>
          <p:sp>
            <p:nvSpPr>
              <p:cNvPr id="5411" name="Google Shape;5411;p10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10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10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10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10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p10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p10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10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10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10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21" name="Google Shape;5421;p100"/>
            <p:cNvGrpSpPr/>
            <p:nvPr/>
          </p:nvGrpSpPr>
          <p:grpSpPr>
            <a:xfrm>
              <a:off x="1766187" y="1179665"/>
              <a:ext cx="80700" cy="1526144"/>
              <a:chOff x="1766187" y="1179665"/>
              <a:chExt cx="80700" cy="1526144"/>
            </a:xfrm>
          </p:grpSpPr>
          <p:sp>
            <p:nvSpPr>
              <p:cNvPr id="5422" name="Google Shape;5422;p10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10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10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10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10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10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10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10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10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10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32" name="Google Shape;5432;p100"/>
            <p:cNvGrpSpPr/>
            <p:nvPr/>
          </p:nvGrpSpPr>
          <p:grpSpPr>
            <a:xfrm>
              <a:off x="1936935" y="1179665"/>
              <a:ext cx="80700" cy="1526144"/>
              <a:chOff x="1936935" y="1179665"/>
              <a:chExt cx="80700" cy="1526144"/>
            </a:xfrm>
          </p:grpSpPr>
          <p:sp>
            <p:nvSpPr>
              <p:cNvPr id="5433" name="Google Shape;5433;p10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10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10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10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10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10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10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10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10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10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43" name="Google Shape;5443;p100"/>
            <p:cNvGrpSpPr/>
            <p:nvPr/>
          </p:nvGrpSpPr>
          <p:grpSpPr>
            <a:xfrm>
              <a:off x="2110795" y="1179665"/>
              <a:ext cx="80700" cy="1526144"/>
              <a:chOff x="2110795" y="1179665"/>
              <a:chExt cx="80700" cy="1526144"/>
            </a:xfrm>
          </p:grpSpPr>
          <p:sp>
            <p:nvSpPr>
              <p:cNvPr id="5444" name="Google Shape;5444;p10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10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10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10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10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10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10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10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10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10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54" name="Google Shape;5454;p100"/>
            <p:cNvGrpSpPr/>
            <p:nvPr/>
          </p:nvGrpSpPr>
          <p:grpSpPr>
            <a:xfrm>
              <a:off x="2284655" y="1179665"/>
              <a:ext cx="80700" cy="1526144"/>
              <a:chOff x="2284655" y="1179665"/>
              <a:chExt cx="80700" cy="1526144"/>
            </a:xfrm>
          </p:grpSpPr>
          <p:sp>
            <p:nvSpPr>
              <p:cNvPr id="5455" name="Google Shape;5455;p10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10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10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10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10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10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10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10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10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10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465" name="Google Shape;5465;p100"/>
          <p:cNvGrpSpPr/>
          <p:nvPr/>
        </p:nvGrpSpPr>
        <p:grpSpPr>
          <a:xfrm>
            <a:off x="2611693" y="986760"/>
            <a:ext cx="1364248" cy="1102133"/>
            <a:chOff x="2623904" y="1198803"/>
            <a:chExt cx="1364248" cy="1102133"/>
          </a:xfrm>
        </p:grpSpPr>
        <p:grpSp>
          <p:nvGrpSpPr>
            <p:cNvPr id="5466" name="Google Shape;5466;p100"/>
            <p:cNvGrpSpPr/>
            <p:nvPr/>
          </p:nvGrpSpPr>
          <p:grpSpPr>
            <a:xfrm>
              <a:off x="2623907" y="1198803"/>
              <a:ext cx="1364245" cy="273000"/>
              <a:chOff x="2623907" y="1198803"/>
              <a:chExt cx="1364245" cy="273000"/>
            </a:xfrm>
          </p:grpSpPr>
          <p:sp>
            <p:nvSpPr>
              <p:cNvPr id="5467" name="Google Shape;5467;p10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10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10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10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10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72" name="Google Shape;5472;p100"/>
            <p:cNvGrpSpPr/>
            <p:nvPr/>
          </p:nvGrpSpPr>
          <p:grpSpPr>
            <a:xfrm>
              <a:off x="2623904" y="1476964"/>
              <a:ext cx="1364245" cy="273000"/>
              <a:chOff x="2623904" y="1476964"/>
              <a:chExt cx="1364245" cy="273000"/>
            </a:xfrm>
          </p:grpSpPr>
          <p:sp>
            <p:nvSpPr>
              <p:cNvPr id="5473" name="Google Shape;5473;p10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10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10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10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10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78" name="Google Shape;5478;p100"/>
            <p:cNvGrpSpPr/>
            <p:nvPr/>
          </p:nvGrpSpPr>
          <p:grpSpPr>
            <a:xfrm>
              <a:off x="2623907" y="1749775"/>
              <a:ext cx="1364245" cy="273000"/>
              <a:chOff x="2623907" y="1749775"/>
              <a:chExt cx="1364245" cy="273000"/>
            </a:xfrm>
          </p:grpSpPr>
          <p:sp>
            <p:nvSpPr>
              <p:cNvPr id="5479" name="Google Shape;5479;p10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10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10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10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10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84" name="Google Shape;5484;p100"/>
            <p:cNvGrpSpPr/>
            <p:nvPr/>
          </p:nvGrpSpPr>
          <p:grpSpPr>
            <a:xfrm>
              <a:off x="2623904" y="2027936"/>
              <a:ext cx="1364245" cy="273000"/>
              <a:chOff x="2623904" y="2027936"/>
              <a:chExt cx="1364245" cy="273000"/>
            </a:xfrm>
          </p:grpSpPr>
          <p:sp>
            <p:nvSpPr>
              <p:cNvPr id="5485" name="Google Shape;5485;p10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10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10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10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10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490" name="Google Shape;5490;p100"/>
          <p:cNvGrpSpPr/>
          <p:nvPr/>
        </p:nvGrpSpPr>
        <p:grpSpPr>
          <a:xfrm>
            <a:off x="2601154" y="2445833"/>
            <a:ext cx="1387540" cy="159124"/>
            <a:chOff x="3200660" y="2180272"/>
            <a:chExt cx="2563823" cy="378237"/>
          </a:xfrm>
        </p:grpSpPr>
        <p:sp>
          <p:nvSpPr>
            <p:cNvPr id="5491" name="Google Shape;5491;p10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10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10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10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10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10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10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10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10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10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10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p10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10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10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10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10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10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10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09" name="Google Shape;5509;p100"/>
          <p:cNvGrpSpPr/>
          <p:nvPr/>
        </p:nvGrpSpPr>
        <p:grpSpPr>
          <a:xfrm>
            <a:off x="2597679" y="2723597"/>
            <a:ext cx="1390502" cy="159625"/>
            <a:chOff x="3530150" y="2790075"/>
            <a:chExt cx="1962600" cy="225300"/>
          </a:xfrm>
        </p:grpSpPr>
        <p:sp>
          <p:nvSpPr>
            <p:cNvPr id="5510" name="Google Shape;5510;p10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10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12" name="Google Shape;5512;p100"/>
          <p:cNvGrpSpPr/>
          <p:nvPr/>
        </p:nvGrpSpPr>
        <p:grpSpPr>
          <a:xfrm>
            <a:off x="2597736" y="3001862"/>
            <a:ext cx="1411629" cy="154175"/>
            <a:chOff x="3558802" y="4011244"/>
            <a:chExt cx="1866000" cy="111600"/>
          </a:xfrm>
        </p:grpSpPr>
        <p:sp>
          <p:nvSpPr>
            <p:cNvPr id="5513" name="Google Shape;5513;p10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10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15" name="Google Shape;5515;p100"/>
          <p:cNvGrpSpPr/>
          <p:nvPr/>
        </p:nvGrpSpPr>
        <p:grpSpPr>
          <a:xfrm>
            <a:off x="2598024" y="2207432"/>
            <a:ext cx="1383504" cy="119761"/>
            <a:chOff x="3465975" y="2270258"/>
            <a:chExt cx="1986365" cy="171947"/>
          </a:xfrm>
        </p:grpSpPr>
        <p:sp>
          <p:nvSpPr>
            <p:cNvPr id="5516" name="Google Shape;5516;p10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10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10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10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10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10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10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10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24" name="Google Shape;5524;p100"/>
          <p:cNvGrpSpPr/>
          <p:nvPr/>
        </p:nvGrpSpPr>
        <p:grpSpPr>
          <a:xfrm>
            <a:off x="2609031" y="3571205"/>
            <a:ext cx="1369531" cy="195460"/>
            <a:chOff x="723300" y="4253549"/>
            <a:chExt cx="2276482" cy="324900"/>
          </a:xfrm>
        </p:grpSpPr>
        <p:sp>
          <p:nvSpPr>
            <p:cNvPr id="5525" name="Google Shape;5525;p10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10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10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10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10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30" name="Google Shape;5530;p100"/>
          <p:cNvGrpSpPr/>
          <p:nvPr/>
        </p:nvGrpSpPr>
        <p:grpSpPr>
          <a:xfrm>
            <a:off x="2598592" y="3272446"/>
            <a:ext cx="1389065" cy="180119"/>
            <a:chOff x="705948" y="3788465"/>
            <a:chExt cx="2308952" cy="299400"/>
          </a:xfrm>
        </p:grpSpPr>
        <p:sp>
          <p:nvSpPr>
            <p:cNvPr id="5531" name="Google Shape;5531;p10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10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10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10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10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36" name="Google Shape;5536;p100"/>
          <p:cNvGrpSpPr/>
          <p:nvPr/>
        </p:nvGrpSpPr>
        <p:grpSpPr>
          <a:xfrm>
            <a:off x="4195583" y="1876400"/>
            <a:ext cx="1433821" cy="191501"/>
            <a:chOff x="4273350" y="2088443"/>
            <a:chExt cx="1433821" cy="191501"/>
          </a:xfrm>
        </p:grpSpPr>
        <p:grpSp>
          <p:nvGrpSpPr>
            <p:cNvPr id="5537" name="Google Shape;5537;p100"/>
            <p:cNvGrpSpPr/>
            <p:nvPr/>
          </p:nvGrpSpPr>
          <p:grpSpPr>
            <a:xfrm>
              <a:off x="4273350" y="2088443"/>
              <a:ext cx="1433821" cy="0"/>
              <a:chOff x="5224975" y="2962250"/>
              <a:chExt cx="1544400" cy="0"/>
            </a:xfrm>
          </p:grpSpPr>
          <p:cxnSp>
            <p:nvCxnSpPr>
              <p:cNvPr id="5538" name="Google Shape;5538;p100"/>
              <p:cNvCxnSpPr/>
              <p:nvPr/>
            </p:nvCxnSpPr>
            <p:spPr>
              <a:xfrm>
                <a:off x="5224975" y="2962250"/>
                <a:ext cx="1544400" cy="0"/>
              </a:xfrm>
              <a:prstGeom prst="straightConnector1">
                <a:avLst/>
              </a:prstGeom>
              <a:noFill/>
              <a:ln cap="flat" cmpd="sng" w="19050">
                <a:solidFill>
                  <a:srgbClr val="E3E9ED"/>
                </a:solidFill>
                <a:prstDash val="solid"/>
                <a:round/>
                <a:headEnd len="sm" w="sm" type="none"/>
                <a:tailEnd len="sm" w="sm" type="none"/>
              </a:ln>
            </p:spPr>
          </p:cxnSp>
          <p:cxnSp>
            <p:nvCxnSpPr>
              <p:cNvPr id="5539" name="Google Shape;5539;p100"/>
              <p:cNvCxnSpPr/>
              <p:nvPr/>
            </p:nvCxnSpPr>
            <p:spPr>
              <a:xfrm>
                <a:off x="5225150" y="2962250"/>
                <a:ext cx="453300" cy="0"/>
              </a:xfrm>
              <a:prstGeom prst="straightConnector1">
                <a:avLst/>
              </a:prstGeom>
              <a:noFill/>
              <a:ln cap="flat" cmpd="sng" w="19050">
                <a:solidFill>
                  <a:srgbClr val="7994A9"/>
                </a:solidFill>
                <a:prstDash val="solid"/>
                <a:round/>
                <a:headEnd len="sm" w="sm" type="none"/>
                <a:tailEnd len="med" w="med" type="oval"/>
              </a:ln>
            </p:spPr>
          </p:cxnSp>
        </p:grpSp>
        <p:grpSp>
          <p:nvGrpSpPr>
            <p:cNvPr id="5540" name="Google Shape;5540;p100"/>
            <p:cNvGrpSpPr/>
            <p:nvPr/>
          </p:nvGrpSpPr>
          <p:grpSpPr>
            <a:xfrm>
              <a:off x="4273350" y="2279944"/>
              <a:ext cx="1433821" cy="0"/>
              <a:chOff x="5224975" y="2962250"/>
              <a:chExt cx="1544400" cy="0"/>
            </a:xfrm>
          </p:grpSpPr>
          <p:cxnSp>
            <p:nvCxnSpPr>
              <p:cNvPr id="5541" name="Google Shape;5541;p100"/>
              <p:cNvCxnSpPr/>
              <p:nvPr/>
            </p:nvCxnSpPr>
            <p:spPr>
              <a:xfrm>
                <a:off x="5224975" y="2962250"/>
                <a:ext cx="1544400" cy="0"/>
              </a:xfrm>
              <a:prstGeom prst="straightConnector1">
                <a:avLst/>
              </a:prstGeom>
              <a:noFill/>
              <a:ln cap="flat" cmpd="sng" w="19050">
                <a:solidFill>
                  <a:srgbClr val="E3E9ED"/>
                </a:solidFill>
                <a:prstDash val="solid"/>
                <a:round/>
                <a:headEnd len="sm" w="sm" type="none"/>
                <a:tailEnd len="sm" w="sm" type="none"/>
              </a:ln>
            </p:spPr>
          </p:cxnSp>
          <p:cxnSp>
            <p:nvCxnSpPr>
              <p:cNvPr id="5542" name="Google Shape;5542;p100"/>
              <p:cNvCxnSpPr/>
              <p:nvPr/>
            </p:nvCxnSpPr>
            <p:spPr>
              <a:xfrm>
                <a:off x="5225150" y="2962250"/>
                <a:ext cx="998700" cy="0"/>
              </a:xfrm>
              <a:prstGeom prst="straightConnector1">
                <a:avLst/>
              </a:prstGeom>
              <a:noFill/>
              <a:ln cap="flat" cmpd="sng" w="19050">
                <a:solidFill>
                  <a:srgbClr val="7994A9"/>
                </a:solidFill>
                <a:prstDash val="solid"/>
                <a:round/>
                <a:headEnd len="sm" w="sm" type="none"/>
                <a:tailEnd len="med" w="med" type="oval"/>
              </a:ln>
            </p:spPr>
          </p:cxnSp>
        </p:grpSp>
      </p:grpSp>
      <p:grpSp>
        <p:nvGrpSpPr>
          <p:cNvPr id="5543" name="Google Shape;5543;p100"/>
          <p:cNvGrpSpPr/>
          <p:nvPr/>
        </p:nvGrpSpPr>
        <p:grpSpPr>
          <a:xfrm>
            <a:off x="2646529" y="3885304"/>
            <a:ext cx="1304609" cy="294074"/>
            <a:chOff x="2658741" y="4097347"/>
            <a:chExt cx="1304609" cy="294074"/>
          </a:xfrm>
        </p:grpSpPr>
        <p:grpSp>
          <p:nvGrpSpPr>
            <p:cNvPr id="5544" name="Google Shape;5544;p100"/>
            <p:cNvGrpSpPr/>
            <p:nvPr/>
          </p:nvGrpSpPr>
          <p:grpSpPr>
            <a:xfrm>
              <a:off x="2658741" y="4097347"/>
              <a:ext cx="118572" cy="294074"/>
              <a:chOff x="3343310" y="4475555"/>
              <a:chExt cx="127717" cy="316753"/>
            </a:xfrm>
          </p:grpSpPr>
          <p:sp>
            <p:nvSpPr>
              <p:cNvPr id="5545" name="Google Shape;5545;p10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10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47" name="Google Shape;5547;p100"/>
            <p:cNvGrpSpPr/>
            <p:nvPr/>
          </p:nvGrpSpPr>
          <p:grpSpPr>
            <a:xfrm>
              <a:off x="3815519" y="4098388"/>
              <a:ext cx="147831" cy="291991"/>
              <a:chOff x="3527539" y="4476677"/>
              <a:chExt cx="159232" cy="314510"/>
            </a:xfrm>
          </p:grpSpPr>
          <p:sp>
            <p:nvSpPr>
              <p:cNvPr id="5548" name="Google Shape;5548;p10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10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50" name="Google Shape;5550;p100"/>
            <p:cNvGrpSpPr/>
            <p:nvPr/>
          </p:nvGrpSpPr>
          <p:grpSpPr>
            <a:xfrm>
              <a:off x="3511696" y="4098388"/>
              <a:ext cx="147831" cy="291991"/>
              <a:chOff x="3527539" y="4476677"/>
              <a:chExt cx="159232" cy="314510"/>
            </a:xfrm>
          </p:grpSpPr>
          <p:sp>
            <p:nvSpPr>
              <p:cNvPr id="5551" name="Google Shape;5551;p10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10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53" name="Google Shape;5553;p100"/>
            <p:cNvGrpSpPr/>
            <p:nvPr/>
          </p:nvGrpSpPr>
          <p:grpSpPr>
            <a:xfrm>
              <a:off x="3207874" y="4098388"/>
              <a:ext cx="147831" cy="291991"/>
              <a:chOff x="3527539" y="4476677"/>
              <a:chExt cx="159232" cy="314510"/>
            </a:xfrm>
          </p:grpSpPr>
          <p:sp>
            <p:nvSpPr>
              <p:cNvPr id="5554" name="Google Shape;5554;p10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10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56" name="Google Shape;5556;p100"/>
            <p:cNvGrpSpPr/>
            <p:nvPr/>
          </p:nvGrpSpPr>
          <p:grpSpPr>
            <a:xfrm>
              <a:off x="2933305" y="4097347"/>
              <a:ext cx="118572" cy="294074"/>
              <a:chOff x="3343310" y="4475555"/>
              <a:chExt cx="127717" cy="316753"/>
            </a:xfrm>
          </p:grpSpPr>
          <p:sp>
            <p:nvSpPr>
              <p:cNvPr id="5557" name="Google Shape;5557;p10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10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559" name="Google Shape;5559;p100"/>
          <p:cNvGrpSpPr/>
          <p:nvPr/>
        </p:nvGrpSpPr>
        <p:grpSpPr>
          <a:xfrm>
            <a:off x="4197138" y="963998"/>
            <a:ext cx="1430711" cy="751237"/>
            <a:chOff x="5159450" y="1919950"/>
            <a:chExt cx="1541050" cy="862500"/>
          </a:xfrm>
        </p:grpSpPr>
        <p:sp>
          <p:nvSpPr>
            <p:cNvPr id="5560" name="Google Shape;5560;p10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1" name="Google Shape;5561;p100"/>
            <p:cNvGrpSpPr/>
            <p:nvPr/>
          </p:nvGrpSpPr>
          <p:grpSpPr>
            <a:xfrm>
              <a:off x="5159450" y="1919950"/>
              <a:ext cx="1541050" cy="862500"/>
              <a:chOff x="5159450" y="1919950"/>
              <a:chExt cx="1541050" cy="862500"/>
            </a:xfrm>
          </p:grpSpPr>
          <p:cxnSp>
            <p:nvCxnSpPr>
              <p:cNvPr id="5562" name="Google Shape;5562;p100"/>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5563" name="Google Shape;5563;p100"/>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5564" name="Google Shape;5564;p100"/>
          <p:cNvGrpSpPr/>
          <p:nvPr/>
        </p:nvGrpSpPr>
        <p:grpSpPr>
          <a:xfrm>
            <a:off x="4245275" y="2227768"/>
            <a:ext cx="1334436" cy="967914"/>
            <a:chOff x="4294923" y="2439811"/>
            <a:chExt cx="1334436" cy="967914"/>
          </a:xfrm>
        </p:grpSpPr>
        <p:grpSp>
          <p:nvGrpSpPr>
            <p:cNvPr id="5565" name="Google Shape;5565;p100"/>
            <p:cNvGrpSpPr/>
            <p:nvPr/>
          </p:nvGrpSpPr>
          <p:grpSpPr>
            <a:xfrm>
              <a:off x="4960455" y="2469658"/>
              <a:ext cx="668904" cy="885523"/>
              <a:chOff x="4960455" y="2469658"/>
              <a:chExt cx="668904" cy="885523"/>
            </a:xfrm>
          </p:grpSpPr>
          <p:sp>
            <p:nvSpPr>
              <p:cNvPr id="5566" name="Google Shape;5566;p10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10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10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10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10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10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72" name="Google Shape;5572;p100"/>
            <p:cNvGrpSpPr/>
            <p:nvPr/>
          </p:nvGrpSpPr>
          <p:grpSpPr>
            <a:xfrm>
              <a:off x="4294923" y="2469658"/>
              <a:ext cx="668951" cy="885523"/>
              <a:chOff x="4294923" y="2469658"/>
              <a:chExt cx="668951" cy="885523"/>
            </a:xfrm>
          </p:grpSpPr>
          <p:sp>
            <p:nvSpPr>
              <p:cNvPr id="5573" name="Google Shape;5573;p10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10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10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10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10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10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79" name="Google Shape;5579;p10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80" name="Google Shape;5580;p100"/>
          <p:cNvGrpSpPr/>
          <p:nvPr/>
        </p:nvGrpSpPr>
        <p:grpSpPr>
          <a:xfrm>
            <a:off x="4231478" y="3282213"/>
            <a:ext cx="1430948" cy="897289"/>
            <a:chOff x="4351371" y="3547942"/>
            <a:chExt cx="1345129" cy="843475"/>
          </a:xfrm>
        </p:grpSpPr>
        <p:grpSp>
          <p:nvGrpSpPr>
            <p:cNvPr id="5581" name="Google Shape;5581;p100"/>
            <p:cNvGrpSpPr/>
            <p:nvPr/>
          </p:nvGrpSpPr>
          <p:grpSpPr>
            <a:xfrm>
              <a:off x="4351371" y="4209917"/>
              <a:ext cx="1345129" cy="181500"/>
              <a:chOff x="4351371" y="4209917"/>
              <a:chExt cx="1345129" cy="181500"/>
            </a:xfrm>
          </p:grpSpPr>
          <p:sp>
            <p:nvSpPr>
              <p:cNvPr id="5582" name="Google Shape;5582;p10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583" name="Google Shape;5583;p100"/>
              <p:cNvCxnSpPr/>
              <p:nvPr/>
            </p:nvCxnSpPr>
            <p:spPr>
              <a:xfrm>
                <a:off x="5551000" y="4298797"/>
                <a:ext cx="145500" cy="0"/>
              </a:xfrm>
              <a:prstGeom prst="straightConnector1">
                <a:avLst/>
              </a:prstGeom>
              <a:noFill/>
              <a:ln cap="flat" cmpd="sng" w="28575">
                <a:solidFill>
                  <a:srgbClr val="435D74"/>
                </a:solidFill>
                <a:prstDash val="solid"/>
                <a:round/>
                <a:headEnd len="sm" w="sm" type="none"/>
                <a:tailEnd len="sm" w="sm" type="none"/>
              </a:ln>
            </p:spPr>
          </p:cxnSp>
        </p:grpSp>
        <p:grpSp>
          <p:nvGrpSpPr>
            <p:cNvPr id="5584" name="Google Shape;5584;p100"/>
            <p:cNvGrpSpPr/>
            <p:nvPr/>
          </p:nvGrpSpPr>
          <p:grpSpPr>
            <a:xfrm>
              <a:off x="4403010" y="3985221"/>
              <a:ext cx="1109519" cy="181500"/>
              <a:chOff x="4403010" y="3985221"/>
              <a:chExt cx="1109519" cy="181500"/>
            </a:xfrm>
          </p:grpSpPr>
          <p:sp>
            <p:nvSpPr>
              <p:cNvPr id="5585" name="Google Shape;5585;p10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586" name="Google Shape;5586;p100"/>
              <p:cNvCxnSpPr/>
              <p:nvPr/>
            </p:nvCxnSpPr>
            <p:spPr>
              <a:xfrm>
                <a:off x="4403010" y="4075993"/>
                <a:ext cx="145500" cy="0"/>
              </a:xfrm>
              <a:prstGeom prst="straightConnector1">
                <a:avLst/>
              </a:prstGeom>
              <a:noFill/>
              <a:ln cap="flat" cmpd="sng" w="28575">
                <a:solidFill>
                  <a:srgbClr val="5F7D95"/>
                </a:solidFill>
                <a:prstDash val="solid"/>
                <a:round/>
                <a:headEnd len="sm" w="sm" type="none"/>
                <a:tailEnd len="sm" w="sm" type="none"/>
              </a:ln>
            </p:spPr>
          </p:cxnSp>
        </p:grpSp>
        <p:grpSp>
          <p:nvGrpSpPr>
            <p:cNvPr id="5587" name="Google Shape;5587;p100"/>
            <p:cNvGrpSpPr/>
            <p:nvPr/>
          </p:nvGrpSpPr>
          <p:grpSpPr>
            <a:xfrm>
              <a:off x="4618704" y="3766582"/>
              <a:ext cx="807858" cy="181500"/>
              <a:chOff x="4618704" y="3766582"/>
              <a:chExt cx="807858" cy="181500"/>
            </a:xfrm>
          </p:grpSpPr>
          <p:sp>
            <p:nvSpPr>
              <p:cNvPr id="5588" name="Google Shape;5588;p10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589" name="Google Shape;5589;p100"/>
              <p:cNvCxnSpPr/>
              <p:nvPr/>
            </p:nvCxnSpPr>
            <p:spPr>
              <a:xfrm>
                <a:off x="5281062" y="3855291"/>
                <a:ext cx="145500" cy="0"/>
              </a:xfrm>
              <a:prstGeom prst="straightConnector1">
                <a:avLst/>
              </a:prstGeom>
              <a:noFill/>
              <a:ln cap="flat" cmpd="sng" w="28575">
                <a:solidFill>
                  <a:srgbClr val="869FB2"/>
                </a:solidFill>
                <a:prstDash val="solid"/>
                <a:round/>
                <a:headEnd len="sm" w="sm" type="none"/>
                <a:tailEnd len="sm" w="sm" type="none"/>
              </a:ln>
            </p:spPr>
          </p:cxnSp>
        </p:grpSp>
        <p:grpSp>
          <p:nvGrpSpPr>
            <p:cNvPr id="5590" name="Google Shape;5590;p100"/>
            <p:cNvGrpSpPr/>
            <p:nvPr/>
          </p:nvGrpSpPr>
          <p:grpSpPr>
            <a:xfrm>
              <a:off x="4735238" y="3547942"/>
              <a:ext cx="462839" cy="181500"/>
              <a:chOff x="4735238" y="3547942"/>
              <a:chExt cx="462839" cy="181500"/>
            </a:xfrm>
          </p:grpSpPr>
          <p:sp>
            <p:nvSpPr>
              <p:cNvPr id="5591" name="Google Shape;5591;p10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592" name="Google Shape;5592;p100"/>
              <p:cNvCxnSpPr/>
              <p:nvPr/>
            </p:nvCxnSpPr>
            <p:spPr>
              <a:xfrm>
                <a:off x="4735238" y="3636872"/>
                <a:ext cx="145500" cy="0"/>
              </a:xfrm>
              <a:prstGeom prst="straightConnector1">
                <a:avLst/>
              </a:prstGeom>
              <a:noFill/>
              <a:ln cap="flat" cmpd="sng" w="28575">
                <a:solidFill>
                  <a:srgbClr val="BAC8D3"/>
                </a:solidFill>
                <a:prstDash val="solid"/>
                <a:round/>
                <a:headEnd len="sm" w="sm" type="none"/>
                <a:tailEnd len="sm" w="sm" type="none"/>
              </a:ln>
            </p:spPr>
          </p:cxnSp>
        </p:grpSp>
      </p:grpSp>
      <p:grpSp>
        <p:nvGrpSpPr>
          <p:cNvPr id="5593" name="Google Shape;5593;p100"/>
          <p:cNvGrpSpPr/>
          <p:nvPr/>
        </p:nvGrpSpPr>
        <p:grpSpPr>
          <a:xfrm>
            <a:off x="7407836" y="2217537"/>
            <a:ext cx="1020955" cy="928853"/>
            <a:chOff x="926675" y="238125"/>
            <a:chExt cx="5755100" cy="5232975"/>
          </a:xfrm>
        </p:grpSpPr>
        <p:sp>
          <p:nvSpPr>
            <p:cNvPr id="5594" name="Google Shape;5594;p10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10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10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10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98" name="Google Shape;5598;p100"/>
          <p:cNvGrpSpPr/>
          <p:nvPr/>
        </p:nvGrpSpPr>
        <p:grpSpPr>
          <a:xfrm>
            <a:off x="715210" y="2616272"/>
            <a:ext cx="1695374" cy="1560837"/>
            <a:chOff x="727421" y="2828315"/>
            <a:chExt cx="1695374" cy="1560837"/>
          </a:xfrm>
        </p:grpSpPr>
        <p:grpSp>
          <p:nvGrpSpPr>
            <p:cNvPr id="5599" name="Google Shape;5599;p100"/>
            <p:cNvGrpSpPr/>
            <p:nvPr/>
          </p:nvGrpSpPr>
          <p:grpSpPr>
            <a:xfrm>
              <a:off x="727421" y="2828315"/>
              <a:ext cx="1695374" cy="1560837"/>
              <a:chOff x="734799" y="2782450"/>
              <a:chExt cx="1571100" cy="1577400"/>
            </a:xfrm>
          </p:grpSpPr>
          <p:cxnSp>
            <p:nvCxnSpPr>
              <p:cNvPr id="5600" name="Google Shape;5600;p100"/>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5601" name="Google Shape;5601;p100"/>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5602" name="Google Shape;5602;p100"/>
            <p:cNvGrpSpPr/>
            <p:nvPr/>
          </p:nvGrpSpPr>
          <p:grpSpPr>
            <a:xfrm>
              <a:off x="819108" y="2882501"/>
              <a:ext cx="1556791" cy="1426186"/>
              <a:chOff x="819108" y="2882501"/>
              <a:chExt cx="1556791" cy="1426186"/>
            </a:xfrm>
          </p:grpSpPr>
          <p:grpSp>
            <p:nvGrpSpPr>
              <p:cNvPr id="5603" name="Google Shape;5603;p100"/>
              <p:cNvGrpSpPr/>
              <p:nvPr/>
            </p:nvGrpSpPr>
            <p:grpSpPr>
              <a:xfrm>
                <a:off x="819108" y="2882501"/>
                <a:ext cx="103104" cy="1426186"/>
                <a:chOff x="4674013" y="3100904"/>
                <a:chExt cx="122758" cy="1698043"/>
              </a:xfrm>
            </p:grpSpPr>
            <p:sp>
              <p:nvSpPr>
                <p:cNvPr id="5604" name="Google Shape;5604;p10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10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10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10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10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10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10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11" name="Google Shape;5611;p100"/>
              <p:cNvGrpSpPr/>
              <p:nvPr/>
            </p:nvGrpSpPr>
            <p:grpSpPr>
              <a:xfrm>
                <a:off x="1062475" y="2882501"/>
                <a:ext cx="103104" cy="1426186"/>
                <a:chOff x="4940438" y="3100904"/>
                <a:chExt cx="122758" cy="1698043"/>
              </a:xfrm>
            </p:grpSpPr>
            <p:sp>
              <p:nvSpPr>
                <p:cNvPr id="5612" name="Google Shape;5612;p10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10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10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10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10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10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10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19" name="Google Shape;5619;p100"/>
              <p:cNvGrpSpPr/>
              <p:nvPr/>
            </p:nvGrpSpPr>
            <p:grpSpPr>
              <a:xfrm>
                <a:off x="1299324" y="2882501"/>
                <a:ext cx="103104" cy="1426186"/>
                <a:chOff x="5206863" y="3100904"/>
                <a:chExt cx="122758" cy="1698043"/>
              </a:xfrm>
            </p:grpSpPr>
            <p:sp>
              <p:nvSpPr>
                <p:cNvPr id="5620" name="Google Shape;5620;p10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10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10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10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10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10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10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27" name="Google Shape;5627;p100"/>
              <p:cNvGrpSpPr/>
              <p:nvPr/>
            </p:nvGrpSpPr>
            <p:grpSpPr>
              <a:xfrm>
                <a:off x="1786057" y="2882501"/>
                <a:ext cx="103104" cy="1426186"/>
                <a:chOff x="6006138" y="3143629"/>
                <a:chExt cx="122758" cy="1698043"/>
              </a:xfrm>
            </p:grpSpPr>
            <p:sp>
              <p:nvSpPr>
                <p:cNvPr id="5628" name="Google Shape;5628;p10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10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10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10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10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10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10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35" name="Google Shape;5635;p100"/>
              <p:cNvGrpSpPr/>
              <p:nvPr/>
            </p:nvGrpSpPr>
            <p:grpSpPr>
              <a:xfrm>
                <a:off x="2029422" y="2882501"/>
                <a:ext cx="103104" cy="1426186"/>
                <a:chOff x="6805413" y="3100904"/>
                <a:chExt cx="122758" cy="1698043"/>
              </a:xfrm>
            </p:grpSpPr>
            <p:sp>
              <p:nvSpPr>
                <p:cNvPr id="5636" name="Google Shape;5636;p10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10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10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10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10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10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10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43" name="Google Shape;5643;p100"/>
              <p:cNvGrpSpPr/>
              <p:nvPr/>
            </p:nvGrpSpPr>
            <p:grpSpPr>
              <a:xfrm>
                <a:off x="2272795" y="2882501"/>
                <a:ext cx="103104" cy="1426186"/>
                <a:chOff x="5206863" y="3100904"/>
                <a:chExt cx="122758" cy="1698043"/>
              </a:xfrm>
            </p:grpSpPr>
            <p:sp>
              <p:nvSpPr>
                <p:cNvPr id="5644" name="Google Shape;5644;p10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10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10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10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10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10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10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51" name="Google Shape;5651;p100"/>
              <p:cNvGrpSpPr/>
              <p:nvPr/>
            </p:nvGrpSpPr>
            <p:grpSpPr>
              <a:xfrm>
                <a:off x="1542694" y="2882501"/>
                <a:ext cx="103104" cy="1426186"/>
                <a:chOff x="6006138" y="3143629"/>
                <a:chExt cx="122758" cy="1698043"/>
              </a:xfrm>
            </p:grpSpPr>
            <p:sp>
              <p:nvSpPr>
                <p:cNvPr id="5652" name="Google Shape;5652;p10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10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10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10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10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10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10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5659" name="Google Shape;5659;p100"/>
          <p:cNvGrpSpPr/>
          <p:nvPr/>
        </p:nvGrpSpPr>
        <p:grpSpPr>
          <a:xfrm>
            <a:off x="5671260" y="3305994"/>
            <a:ext cx="2749952" cy="870677"/>
            <a:chOff x="238125" y="1725700"/>
            <a:chExt cx="7139025" cy="2260325"/>
          </a:xfrm>
        </p:grpSpPr>
        <p:sp>
          <p:nvSpPr>
            <p:cNvPr id="5660" name="Google Shape;5660;p10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2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10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10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10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100"/>
            <p:cNvSpPr/>
            <p:nvPr/>
          </p:nvSpPr>
          <p:spPr>
            <a:xfrm>
              <a:off x="6838275" y="1725700"/>
              <a:ext cx="150" cy="0"/>
            </a:xfrm>
            <a:custGeom>
              <a:rect b="b" l="l" r="r" t="t"/>
              <a:pathLst>
                <a:path extrusionOk="0" h="12000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10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10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10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10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10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70" name="Google Shape;5670;p100"/>
          <p:cNvGrpSpPr/>
          <p:nvPr/>
        </p:nvGrpSpPr>
        <p:grpSpPr>
          <a:xfrm>
            <a:off x="5941424" y="2247740"/>
            <a:ext cx="1105452" cy="916747"/>
            <a:chOff x="5249100" y="1210600"/>
            <a:chExt cx="3502700" cy="2904775"/>
          </a:xfrm>
        </p:grpSpPr>
        <p:sp>
          <p:nvSpPr>
            <p:cNvPr id="5671" name="Google Shape;5671;p10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10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10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10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675" name="Google Shape;5675;p10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sm" w="sm" type="none"/>
            </a:ln>
          </p:spPr>
        </p:cxnSp>
        <p:cxnSp>
          <p:nvCxnSpPr>
            <p:cNvPr id="5676" name="Google Shape;5676;p10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sm" w="sm" type="none"/>
            </a:ln>
          </p:spPr>
        </p:cxnSp>
        <p:cxnSp>
          <p:nvCxnSpPr>
            <p:cNvPr id="5677" name="Google Shape;5677;p10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sm" w="sm" type="none"/>
            </a:ln>
          </p:spPr>
        </p:cxnSp>
        <p:cxnSp>
          <p:nvCxnSpPr>
            <p:cNvPr id="5678" name="Google Shape;5678;p10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sm" w="sm" type="none"/>
            </a:ln>
          </p:spPr>
        </p:cxnSp>
        <p:sp>
          <p:nvSpPr>
            <p:cNvPr id="5679" name="Google Shape;5679;p10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80" name="Google Shape;5680;p100"/>
          <p:cNvGrpSpPr/>
          <p:nvPr/>
        </p:nvGrpSpPr>
        <p:grpSpPr>
          <a:xfrm>
            <a:off x="7123972" y="967158"/>
            <a:ext cx="1304650" cy="1124856"/>
            <a:chOff x="7287122" y="1165658"/>
            <a:chExt cx="1219413" cy="1051365"/>
          </a:xfrm>
        </p:grpSpPr>
        <p:grpSp>
          <p:nvGrpSpPr>
            <p:cNvPr id="5681" name="Google Shape;5681;p100"/>
            <p:cNvGrpSpPr/>
            <p:nvPr/>
          </p:nvGrpSpPr>
          <p:grpSpPr>
            <a:xfrm>
              <a:off x="7287122" y="1969723"/>
              <a:ext cx="1219413" cy="247300"/>
              <a:chOff x="7287122" y="1969723"/>
              <a:chExt cx="1219413" cy="247300"/>
            </a:xfrm>
          </p:grpSpPr>
          <p:sp>
            <p:nvSpPr>
              <p:cNvPr id="5682" name="Google Shape;5682;p10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83" name="Google Shape;5683;p100"/>
              <p:cNvGrpSpPr/>
              <p:nvPr/>
            </p:nvGrpSpPr>
            <p:grpSpPr>
              <a:xfrm>
                <a:off x="7287122" y="2063892"/>
                <a:ext cx="1151753" cy="73428"/>
                <a:chOff x="7287122" y="2063892"/>
                <a:chExt cx="1151753" cy="73428"/>
              </a:xfrm>
            </p:grpSpPr>
            <p:sp>
              <p:nvSpPr>
                <p:cNvPr id="5684" name="Google Shape;5684;p10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685" name="Google Shape;5685;p100"/>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5686" name="Google Shape;5686;p100"/>
            <p:cNvGrpSpPr/>
            <p:nvPr/>
          </p:nvGrpSpPr>
          <p:grpSpPr>
            <a:xfrm>
              <a:off x="7287122" y="1712201"/>
              <a:ext cx="1219403" cy="246767"/>
              <a:chOff x="7287122" y="1712201"/>
              <a:chExt cx="1219403" cy="246767"/>
            </a:xfrm>
          </p:grpSpPr>
          <p:sp>
            <p:nvSpPr>
              <p:cNvPr id="5687" name="Google Shape;5687;p10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88" name="Google Shape;5688;p100"/>
              <p:cNvGrpSpPr/>
              <p:nvPr/>
            </p:nvGrpSpPr>
            <p:grpSpPr>
              <a:xfrm>
                <a:off x="7287122" y="1842861"/>
                <a:ext cx="1005303" cy="73419"/>
                <a:chOff x="7287122" y="1842861"/>
                <a:chExt cx="1005303" cy="73419"/>
              </a:xfrm>
            </p:grpSpPr>
            <p:sp>
              <p:nvSpPr>
                <p:cNvPr id="5689" name="Google Shape;5689;p10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690" name="Google Shape;5690;p100"/>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5691" name="Google Shape;5691;p100"/>
            <p:cNvGrpSpPr/>
            <p:nvPr/>
          </p:nvGrpSpPr>
          <p:grpSpPr>
            <a:xfrm>
              <a:off x="7287122" y="1447520"/>
              <a:ext cx="1219403" cy="286667"/>
              <a:chOff x="7287122" y="1447520"/>
              <a:chExt cx="1219403" cy="286667"/>
            </a:xfrm>
          </p:grpSpPr>
          <p:sp>
            <p:nvSpPr>
              <p:cNvPr id="5692" name="Google Shape;5692;p10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93" name="Google Shape;5693;p100"/>
              <p:cNvGrpSpPr/>
              <p:nvPr/>
            </p:nvGrpSpPr>
            <p:grpSpPr>
              <a:xfrm>
                <a:off x="7287122" y="1581977"/>
                <a:ext cx="852803" cy="73428"/>
                <a:chOff x="7287122" y="1581977"/>
                <a:chExt cx="852803" cy="73428"/>
              </a:xfrm>
            </p:grpSpPr>
            <p:sp>
              <p:nvSpPr>
                <p:cNvPr id="5694" name="Google Shape;5694;p10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695" name="Google Shape;5695;p100"/>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5696" name="Google Shape;5696;p100"/>
            <p:cNvGrpSpPr/>
            <p:nvPr/>
          </p:nvGrpSpPr>
          <p:grpSpPr>
            <a:xfrm>
              <a:off x="7287122" y="1165658"/>
              <a:ext cx="1219403" cy="344253"/>
              <a:chOff x="7287122" y="1165658"/>
              <a:chExt cx="1219403" cy="344253"/>
            </a:xfrm>
          </p:grpSpPr>
          <p:sp>
            <p:nvSpPr>
              <p:cNvPr id="5697" name="Google Shape;5697;p10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98" name="Google Shape;5698;p100"/>
              <p:cNvGrpSpPr/>
              <p:nvPr/>
            </p:nvGrpSpPr>
            <p:grpSpPr>
              <a:xfrm>
                <a:off x="7287122" y="1341025"/>
                <a:ext cx="695703" cy="73419"/>
                <a:chOff x="7287122" y="1341025"/>
                <a:chExt cx="695703" cy="73419"/>
              </a:xfrm>
            </p:grpSpPr>
            <p:sp>
              <p:nvSpPr>
                <p:cNvPr id="5699" name="Google Shape;5699;p10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700" name="Google Shape;5700;p100"/>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grpSp>
        <p:nvGrpSpPr>
          <p:cNvPr id="5701" name="Google Shape;5701;p100"/>
          <p:cNvGrpSpPr/>
          <p:nvPr/>
        </p:nvGrpSpPr>
        <p:grpSpPr>
          <a:xfrm>
            <a:off x="5790464" y="973181"/>
            <a:ext cx="1397728" cy="1098540"/>
            <a:chOff x="5900602" y="1193063"/>
            <a:chExt cx="1299850" cy="1021707"/>
          </a:xfrm>
        </p:grpSpPr>
        <p:grpSp>
          <p:nvGrpSpPr>
            <p:cNvPr id="5702" name="Google Shape;5702;p100"/>
            <p:cNvGrpSpPr/>
            <p:nvPr/>
          </p:nvGrpSpPr>
          <p:grpSpPr>
            <a:xfrm>
              <a:off x="6520338" y="1193063"/>
              <a:ext cx="341813" cy="799959"/>
              <a:chOff x="6520338" y="1193063"/>
              <a:chExt cx="341813" cy="799959"/>
            </a:xfrm>
          </p:grpSpPr>
          <p:grpSp>
            <p:nvGrpSpPr>
              <p:cNvPr id="5703" name="Google Shape;5703;p100"/>
              <p:cNvGrpSpPr/>
              <p:nvPr/>
            </p:nvGrpSpPr>
            <p:grpSpPr>
              <a:xfrm>
                <a:off x="6520337" y="1589527"/>
                <a:ext cx="213949" cy="403494"/>
                <a:chOff x="6520338" y="1589528"/>
                <a:chExt cx="213949" cy="403494"/>
              </a:xfrm>
            </p:grpSpPr>
            <p:sp>
              <p:nvSpPr>
                <p:cNvPr id="5704" name="Google Shape;5704;p10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10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06" name="Google Shape;5706;p100"/>
              <p:cNvGrpSpPr/>
              <p:nvPr/>
            </p:nvGrpSpPr>
            <p:grpSpPr>
              <a:xfrm>
                <a:off x="6577204" y="1193063"/>
                <a:ext cx="284947" cy="464512"/>
                <a:chOff x="6577204" y="1193063"/>
                <a:chExt cx="284947" cy="464512"/>
              </a:xfrm>
            </p:grpSpPr>
            <p:sp>
              <p:nvSpPr>
                <p:cNvPr id="5707" name="Google Shape;5707;p10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708" name="Google Shape;5708;p100"/>
                <p:cNvCxnSpPr/>
                <p:nvPr/>
              </p:nvCxnSpPr>
              <p:spPr>
                <a:xfrm rot="10800000">
                  <a:off x="6677825" y="1279575"/>
                  <a:ext cx="0" cy="378000"/>
                </a:xfrm>
                <a:prstGeom prst="straightConnector1">
                  <a:avLst/>
                </a:prstGeom>
                <a:noFill/>
                <a:ln cap="flat" cmpd="sng" w="9525">
                  <a:solidFill>
                    <a:srgbClr val="A5B7C6"/>
                  </a:solidFill>
                  <a:prstDash val="solid"/>
                  <a:round/>
                  <a:headEnd len="sm" w="sm" type="none"/>
                  <a:tailEnd len="med" w="med" type="oval"/>
                </a:ln>
              </p:spPr>
            </p:cxnSp>
          </p:grpSp>
        </p:grpSp>
        <p:grpSp>
          <p:nvGrpSpPr>
            <p:cNvPr id="5709" name="Google Shape;5709;p100"/>
            <p:cNvGrpSpPr/>
            <p:nvPr/>
          </p:nvGrpSpPr>
          <p:grpSpPr>
            <a:xfrm>
              <a:off x="6238903" y="1193063"/>
              <a:ext cx="300476" cy="900152"/>
              <a:chOff x="6238903" y="1193063"/>
              <a:chExt cx="300476" cy="900152"/>
            </a:xfrm>
          </p:grpSpPr>
          <p:grpSp>
            <p:nvGrpSpPr>
              <p:cNvPr id="5710" name="Google Shape;5710;p100"/>
              <p:cNvGrpSpPr/>
              <p:nvPr/>
            </p:nvGrpSpPr>
            <p:grpSpPr>
              <a:xfrm>
                <a:off x="6290865" y="1489315"/>
                <a:ext cx="248514" cy="603900"/>
                <a:chOff x="6290865" y="1489315"/>
                <a:chExt cx="248514" cy="603900"/>
              </a:xfrm>
            </p:grpSpPr>
            <p:sp>
              <p:nvSpPr>
                <p:cNvPr id="5711" name="Google Shape;5711;p10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10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13" name="Google Shape;5713;p100"/>
              <p:cNvGrpSpPr/>
              <p:nvPr/>
            </p:nvGrpSpPr>
            <p:grpSpPr>
              <a:xfrm>
                <a:off x="6238903" y="1193063"/>
                <a:ext cx="284947" cy="333087"/>
                <a:chOff x="6238903" y="1193063"/>
                <a:chExt cx="284947" cy="333087"/>
              </a:xfrm>
            </p:grpSpPr>
            <p:sp>
              <p:nvSpPr>
                <p:cNvPr id="5714" name="Google Shape;5714;p10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715" name="Google Shape;5715;p100"/>
                <p:cNvCxnSpPr/>
                <p:nvPr/>
              </p:nvCxnSpPr>
              <p:spPr>
                <a:xfrm rot="10800000">
                  <a:off x="6431250" y="1279250"/>
                  <a:ext cx="0" cy="246900"/>
                </a:xfrm>
                <a:prstGeom prst="straightConnector1">
                  <a:avLst/>
                </a:prstGeom>
                <a:noFill/>
                <a:ln cap="flat" cmpd="sng" w="9525">
                  <a:solidFill>
                    <a:srgbClr val="869FB2"/>
                  </a:solidFill>
                  <a:prstDash val="solid"/>
                  <a:round/>
                  <a:headEnd len="sm" w="sm" type="none"/>
                  <a:tailEnd len="med" w="med" type="oval"/>
                </a:ln>
              </p:spPr>
            </p:cxnSp>
          </p:grpSp>
        </p:grpSp>
        <p:grpSp>
          <p:nvGrpSpPr>
            <p:cNvPr id="5716" name="Google Shape;5716;p100"/>
            <p:cNvGrpSpPr/>
            <p:nvPr/>
          </p:nvGrpSpPr>
          <p:grpSpPr>
            <a:xfrm>
              <a:off x="5900602" y="1193063"/>
              <a:ext cx="444346" cy="1021707"/>
              <a:chOff x="5900602" y="1193063"/>
              <a:chExt cx="444346" cy="1021707"/>
            </a:xfrm>
          </p:grpSpPr>
          <p:grpSp>
            <p:nvGrpSpPr>
              <p:cNvPr id="5717" name="Google Shape;5717;p100"/>
              <p:cNvGrpSpPr/>
              <p:nvPr/>
            </p:nvGrpSpPr>
            <p:grpSpPr>
              <a:xfrm>
                <a:off x="6046502" y="1367784"/>
                <a:ext cx="298446" cy="846986"/>
                <a:chOff x="6046502" y="1367784"/>
                <a:chExt cx="298446" cy="846986"/>
              </a:xfrm>
            </p:grpSpPr>
            <p:sp>
              <p:nvSpPr>
                <p:cNvPr id="5718" name="Google Shape;5718;p10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10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20" name="Google Shape;5720;p100"/>
              <p:cNvGrpSpPr/>
              <p:nvPr/>
            </p:nvGrpSpPr>
            <p:grpSpPr>
              <a:xfrm>
                <a:off x="5900602" y="1193063"/>
                <a:ext cx="284947" cy="182312"/>
                <a:chOff x="5900602" y="1193063"/>
                <a:chExt cx="284947" cy="182312"/>
              </a:xfrm>
            </p:grpSpPr>
            <p:sp>
              <p:nvSpPr>
                <p:cNvPr id="5721" name="Google Shape;5721;p10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722" name="Google Shape;5722;p100"/>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nvGrpSpPr>
            <p:cNvPr id="5723" name="Google Shape;5723;p100"/>
            <p:cNvGrpSpPr/>
            <p:nvPr/>
          </p:nvGrpSpPr>
          <p:grpSpPr>
            <a:xfrm>
              <a:off x="6738300" y="1193063"/>
              <a:ext cx="462152" cy="707634"/>
              <a:chOff x="6738300" y="1193063"/>
              <a:chExt cx="462152" cy="707634"/>
            </a:xfrm>
          </p:grpSpPr>
          <p:grpSp>
            <p:nvGrpSpPr>
              <p:cNvPr id="5724" name="Google Shape;5724;p100"/>
              <p:cNvGrpSpPr/>
              <p:nvPr/>
            </p:nvGrpSpPr>
            <p:grpSpPr>
              <a:xfrm>
                <a:off x="6915505" y="1193063"/>
                <a:ext cx="284947" cy="597387"/>
                <a:chOff x="6915505" y="1193063"/>
                <a:chExt cx="284947" cy="597387"/>
              </a:xfrm>
            </p:grpSpPr>
            <p:sp>
              <p:nvSpPr>
                <p:cNvPr id="5725" name="Google Shape;5725;p10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726" name="Google Shape;5726;p100"/>
                <p:cNvCxnSpPr/>
                <p:nvPr/>
              </p:nvCxnSpPr>
              <p:spPr>
                <a:xfrm rot="10800000">
                  <a:off x="6938275" y="1279850"/>
                  <a:ext cx="0" cy="510600"/>
                </a:xfrm>
                <a:prstGeom prst="straightConnector1">
                  <a:avLst/>
                </a:prstGeom>
                <a:noFill/>
                <a:ln cap="flat" cmpd="sng" w="9525">
                  <a:solidFill>
                    <a:srgbClr val="E3E7EA"/>
                  </a:solidFill>
                  <a:prstDash val="solid"/>
                  <a:round/>
                  <a:headEnd len="sm" w="sm" type="none"/>
                  <a:tailEnd len="med" w="med" type="oval"/>
                </a:ln>
              </p:spPr>
            </p:cxnSp>
          </p:grpSp>
          <p:grpSp>
            <p:nvGrpSpPr>
              <p:cNvPr id="5727" name="Google Shape;5727;p100"/>
              <p:cNvGrpSpPr/>
              <p:nvPr/>
            </p:nvGrpSpPr>
            <p:grpSpPr>
              <a:xfrm>
                <a:off x="6738300" y="1684726"/>
                <a:ext cx="230066" cy="215971"/>
                <a:chOff x="6738300" y="1684726"/>
                <a:chExt cx="230066" cy="215971"/>
              </a:xfrm>
            </p:grpSpPr>
            <p:sp>
              <p:nvSpPr>
                <p:cNvPr id="5728" name="Google Shape;5728;p10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10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33" name="Shape 5733"/>
        <p:cNvGrpSpPr/>
        <p:nvPr/>
      </p:nvGrpSpPr>
      <p:grpSpPr>
        <a:xfrm>
          <a:off x="0" y="0"/>
          <a:ext cx="0" cy="0"/>
          <a:chOff x="0" y="0"/>
          <a:chExt cx="0" cy="0"/>
        </a:xfrm>
      </p:grpSpPr>
      <p:grpSp>
        <p:nvGrpSpPr>
          <p:cNvPr id="5734" name="Google Shape;5734;p101"/>
          <p:cNvGrpSpPr/>
          <p:nvPr/>
        </p:nvGrpSpPr>
        <p:grpSpPr>
          <a:xfrm>
            <a:off x="821785" y="2307635"/>
            <a:ext cx="339235" cy="298186"/>
            <a:chOff x="898875" y="244725"/>
            <a:chExt cx="481800" cy="423500"/>
          </a:xfrm>
        </p:grpSpPr>
        <p:sp>
          <p:nvSpPr>
            <p:cNvPr id="5735" name="Google Shape;5735;p10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36" name="Google Shape;5736;p10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37" name="Google Shape;5737;p10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38" name="Google Shape;5738;p10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39" name="Google Shape;5739;p10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40" name="Google Shape;5740;p10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41" name="Google Shape;5741;p101"/>
          <p:cNvGrpSpPr/>
          <p:nvPr/>
        </p:nvGrpSpPr>
        <p:grpSpPr>
          <a:xfrm>
            <a:off x="1260167" y="2287103"/>
            <a:ext cx="298169" cy="339253"/>
            <a:chOff x="1529350" y="258825"/>
            <a:chExt cx="423475" cy="481825"/>
          </a:xfrm>
        </p:grpSpPr>
        <p:sp>
          <p:nvSpPr>
            <p:cNvPr id="5742" name="Google Shape;5742;p10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43" name="Google Shape;5743;p10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44" name="Google Shape;5744;p101"/>
          <p:cNvGrpSpPr/>
          <p:nvPr/>
        </p:nvGrpSpPr>
        <p:grpSpPr>
          <a:xfrm>
            <a:off x="2102437" y="2287102"/>
            <a:ext cx="298169" cy="339253"/>
            <a:chOff x="2707500" y="249400"/>
            <a:chExt cx="423475" cy="481825"/>
          </a:xfrm>
        </p:grpSpPr>
        <p:sp>
          <p:nvSpPr>
            <p:cNvPr id="5745" name="Google Shape;5745;p10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46" name="Google Shape;5746;p10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47" name="Google Shape;5747;p101"/>
          <p:cNvGrpSpPr/>
          <p:nvPr/>
        </p:nvGrpSpPr>
        <p:grpSpPr>
          <a:xfrm>
            <a:off x="2516052" y="2287428"/>
            <a:ext cx="305386" cy="338602"/>
            <a:chOff x="3300325" y="249875"/>
            <a:chExt cx="433725" cy="480900"/>
          </a:xfrm>
        </p:grpSpPr>
        <p:sp>
          <p:nvSpPr>
            <p:cNvPr id="5748" name="Google Shape;5748;p10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49" name="Google Shape;5749;p10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50" name="Google Shape;5750;p10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51" name="Google Shape;5751;p10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52" name="Google Shape;5752;p10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53" name="Google Shape;5753;p10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54" name="Google Shape;5754;p101"/>
          <p:cNvGrpSpPr/>
          <p:nvPr/>
        </p:nvGrpSpPr>
        <p:grpSpPr>
          <a:xfrm>
            <a:off x="1653142" y="2367273"/>
            <a:ext cx="340890" cy="178912"/>
            <a:chOff x="2084325" y="363300"/>
            <a:chExt cx="484150" cy="254100"/>
          </a:xfrm>
        </p:grpSpPr>
        <p:sp>
          <p:nvSpPr>
            <p:cNvPr id="5755" name="Google Shape;5755;p10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56" name="Google Shape;5756;p10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57" name="Google Shape;5757;p101"/>
          <p:cNvGrpSpPr/>
          <p:nvPr/>
        </p:nvGrpSpPr>
        <p:grpSpPr>
          <a:xfrm>
            <a:off x="2905137" y="2287349"/>
            <a:ext cx="352349" cy="338760"/>
            <a:chOff x="3854700" y="249750"/>
            <a:chExt cx="500425" cy="481125"/>
          </a:xfrm>
        </p:grpSpPr>
        <p:sp>
          <p:nvSpPr>
            <p:cNvPr id="5758" name="Google Shape;5758;p10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59" name="Google Shape;5759;p10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60" name="Google Shape;5760;p10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61" name="Google Shape;5761;p10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62" name="Google Shape;5762;p10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63" name="Google Shape;5763;p10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64" name="Google Shape;5764;p10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65" name="Google Shape;5765;p10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66" name="Google Shape;5766;p101"/>
          <p:cNvGrpSpPr/>
          <p:nvPr/>
        </p:nvGrpSpPr>
        <p:grpSpPr>
          <a:xfrm>
            <a:off x="3323126" y="2287349"/>
            <a:ext cx="352349" cy="338760"/>
            <a:chOff x="4447550" y="249750"/>
            <a:chExt cx="500425" cy="481125"/>
          </a:xfrm>
        </p:grpSpPr>
        <p:sp>
          <p:nvSpPr>
            <p:cNvPr id="5767" name="Google Shape;5767;p10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68" name="Google Shape;5768;p10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69" name="Google Shape;5769;p101"/>
          <p:cNvGrpSpPr/>
          <p:nvPr/>
        </p:nvGrpSpPr>
        <p:grpSpPr>
          <a:xfrm>
            <a:off x="3752328" y="2287102"/>
            <a:ext cx="339253" cy="339253"/>
            <a:chOff x="5049725" y="249400"/>
            <a:chExt cx="481825" cy="481825"/>
          </a:xfrm>
        </p:grpSpPr>
        <p:sp>
          <p:nvSpPr>
            <p:cNvPr id="5770" name="Google Shape;5770;p10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71" name="Google Shape;5771;p10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72" name="Google Shape;5772;p101"/>
          <p:cNvGrpSpPr/>
          <p:nvPr/>
        </p:nvGrpSpPr>
        <p:grpSpPr>
          <a:xfrm>
            <a:off x="4166269" y="2287102"/>
            <a:ext cx="339253" cy="339253"/>
            <a:chOff x="5660400" y="238125"/>
            <a:chExt cx="481825" cy="481825"/>
          </a:xfrm>
        </p:grpSpPr>
        <p:sp>
          <p:nvSpPr>
            <p:cNvPr id="5773" name="Google Shape;5773;p10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74" name="Google Shape;5774;p10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75" name="Google Shape;5775;p101"/>
          <p:cNvGrpSpPr/>
          <p:nvPr/>
        </p:nvGrpSpPr>
        <p:grpSpPr>
          <a:xfrm>
            <a:off x="4582955" y="2287102"/>
            <a:ext cx="339253" cy="339253"/>
            <a:chOff x="6235400" y="249400"/>
            <a:chExt cx="481825" cy="481825"/>
          </a:xfrm>
        </p:grpSpPr>
        <p:sp>
          <p:nvSpPr>
            <p:cNvPr id="5776" name="Google Shape;5776;p10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77" name="Google Shape;5777;p10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78" name="Google Shape;5778;p10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79" name="Google Shape;5779;p10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80" name="Google Shape;5780;p10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81" name="Google Shape;5781;p101"/>
          <p:cNvGrpSpPr/>
          <p:nvPr/>
        </p:nvGrpSpPr>
        <p:grpSpPr>
          <a:xfrm>
            <a:off x="821301" y="2731810"/>
            <a:ext cx="340204" cy="298116"/>
            <a:chOff x="899850" y="871450"/>
            <a:chExt cx="483175" cy="423400"/>
          </a:xfrm>
        </p:grpSpPr>
        <p:sp>
          <p:nvSpPr>
            <p:cNvPr id="5782" name="Google Shape;5782;p10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83" name="Google Shape;5783;p10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84" name="Google Shape;5784;p10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85" name="Google Shape;5785;p10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5786" name="Google Shape;5786;p101"/>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5787" name="Google Shape;5787;p101"/>
          <p:cNvGrpSpPr/>
          <p:nvPr/>
        </p:nvGrpSpPr>
        <p:grpSpPr>
          <a:xfrm>
            <a:off x="1653301" y="2711232"/>
            <a:ext cx="340573" cy="339271"/>
            <a:chOff x="2085450" y="842250"/>
            <a:chExt cx="483700" cy="481850"/>
          </a:xfrm>
        </p:grpSpPr>
        <p:sp>
          <p:nvSpPr>
            <p:cNvPr id="5788" name="Google Shape;5788;p10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89" name="Google Shape;5789;p10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90" name="Google Shape;5790;p10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91" name="Google Shape;5791;p101"/>
          <p:cNvGrpSpPr/>
          <p:nvPr/>
        </p:nvGrpSpPr>
        <p:grpSpPr>
          <a:xfrm>
            <a:off x="2081868" y="2711241"/>
            <a:ext cx="339306" cy="339253"/>
            <a:chOff x="2685825" y="840375"/>
            <a:chExt cx="481900" cy="481825"/>
          </a:xfrm>
        </p:grpSpPr>
        <p:sp>
          <p:nvSpPr>
            <p:cNvPr id="5792" name="Google Shape;5792;p10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93" name="Google Shape;5793;p10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794" name="Google Shape;5794;p101"/>
          <p:cNvGrpSpPr/>
          <p:nvPr/>
        </p:nvGrpSpPr>
        <p:grpSpPr>
          <a:xfrm>
            <a:off x="2493529" y="2710924"/>
            <a:ext cx="350431" cy="339887"/>
            <a:chOff x="3270675" y="841800"/>
            <a:chExt cx="497700" cy="482725"/>
          </a:xfrm>
        </p:grpSpPr>
        <p:sp>
          <p:nvSpPr>
            <p:cNvPr id="5795" name="Google Shape;5795;p10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96" name="Google Shape;5796;p10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797" name="Google Shape;5797;p10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5798" name="Google Shape;5798;p101"/>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5799" name="Google Shape;5799;p101"/>
          <p:cNvGrpSpPr/>
          <p:nvPr/>
        </p:nvGrpSpPr>
        <p:grpSpPr>
          <a:xfrm>
            <a:off x="3329675" y="2731783"/>
            <a:ext cx="339253" cy="298169"/>
            <a:chOff x="4467200" y="877100"/>
            <a:chExt cx="481825" cy="423475"/>
          </a:xfrm>
        </p:grpSpPr>
        <p:sp>
          <p:nvSpPr>
            <p:cNvPr id="5800" name="Google Shape;5800;p10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01" name="Google Shape;5801;p10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02" name="Google Shape;5802;p10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03" name="Google Shape;5803;p10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04" name="Google Shape;5804;p101"/>
          <p:cNvGrpSpPr/>
          <p:nvPr/>
        </p:nvGrpSpPr>
        <p:grpSpPr>
          <a:xfrm>
            <a:off x="3744565" y="2711232"/>
            <a:ext cx="354778" cy="339271"/>
            <a:chOff x="5045500" y="842250"/>
            <a:chExt cx="503875" cy="481850"/>
          </a:xfrm>
        </p:grpSpPr>
        <p:sp>
          <p:nvSpPr>
            <p:cNvPr id="5805" name="Google Shape;5805;p10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06" name="Google Shape;5806;p10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07" name="Google Shape;5807;p101"/>
          <p:cNvGrpSpPr/>
          <p:nvPr/>
        </p:nvGrpSpPr>
        <p:grpSpPr>
          <a:xfrm>
            <a:off x="4167413" y="2737451"/>
            <a:ext cx="336965" cy="286833"/>
            <a:chOff x="5645200" y="879425"/>
            <a:chExt cx="478575" cy="407375"/>
          </a:xfrm>
        </p:grpSpPr>
        <p:sp>
          <p:nvSpPr>
            <p:cNvPr id="5808" name="Google Shape;5808;p10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09" name="Google Shape;5809;p10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10" name="Google Shape;5810;p10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11" name="Google Shape;5811;p10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12" name="Google Shape;5812;p10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13" name="Google Shape;5813;p10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14" name="Google Shape;5814;p101"/>
          <p:cNvGrpSpPr/>
          <p:nvPr/>
        </p:nvGrpSpPr>
        <p:grpSpPr>
          <a:xfrm>
            <a:off x="4603488" y="2711241"/>
            <a:ext cx="298186" cy="339253"/>
            <a:chOff x="6264525" y="842250"/>
            <a:chExt cx="423500" cy="481825"/>
          </a:xfrm>
        </p:grpSpPr>
        <p:sp>
          <p:nvSpPr>
            <p:cNvPr id="5815" name="Google Shape;5815;p10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16" name="Google Shape;5816;p10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17" name="Google Shape;5817;p10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18" name="Google Shape;5818;p10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19" name="Google Shape;5819;p10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20" name="Google Shape;5820;p10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21" name="Google Shape;5821;p10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22" name="Google Shape;5822;p101"/>
          <p:cNvGrpSpPr/>
          <p:nvPr/>
        </p:nvGrpSpPr>
        <p:grpSpPr>
          <a:xfrm>
            <a:off x="821776" y="3125895"/>
            <a:ext cx="339253" cy="339253"/>
            <a:chOff x="900750" y="1436075"/>
            <a:chExt cx="481825" cy="481825"/>
          </a:xfrm>
        </p:grpSpPr>
        <p:sp>
          <p:nvSpPr>
            <p:cNvPr id="5823" name="Google Shape;5823;p10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24" name="Google Shape;5824;p10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25" name="Google Shape;5825;p10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26" name="Google Shape;5826;p10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27" name="Google Shape;5827;p101"/>
          <p:cNvGrpSpPr/>
          <p:nvPr/>
        </p:nvGrpSpPr>
        <p:grpSpPr>
          <a:xfrm>
            <a:off x="1239624" y="3186183"/>
            <a:ext cx="339253" cy="218676"/>
            <a:chOff x="1492675" y="1520750"/>
            <a:chExt cx="481825" cy="310575"/>
          </a:xfrm>
        </p:grpSpPr>
        <p:sp>
          <p:nvSpPr>
            <p:cNvPr id="5828" name="Google Shape;5828;p10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29" name="Google Shape;5829;p10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30" name="Google Shape;5830;p101"/>
          <p:cNvGrpSpPr/>
          <p:nvPr/>
        </p:nvGrpSpPr>
        <p:grpSpPr>
          <a:xfrm>
            <a:off x="1647421" y="3125877"/>
            <a:ext cx="352332" cy="339288"/>
            <a:chOff x="2071000" y="1435025"/>
            <a:chExt cx="500400" cy="481875"/>
          </a:xfrm>
        </p:grpSpPr>
        <p:sp>
          <p:nvSpPr>
            <p:cNvPr id="5831" name="Google Shape;5831;p10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32" name="Google Shape;5832;p10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33" name="Google Shape;5833;p10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34" name="Google Shape;5834;p101"/>
          <p:cNvGrpSpPr/>
          <p:nvPr/>
        </p:nvGrpSpPr>
        <p:grpSpPr>
          <a:xfrm>
            <a:off x="2075584" y="3146709"/>
            <a:ext cx="351874" cy="297623"/>
            <a:chOff x="2678350" y="1464650"/>
            <a:chExt cx="499750" cy="422700"/>
          </a:xfrm>
        </p:grpSpPr>
        <p:sp>
          <p:nvSpPr>
            <p:cNvPr id="5835" name="Google Shape;5835;p10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36" name="Google Shape;5836;p10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37" name="Google Shape;5837;p10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38" name="Google Shape;5838;p101"/>
          <p:cNvGrpSpPr/>
          <p:nvPr/>
        </p:nvGrpSpPr>
        <p:grpSpPr>
          <a:xfrm>
            <a:off x="2499118" y="3125895"/>
            <a:ext cx="339253" cy="339253"/>
            <a:chOff x="3271200" y="1435075"/>
            <a:chExt cx="481825" cy="481825"/>
          </a:xfrm>
        </p:grpSpPr>
        <p:sp>
          <p:nvSpPr>
            <p:cNvPr id="5839" name="Google Shape;5839;p10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40" name="Google Shape;5840;p10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41" name="Google Shape;5841;p101"/>
          <p:cNvGrpSpPr/>
          <p:nvPr/>
        </p:nvGrpSpPr>
        <p:grpSpPr>
          <a:xfrm>
            <a:off x="2909591" y="3125877"/>
            <a:ext cx="343442" cy="339288"/>
            <a:chOff x="3858100" y="1435075"/>
            <a:chExt cx="487775" cy="481875"/>
          </a:xfrm>
        </p:grpSpPr>
        <p:sp>
          <p:nvSpPr>
            <p:cNvPr id="5842" name="Google Shape;5842;p10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43" name="Google Shape;5843;p10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44" name="Google Shape;5844;p10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45" name="Google Shape;5845;p10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46" name="Google Shape;5846;p10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47" name="Google Shape;5847;p101"/>
          <p:cNvGrpSpPr/>
          <p:nvPr/>
        </p:nvGrpSpPr>
        <p:grpSpPr>
          <a:xfrm>
            <a:off x="3329674" y="3125895"/>
            <a:ext cx="339253" cy="339253"/>
            <a:chOff x="4456875" y="1435075"/>
            <a:chExt cx="481825" cy="481825"/>
          </a:xfrm>
        </p:grpSpPr>
        <p:sp>
          <p:nvSpPr>
            <p:cNvPr id="5848" name="Google Shape;5848;p10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49" name="Google Shape;5849;p10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50" name="Google Shape;5850;p10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51" name="Google Shape;5851;p10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52" name="Google Shape;5852;p10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53" name="Google Shape;5853;p10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54" name="Google Shape;5854;p10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55" name="Google Shape;5855;p10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56" name="Google Shape;5856;p10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57" name="Google Shape;5857;p10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58" name="Google Shape;5858;p10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59" name="Google Shape;5859;p10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60" name="Google Shape;5860;p10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61" name="Google Shape;5861;p10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62" name="Google Shape;5862;p10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63" name="Google Shape;5863;p10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64" name="Google Shape;5864;p10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65" name="Google Shape;5865;p10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66" name="Google Shape;5866;p10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67" name="Google Shape;5867;p101"/>
          <p:cNvGrpSpPr/>
          <p:nvPr/>
        </p:nvGrpSpPr>
        <p:grpSpPr>
          <a:xfrm>
            <a:off x="3750665" y="3125886"/>
            <a:ext cx="342580" cy="339271"/>
            <a:chOff x="5049725" y="1435050"/>
            <a:chExt cx="486550" cy="481850"/>
          </a:xfrm>
        </p:grpSpPr>
        <p:sp>
          <p:nvSpPr>
            <p:cNvPr id="5868" name="Google Shape;5868;p10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69" name="Google Shape;5869;p10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70" name="Google Shape;5870;p10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71" name="Google Shape;5871;p10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72" name="Google Shape;5872;p101"/>
          <p:cNvGrpSpPr/>
          <p:nvPr/>
        </p:nvGrpSpPr>
        <p:grpSpPr>
          <a:xfrm>
            <a:off x="4166216" y="3125895"/>
            <a:ext cx="339359" cy="339253"/>
            <a:chOff x="5642475" y="1435075"/>
            <a:chExt cx="481975" cy="481825"/>
          </a:xfrm>
        </p:grpSpPr>
        <p:sp>
          <p:nvSpPr>
            <p:cNvPr id="5873" name="Google Shape;5873;p10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74" name="Google Shape;5874;p10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75" name="Google Shape;5875;p10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76" name="Google Shape;5876;p101"/>
          <p:cNvGrpSpPr/>
          <p:nvPr/>
        </p:nvGrpSpPr>
        <p:grpSpPr>
          <a:xfrm>
            <a:off x="4580702" y="3125886"/>
            <a:ext cx="343759" cy="339271"/>
            <a:chOff x="6232000" y="1435050"/>
            <a:chExt cx="488225" cy="481850"/>
          </a:xfrm>
        </p:grpSpPr>
        <p:sp>
          <p:nvSpPr>
            <p:cNvPr id="5877" name="Google Shape;5877;p10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78" name="Google Shape;5878;p10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79" name="Google Shape;5879;p10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80" name="Google Shape;5880;p10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81" name="Google Shape;5881;p10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82" name="Google Shape;5882;p101"/>
          <p:cNvGrpSpPr/>
          <p:nvPr/>
        </p:nvGrpSpPr>
        <p:grpSpPr>
          <a:xfrm>
            <a:off x="841438" y="3539545"/>
            <a:ext cx="299929" cy="337792"/>
            <a:chOff x="924450" y="2028975"/>
            <a:chExt cx="425975" cy="479750"/>
          </a:xfrm>
        </p:grpSpPr>
        <p:sp>
          <p:nvSpPr>
            <p:cNvPr id="5883" name="Google Shape;5883;p10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84" name="Google Shape;5884;p10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85" name="Google Shape;5885;p10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86" name="Google Shape;5886;p101"/>
          <p:cNvGrpSpPr/>
          <p:nvPr/>
        </p:nvGrpSpPr>
        <p:grpSpPr>
          <a:xfrm>
            <a:off x="1653934" y="3559347"/>
            <a:ext cx="339306" cy="298186"/>
            <a:chOff x="2085450" y="2057100"/>
            <a:chExt cx="481900" cy="423500"/>
          </a:xfrm>
        </p:grpSpPr>
        <p:sp>
          <p:nvSpPr>
            <p:cNvPr id="5887" name="Google Shape;5887;p10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88" name="Google Shape;5888;p10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89" name="Google Shape;5889;p10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90" name="Google Shape;5890;p101"/>
          <p:cNvGrpSpPr/>
          <p:nvPr/>
        </p:nvGrpSpPr>
        <p:grpSpPr>
          <a:xfrm>
            <a:off x="2081868" y="3582592"/>
            <a:ext cx="339306" cy="251698"/>
            <a:chOff x="2678275" y="2090100"/>
            <a:chExt cx="481900" cy="357475"/>
          </a:xfrm>
        </p:grpSpPr>
        <p:sp>
          <p:nvSpPr>
            <p:cNvPr id="5891" name="Google Shape;5891;p10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92" name="Google Shape;5892;p10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93" name="Google Shape;5893;p10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94" name="Google Shape;5894;p10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95" name="Google Shape;5895;p10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896" name="Google Shape;5896;p101"/>
          <p:cNvGrpSpPr/>
          <p:nvPr/>
        </p:nvGrpSpPr>
        <p:grpSpPr>
          <a:xfrm>
            <a:off x="2559072" y="3594790"/>
            <a:ext cx="219345" cy="227301"/>
            <a:chOff x="3357325" y="2093500"/>
            <a:chExt cx="311525" cy="322825"/>
          </a:xfrm>
        </p:grpSpPr>
        <p:sp>
          <p:nvSpPr>
            <p:cNvPr id="5897" name="Google Shape;5897;p10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98" name="Google Shape;5898;p10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899" name="Google Shape;5899;p10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5900" name="Google Shape;5900;p101"/>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5901" name="Google Shape;5901;p101"/>
          <p:cNvGrpSpPr/>
          <p:nvPr/>
        </p:nvGrpSpPr>
        <p:grpSpPr>
          <a:xfrm>
            <a:off x="3353262" y="3538814"/>
            <a:ext cx="292078" cy="339253"/>
            <a:chOff x="4492800" y="2027925"/>
            <a:chExt cx="414825" cy="481825"/>
          </a:xfrm>
        </p:grpSpPr>
        <p:sp>
          <p:nvSpPr>
            <p:cNvPr id="5902" name="Google Shape;5902;p10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03" name="Google Shape;5903;p10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04" name="Google Shape;5904;p101"/>
          <p:cNvGrpSpPr/>
          <p:nvPr/>
        </p:nvGrpSpPr>
        <p:grpSpPr>
          <a:xfrm>
            <a:off x="3752354" y="3538805"/>
            <a:ext cx="339200" cy="339271"/>
            <a:chOff x="5049725" y="2027900"/>
            <a:chExt cx="481750" cy="481850"/>
          </a:xfrm>
        </p:grpSpPr>
        <p:sp>
          <p:nvSpPr>
            <p:cNvPr id="5905" name="Google Shape;5905;p10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06" name="Google Shape;5906;p10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07" name="Google Shape;5907;p10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08" name="Google Shape;5908;p10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09" name="Google Shape;5909;p10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10" name="Google Shape;5910;p10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11" name="Google Shape;5911;p10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12" name="Google Shape;5912;p10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13" name="Google Shape;5913;p101"/>
          <p:cNvGrpSpPr/>
          <p:nvPr/>
        </p:nvGrpSpPr>
        <p:grpSpPr>
          <a:xfrm>
            <a:off x="4225950" y="3538893"/>
            <a:ext cx="219890" cy="339095"/>
            <a:chOff x="5726350" y="2028150"/>
            <a:chExt cx="312300" cy="481600"/>
          </a:xfrm>
        </p:grpSpPr>
        <p:sp>
          <p:nvSpPr>
            <p:cNvPr id="5914" name="Google Shape;5914;p10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15" name="Google Shape;5915;p10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16" name="Google Shape;5916;p10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17" name="Google Shape;5917;p101"/>
          <p:cNvGrpSpPr/>
          <p:nvPr/>
        </p:nvGrpSpPr>
        <p:grpSpPr>
          <a:xfrm>
            <a:off x="4586141" y="3542000"/>
            <a:ext cx="332881" cy="332881"/>
            <a:chOff x="6239925" y="2032450"/>
            <a:chExt cx="472775" cy="472775"/>
          </a:xfrm>
        </p:grpSpPr>
        <p:sp>
          <p:nvSpPr>
            <p:cNvPr id="5918" name="Google Shape;5918;p10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19" name="Google Shape;5919;p10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20" name="Google Shape;5920;p101"/>
          <p:cNvGrpSpPr/>
          <p:nvPr/>
        </p:nvGrpSpPr>
        <p:grpSpPr>
          <a:xfrm>
            <a:off x="5035233" y="2364092"/>
            <a:ext cx="334641" cy="185425"/>
            <a:chOff x="903075" y="2730000"/>
            <a:chExt cx="475275" cy="263350"/>
          </a:xfrm>
        </p:grpSpPr>
        <p:sp>
          <p:nvSpPr>
            <p:cNvPr id="5921" name="Google Shape;5921;p10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22" name="Google Shape;5922;p10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23" name="Google Shape;5923;p10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24" name="Google Shape;5924;p101"/>
          <p:cNvGrpSpPr/>
          <p:nvPr/>
        </p:nvGrpSpPr>
        <p:grpSpPr>
          <a:xfrm>
            <a:off x="1239624" y="3538814"/>
            <a:ext cx="339253" cy="339253"/>
            <a:chOff x="1492675" y="2027925"/>
            <a:chExt cx="481825" cy="481825"/>
          </a:xfrm>
        </p:grpSpPr>
        <p:sp>
          <p:nvSpPr>
            <p:cNvPr id="5925" name="Google Shape;5925;p10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26" name="Google Shape;5926;p10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27" name="Google Shape;5927;p10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28" name="Google Shape;5928;p10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29" name="Google Shape;5929;p10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30" name="Google Shape;5930;p101"/>
          <p:cNvGrpSpPr/>
          <p:nvPr/>
        </p:nvGrpSpPr>
        <p:grpSpPr>
          <a:xfrm>
            <a:off x="5466000" y="2287178"/>
            <a:ext cx="339253" cy="339253"/>
            <a:chOff x="1492675" y="2620775"/>
            <a:chExt cx="481825" cy="481825"/>
          </a:xfrm>
        </p:grpSpPr>
        <p:sp>
          <p:nvSpPr>
            <p:cNvPr id="5931" name="Google Shape;5931;p10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32" name="Google Shape;5932;p10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5933" name="Google Shape;5933;p101"/>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5934" name="Google Shape;5934;p101"/>
          <p:cNvGrpSpPr/>
          <p:nvPr/>
        </p:nvGrpSpPr>
        <p:grpSpPr>
          <a:xfrm>
            <a:off x="6289754" y="2303161"/>
            <a:ext cx="333585" cy="307287"/>
            <a:chOff x="2682350" y="2643425"/>
            <a:chExt cx="473775" cy="436425"/>
          </a:xfrm>
        </p:grpSpPr>
        <p:sp>
          <p:nvSpPr>
            <p:cNvPr id="5935" name="Google Shape;5935;p10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36" name="Google Shape;5936;p10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37" name="Google Shape;5937;p10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38" name="Google Shape;5938;p10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39" name="Google Shape;5939;p10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40" name="Google Shape;5940;p10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41" name="Google Shape;5941;p10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42" name="Google Shape;5942;p101"/>
          <p:cNvGrpSpPr/>
          <p:nvPr/>
        </p:nvGrpSpPr>
        <p:grpSpPr>
          <a:xfrm>
            <a:off x="6755243" y="2287178"/>
            <a:ext cx="238531" cy="339253"/>
            <a:chOff x="3342725" y="2620775"/>
            <a:chExt cx="338775" cy="481825"/>
          </a:xfrm>
        </p:grpSpPr>
        <p:sp>
          <p:nvSpPr>
            <p:cNvPr id="5943" name="Google Shape;5943;p10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44" name="Google Shape;5944;p10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45" name="Google Shape;5945;p10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46" name="Google Shape;5946;p101"/>
          <p:cNvGrpSpPr/>
          <p:nvPr/>
        </p:nvGrpSpPr>
        <p:grpSpPr>
          <a:xfrm>
            <a:off x="7148994" y="2287178"/>
            <a:ext cx="278296" cy="339253"/>
            <a:chOff x="3907325" y="2620775"/>
            <a:chExt cx="395250" cy="481825"/>
          </a:xfrm>
        </p:grpSpPr>
        <p:sp>
          <p:nvSpPr>
            <p:cNvPr id="5947" name="Google Shape;5947;p10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48" name="Google Shape;5948;p10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49" name="Google Shape;5949;p10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50" name="Google Shape;5950;p10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51" name="Google Shape;5951;p101"/>
          <p:cNvGrpSpPr/>
          <p:nvPr/>
        </p:nvGrpSpPr>
        <p:grpSpPr>
          <a:xfrm>
            <a:off x="7542181" y="2297783"/>
            <a:ext cx="339253" cy="318042"/>
            <a:chOff x="4456875" y="2635825"/>
            <a:chExt cx="481825" cy="451700"/>
          </a:xfrm>
        </p:grpSpPr>
        <p:sp>
          <p:nvSpPr>
            <p:cNvPr id="5952" name="Google Shape;5952;p10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53" name="Google Shape;5953;p10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54" name="Google Shape;5954;p10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55" name="Google Shape;5955;p10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56" name="Google Shape;5956;p10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57" name="Google Shape;5957;p10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58" name="Google Shape;5958;p101"/>
          <p:cNvGrpSpPr/>
          <p:nvPr/>
        </p:nvGrpSpPr>
        <p:grpSpPr>
          <a:xfrm>
            <a:off x="7967105" y="2297783"/>
            <a:ext cx="339253" cy="318042"/>
            <a:chOff x="5049725" y="2635825"/>
            <a:chExt cx="481825" cy="451700"/>
          </a:xfrm>
        </p:grpSpPr>
        <p:sp>
          <p:nvSpPr>
            <p:cNvPr id="5959" name="Google Shape;5959;p10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60" name="Google Shape;5960;p10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61" name="Google Shape;5961;p10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62" name="Google Shape;5962;p101"/>
          <p:cNvGrpSpPr/>
          <p:nvPr/>
        </p:nvGrpSpPr>
        <p:grpSpPr>
          <a:xfrm>
            <a:off x="2211475" y="3952243"/>
            <a:ext cx="338566" cy="338373"/>
            <a:chOff x="5643000" y="2621375"/>
            <a:chExt cx="480850" cy="480575"/>
          </a:xfrm>
        </p:grpSpPr>
        <p:sp>
          <p:nvSpPr>
            <p:cNvPr id="5963" name="Google Shape;5963;p10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64" name="Google Shape;5964;p10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65" name="Google Shape;5965;p10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66" name="Google Shape;5966;p10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67" name="Google Shape;5967;p10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68" name="Google Shape;5968;p10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69" name="Google Shape;5969;p10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70" name="Google Shape;5970;p101"/>
          <p:cNvGrpSpPr/>
          <p:nvPr/>
        </p:nvGrpSpPr>
        <p:grpSpPr>
          <a:xfrm>
            <a:off x="4032695" y="3951803"/>
            <a:ext cx="339359" cy="339253"/>
            <a:chOff x="6235250" y="2620775"/>
            <a:chExt cx="481975" cy="481825"/>
          </a:xfrm>
        </p:grpSpPr>
        <p:sp>
          <p:nvSpPr>
            <p:cNvPr id="5971" name="Google Shape;5971;p10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72" name="Google Shape;5972;p10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73" name="Google Shape;5973;p10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74" name="Google Shape;5974;p10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75" name="Google Shape;5975;p10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5976" name="Google Shape;5976;p101"/>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5977" name="Google Shape;5977;p101"/>
          <p:cNvGrpSpPr/>
          <p:nvPr/>
        </p:nvGrpSpPr>
        <p:grpSpPr>
          <a:xfrm>
            <a:off x="5465078" y="2711317"/>
            <a:ext cx="341101" cy="339253"/>
            <a:chOff x="1535000" y="3223325"/>
            <a:chExt cx="484450" cy="481825"/>
          </a:xfrm>
        </p:grpSpPr>
        <p:sp>
          <p:nvSpPr>
            <p:cNvPr id="5978" name="Google Shape;5978;p10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79" name="Google Shape;5979;p10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80" name="Google Shape;5980;p10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81" name="Google Shape;5981;p101"/>
          <p:cNvGrpSpPr/>
          <p:nvPr/>
        </p:nvGrpSpPr>
        <p:grpSpPr>
          <a:xfrm>
            <a:off x="5872645" y="2746618"/>
            <a:ext cx="339253" cy="268649"/>
            <a:chOff x="2085525" y="3263750"/>
            <a:chExt cx="481825" cy="381550"/>
          </a:xfrm>
        </p:grpSpPr>
        <p:sp>
          <p:nvSpPr>
            <p:cNvPr id="5982" name="Google Shape;5982;p10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83" name="Google Shape;5983;p10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5984" name="Google Shape;5984;p101"/>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5985" name="Google Shape;5985;p101"/>
          <p:cNvGrpSpPr/>
          <p:nvPr/>
        </p:nvGrpSpPr>
        <p:grpSpPr>
          <a:xfrm>
            <a:off x="6704407" y="2711308"/>
            <a:ext cx="340204" cy="339271"/>
            <a:chOff x="3270450" y="3213625"/>
            <a:chExt cx="483175" cy="481850"/>
          </a:xfrm>
        </p:grpSpPr>
        <p:sp>
          <p:nvSpPr>
            <p:cNvPr id="5986" name="Google Shape;5986;p10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87" name="Google Shape;5987;p10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88" name="Google Shape;5988;p101"/>
          <p:cNvGrpSpPr/>
          <p:nvPr/>
        </p:nvGrpSpPr>
        <p:grpSpPr>
          <a:xfrm>
            <a:off x="7203676" y="2711317"/>
            <a:ext cx="168931" cy="339253"/>
            <a:chOff x="3984950" y="3213600"/>
            <a:chExt cx="239925" cy="481825"/>
          </a:xfrm>
        </p:grpSpPr>
        <p:sp>
          <p:nvSpPr>
            <p:cNvPr id="5989" name="Google Shape;5989;p10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90" name="Google Shape;5990;p10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5991" name="Google Shape;5991;p101"/>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92" name="Google Shape;5992;p101"/>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5993" name="Google Shape;5993;p101"/>
          <p:cNvGrpSpPr/>
          <p:nvPr/>
        </p:nvGrpSpPr>
        <p:grpSpPr>
          <a:xfrm>
            <a:off x="1736111" y="3981487"/>
            <a:ext cx="355218" cy="279880"/>
            <a:chOff x="5629975" y="3255775"/>
            <a:chExt cx="504500" cy="397500"/>
          </a:xfrm>
        </p:grpSpPr>
        <p:sp>
          <p:nvSpPr>
            <p:cNvPr id="5994" name="Google Shape;5994;p10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95" name="Google Shape;5995;p10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96" name="Google Shape;5996;p10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97" name="Google Shape;5997;p10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5998" name="Google Shape;5998;p10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5999" name="Google Shape;5999;p101"/>
          <p:cNvGrpSpPr/>
          <p:nvPr/>
        </p:nvGrpSpPr>
        <p:grpSpPr>
          <a:xfrm>
            <a:off x="3572294" y="3981593"/>
            <a:ext cx="340256" cy="279669"/>
            <a:chOff x="6234950" y="3255925"/>
            <a:chExt cx="483250" cy="397200"/>
          </a:xfrm>
        </p:grpSpPr>
        <p:sp>
          <p:nvSpPr>
            <p:cNvPr id="6000" name="Google Shape;6000;p10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01" name="Google Shape;6001;p10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02" name="Google Shape;6002;p10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03" name="Google Shape;6003;p10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04" name="Google Shape;6004;p10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05" name="Google Shape;6005;p10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06" name="Google Shape;6006;p101"/>
          <p:cNvGrpSpPr/>
          <p:nvPr/>
        </p:nvGrpSpPr>
        <p:grpSpPr>
          <a:xfrm>
            <a:off x="5043532" y="3125970"/>
            <a:ext cx="318042" cy="339253"/>
            <a:chOff x="914900" y="3806450"/>
            <a:chExt cx="451700" cy="481825"/>
          </a:xfrm>
        </p:grpSpPr>
        <p:sp>
          <p:nvSpPr>
            <p:cNvPr id="6007" name="Google Shape;6007;p10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08" name="Google Shape;6008;p10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09" name="Google Shape;6009;p10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10" name="Google Shape;6010;p10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11" name="Google Shape;6011;p10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12" name="Google Shape;6012;p101"/>
          <p:cNvGrpSpPr/>
          <p:nvPr/>
        </p:nvGrpSpPr>
        <p:grpSpPr>
          <a:xfrm>
            <a:off x="5462454" y="3125785"/>
            <a:ext cx="346347" cy="339623"/>
            <a:chOff x="1490050" y="3805975"/>
            <a:chExt cx="491900" cy="482350"/>
          </a:xfrm>
        </p:grpSpPr>
        <p:sp>
          <p:nvSpPr>
            <p:cNvPr id="6013" name="Google Shape;6013;p10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14" name="Google Shape;6014;p10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15" name="Google Shape;6015;p10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16" name="Google Shape;6016;p10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17" name="Google Shape;6017;p101"/>
          <p:cNvGrpSpPr/>
          <p:nvPr/>
        </p:nvGrpSpPr>
        <p:grpSpPr>
          <a:xfrm>
            <a:off x="5886322" y="3125970"/>
            <a:ext cx="311899" cy="339253"/>
            <a:chOff x="2104275" y="3806450"/>
            <a:chExt cx="442975" cy="481825"/>
          </a:xfrm>
        </p:grpSpPr>
        <p:sp>
          <p:nvSpPr>
            <p:cNvPr id="6018" name="Google Shape;6018;p10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19" name="Google Shape;6019;p10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20" name="Google Shape;6020;p101"/>
          <p:cNvGrpSpPr/>
          <p:nvPr/>
        </p:nvGrpSpPr>
        <p:grpSpPr>
          <a:xfrm>
            <a:off x="6309839" y="3125970"/>
            <a:ext cx="293416" cy="339253"/>
            <a:chOff x="2710875" y="3806450"/>
            <a:chExt cx="416725" cy="481825"/>
          </a:xfrm>
        </p:grpSpPr>
        <p:sp>
          <p:nvSpPr>
            <p:cNvPr id="6021" name="Google Shape;6021;p10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22" name="Google Shape;6022;p10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23" name="Google Shape;6023;p101"/>
          <p:cNvGrpSpPr/>
          <p:nvPr/>
        </p:nvGrpSpPr>
        <p:grpSpPr>
          <a:xfrm>
            <a:off x="6704883" y="3166412"/>
            <a:ext cx="339253" cy="258369"/>
            <a:chOff x="3271200" y="3863875"/>
            <a:chExt cx="481825" cy="366950"/>
          </a:xfrm>
        </p:grpSpPr>
        <p:sp>
          <p:nvSpPr>
            <p:cNvPr id="6024" name="Google Shape;6024;p10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25" name="Google Shape;6025;p10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26" name="Google Shape;6026;p101"/>
          <p:cNvGrpSpPr/>
          <p:nvPr/>
        </p:nvGrpSpPr>
        <p:grpSpPr>
          <a:xfrm>
            <a:off x="7140377" y="3126199"/>
            <a:ext cx="295528" cy="338795"/>
            <a:chOff x="3895050" y="3806775"/>
            <a:chExt cx="419725" cy="481175"/>
          </a:xfrm>
        </p:grpSpPr>
        <p:sp>
          <p:nvSpPr>
            <p:cNvPr id="6027" name="Google Shape;6027;p10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28" name="Google Shape;6028;p10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29" name="Google Shape;6029;p101"/>
          <p:cNvGrpSpPr/>
          <p:nvPr/>
        </p:nvGrpSpPr>
        <p:grpSpPr>
          <a:xfrm>
            <a:off x="7543659" y="3125979"/>
            <a:ext cx="336296" cy="339235"/>
            <a:chOff x="4464775" y="3806475"/>
            <a:chExt cx="477625" cy="481800"/>
          </a:xfrm>
        </p:grpSpPr>
        <p:sp>
          <p:nvSpPr>
            <p:cNvPr id="6030" name="Google Shape;6030;p10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31" name="Google Shape;6031;p10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32" name="Google Shape;6032;p10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33" name="Google Shape;6033;p10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34" name="Google Shape;6034;p10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35" name="Google Shape;6035;p10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36" name="Google Shape;6036;p101"/>
          <p:cNvGrpSpPr/>
          <p:nvPr/>
        </p:nvGrpSpPr>
        <p:grpSpPr>
          <a:xfrm>
            <a:off x="7967105" y="3125970"/>
            <a:ext cx="339253" cy="339253"/>
            <a:chOff x="5049725" y="3806450"/>
            <a:chExt cx="481825" cy="481825"/>
          </a:xfrm>
        </p:grpSpPr>
        <p:sp>
          <p:nvSpPr>
            <p:cNvPr id="6037" name="Google Shape;6037;p10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38" name="Google Shape;6038;p10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39" name="Google Shape;6039;p10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40" name="Google Shape;6040;p101"/>
          <p:cNvGrpSpPr/>
          <p:nvPr/>
        </p:nvGrpSpPr>
        <p:grpSpPr>
          <a:xfrm>
            <a:off x="1276714" y="3951798"/>
            <a:ext cx="339253" cy="339253"/>
            <a:chOff x="5651375" y="3806450"/>
            <a:chExt cx="481825" cy="481825"/>
          </a:xfrm>
        </p:grpSpPr>
        <p:sp>
          <p:nvSpPr>
            <p:cNvPr id="6041" name="Google Shape;6041;p10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42" name="Google Shape;6042;p10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43" name="Google Shape;6043;p10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44" name="Google Shape;6044;p10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45" name="Google Shape;6045;p101"/>
          <p:cNvGrpSpPr/>
          <p:nvPr/>
        </p:nvGrpSpPr>
        <p:grpSpPr>
          <a:xfrm>
            <a:off x="3153646" y="3953787"/>
            <a:ext cx="298503" cy="335275"/>
            <a:chOff x="6264300" y="3809300"/>
            <a:chExt cx="423950" cy="476175"/>
          </a:xfrm>
        </p:grpSpPr>
        <p:sp>
          <p:nvSpPr>
            <p:cNvPr id="6046" name="Google Shape;6046;p10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47" name="Google Shape;6047;p10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48" name="Google Shape;6048;p10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49" name="Google Shape;6049;p101"/>
          <p:cNvGrpSpPr/>
          <p:nvPr/>
        </p:nvGrpSpPr>
        <p:grpSpPr>
          <a:xfrm>
            <a:off x="5032267" y="3538881"/>
            <a:ext cx="340573" cy="339271"/>
            <a:chOff x="898875" y="4399275"/>
            <a:chExt cx="483700" cy="481850"/>
          </a:xfrm>
        </p:grpSpPr>
        <p:sp>
          <p:nvSpPr>
            <p:cNvPr id="6050" name="Google Shape;6050;p10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51" name="Google Shape;6051;p101"/>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52" name="Google Shape;6052;p10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53" name="Google Shape;6053;p10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54" name="Google Shape;6054;p10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55" name="Google Shape;6055;p10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56" name="Google Shape;6056;p10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57" name="Google Shape;6057;p10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58" name="Google Shape;6058;p101"/>
          <p:cNvGrpSpPr/>
          <p:nvPr/>
        </p:nvGrpSpPr>
        <p:grpSpPr>
          <a:xfrm>
            <a:off x="5466000" y="3554133"/>
            <a:ext cx="339253" cy="308765"/>
            <a:chOff x="1492675" y="4420975"/>
            <a:chExt cx="481825" cy="438525"/>
          </a:xfrm>
        </p:grpSpPr>
        <p:sp>
          <p:nvSpPr>
            <p:cNvPr id="6059" name="Google Shape;6059;p10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60" name="Google Shape;6060;p10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61" name="Google Shape;6061;p10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62" name="Google Shape;6062;p10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63" name="Google Shape;6063;p10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64" name="Google Shape;6064;p101"/>
          <p:cNvGrpSpPr/>
          <p:nvPr/>
        </p:nvGrpSpPr>
        <p:grpSpPr>
          <a:xfrm>
            <a:off x="5870982" y="3539558"/>
            <a:ext cx="342580" cy="337915"/>
            <a:chOff x="2084100" y="4400250"/>
            <a:chExt cx="486550" cy="479925"/>
          </a:xfrm>
        </p:grpSpPr>
        <p:sp>
          <p:nvSpPr>
            <p:cNvPr id="6065" name="Google Shape;6065;p10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66" name="Google Shape;6066;p10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67" name="Google Shape;6067;p10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68" name="Google Shape;6068;p10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69" name="Google Shape;6069;p10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70" name="Google Shape;6070;p10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71" name="Google Shape;6071;p101"/>
          <p:cNvGrpSpPr/>
          <p:nvPr/>
        </p:nvGrpSpPr>
        <p:grpSpPr>
          <a:xfrm>
            <a:off x="6307462" y="3538907"/>
            <a:ext cx="298169" cy="339218"/>
            <a:chOff x="2707950" y="4399325"/>
            <a:chExt cx="423475" cy="481775"/>
          </a:xfrm>
        </p:grpSpPr>
        <p:sp>
          <p:nvSpPr>
            <p:cNvPr id="6072" name="Google Shape;6072;p10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73" name="Google Shape;6073;p10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74" name="Google Shape;6074;p10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75" name="Google Shape;6075;p10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76" name="Google Shape;6076;p10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77" name="Google Shape;6077;p10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78" name="Google Shape;6078;p10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79" name="Google Shape;6079;p10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0" name="Google Shape;6080;p10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1" name="Google Shape;6081;p10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2" name="Google Shape;6082;p10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3" name="Google Shape;6083;p10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84" name="Google Shape;6084;p101"/>
          <p:cNvGrpSpPr/>
          <p:nvPr/>
        </p:nvGrpSpPr>
        <p:grpSpPr>
          <a:xfrm>
            <a:off x="6736981" y="3538881"/>
            <a:ext cx="275057" cy="339271"/>
            <a:chOff x="3330525" y="4399275"/>
            <a:chExt cx="390650" cy="481850"/>
          </a:xfrm>
        </p:grpSpPr>
        <p:sp>
          <p:nvSpPr>
            <p:cNvPr id="6085" name="Google Shape;6085;p10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6" name="Google Shape;6086;p10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7" name="Google Shape;6087;p10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8" name="Google Shape;6088;p10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89" name="Google Shape;6089;p10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0" name="Google Shape;6090;p10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1" name="Google Shape;6091;p10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92" name="Google Shape;6092;p101"/>
          <p:cNvGrpSpPr/>
          <p:nvPr/>
        </p:nvGrpSpPr>
        <p:grpSpPr>
          <a:xfrm>
            <a:off x="7161510" y="3538890"/>
            <a:ext cx="253265" cy="339253"/>
            <a:chOff x="3938800" y="4399275"/>
            <a:chExt cx="359700" cy="481825"/>
          </a:xfrm>
        </p:grpSpPr>
        <p:sp>
          <p:nvSpPr>
            <p:cNvPr id="6093" name="Google Shape;6093;p10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4" name="Google Shape;6094;p10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5" name="Google Shape;6095;p10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6" name="Google Shape;6096;p10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097" name="Google Shape;6097;p10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098" name="Google Shape;6098;p101"/>
          <p:cNvGrpSpPr/>
          <p:nvPr/>
        </p:nvGrpSpPr>
        <p:grpSpPr>
          <a:xfrm>
            <a:off x="7632288" y="3538890"/>
            <a:ext cx="159039" cy="339253"/>
            <a:chOff x="4584850" y="4399275"/>
            <a:chExt cx="225875" cy="481825"/>
          </a:xfrm>
        </p:grpSpPr>
        <p:sp>
          <p:nvSpPr>
            <p:cNvPr id="6099" name="Google Shape;6099;p10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0" name="Google Shape;6100;p10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101" name="Google Shape;6101;p101"/>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nvGrpSpPr>
          <p:cNvPr id="6102" name="Google Shape;6102;p101"/>
          <p:cNvGrpSpPr/>
          <p:nvPr/>
        </p:nvGrpSpPr>
        <p:grpSpPr>
          <a:xfrm>
            <a:off x="817316" y="3951795"/>
            <a:ext cx="339253" cy="339253"/>
            <a:chOff x="5642550" y="4399275"/>
            <a:chExt cx="481825" cy="481825"/>
          </a:xfrm>
        </p:grpSpPr>
        <p:sp>
          <p:nvSpPr>
            <p:cNvPr id="6103" name="Google Shape;6103;p10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4" name="Google Shape;6104;p10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05" name="Google Shape;6105;p101"/>
          <p:cNvGrpSpPr/>
          <p:nvPr/>
        </p:nvGrpSpPr>
        <p:grpSpPr>
          <a:xfrm>
            <a:off x="2670186" y="3963703"/>
            <a:ext cx="363316" cy="315437"/>
            <a:chOff x="6218300" y="4416175"/>
            <a:chExt cx="516000" cy="448000"/>
          </a:xfrm>
        </p:grpSpPr>
        <p:sp>
          <p:nvSpPr>
            <p:cNvPr id="6106" name="Google Shape;6106;p10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7" name="Google Shape;6107;p10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08" name="Google Shape;6108;p10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09" name="Google Shape;6109;p101"/>
          <p:cNvGrpSpPr/>
          <p:nvPr/>
        </p:nvGrpSpPr>
        <p:grpSpPr>
          <a:xfrm>
            <a:off x="5870391" y="3951792"/>
            <a:ext cx="339253" cy="339253"/>
            <a:chOff x="899850" y="4992125"/>
            <a:chExt cx="481825" cy="481825"/>
          </a:xfrm>
        </p:grpSpPr>
        <p:sp>
          <p:nvSpPr>
            <p:cNvPr id="6110" name="Google Shape;6110;p10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11" name="Google Shape;6111;p10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12" name="Google Shape;6112;p10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13" name="Google Shape;6113;p101"/>
          <p:cNvGrpSpPr/>
          <p:nvPr/>
        </p:nvGrpSpPr>
        <p:grpSpPr>
          <a:xfrm>
            <a:off x="5410993" y="3951792"/>
            <a:ext cx="339253" cy="339253"/>
            <a:chOff x="1492675" y="4992125"/>
            <a:chExt cx="481825" cy="481825"/>
          </a:xfrm>
        </p:grpSpPr>
        <p:sp>
          <p:nvSpPr>
            <p:cNvPr id="6114" name="Google Shape;6114;p10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15" name="Google Shape;6115;p10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16" name="Google Shape;6116;p101"/>
          <p:cNvGrpSpPr/>
          <p:nvPr/>
        </p:nvGrpSpPr>
        <p:grpSpPr>
          <a:xfrm>
            <a:off x="4951595" y="3951792"/>
            <a:ext cx="339253" cy="339253"/>
            <a:chOff x="2085525" y="4992125"/>
            <a:chExt cx="481825" cy="481825"/>
          </a:xfrm>
        </p:grpSpPr>
        <p:sp>
          <p:nvSpPr>
            <p:cNvPr id="6117" name="Google Shape;6117;p10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18" name="Google Shape;6118;p10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19" name="Google Shape;6119;p101"/>
          <p:cNvGrpSpPr/>
          <p:nvPr/>
        </p:nvGrpSpPr>
        <p:grpSpPr>
          <a:xfrm>
            <a:off x="6789344" y="3951792"/>
            <a:ext cx="339253" cy="339253"/>
            <a:chOff x="2678350" y="4992125"/>
            <a:chExt cx="481825" cy="481825"/>
          </a:xfrm>
        </p:grpSpPr>
        <p:sp>
          <p:nvSpPr>
            <p:cNvPr id="6120" name="Google Shape;6120;p10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1" name="Google Shape;6121;p10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2" name="Google Shape;6122;p10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23" name="Google Shape;6123;p101"/>
          <p:cNvGrpSpPr/>
          <p:nvPr/>
        </p:nvGrpSpPr>
        <p:grpSpPr>
          <a:xfrm>
            <a:off x="4492198" y="3951792"/>
            <a:ext cx="339253" cy="339253"/>
            <a:chOff x="3271200" y="4992125"/>
            <a:chExt cx="481825" cy="481825"/>
          </a:xfrm>
        </p:grpSpPr>
        <p:sp>
          <p:nvSpPr>
            <p:cNvPr id="6124" name="Google Shape;6124;p10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5" name="Google Shape;6125;p10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6" name="Google Shape;6126;p10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grpSp>
        <p:nvGrpSpPr>
          <p:cNvPr id="6127" name="Google Shape;6127;p101"/>
          <p:cNvGrpSpPr/>
          <p:nvPr/>
        </p:nvGrpSpPr>
        <p:grpSpPr>
          <a:xfrm>
            <a:off x="6329788" y="3952813"/>
            <a:ext cx="339411" cy="337211"/>
            <a:chOff x="5049575" y="4993600"/>
            <a:chExt cx="482050" cy="478925"/>
          </a:xfrm>
        </p:grpSpPr>
        <p:sp>
          <p:nvSpPr>
            <p:cNvPr id="6128" name="Google Shape;6128;p10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29" name="Google Shape;6129;p10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30" name="Google Shape;6130;p10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sp>
          <p:nvSpPr>
            <p:cNvPr id="6131" name="Google Shape;6131;p10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435D74"/>
                </a:solidFill>
                <a:latin typeface="Arial"/>
                <a:ea typeface="Arial"/>
                <a:cs typeface="Arial"/>
                <a:sym typeface="Arial"/>
              </a:endParaRPr>
            </a:p>
          </p:txBody>
        </p:sp>
      </p:grpSp>
      <p:sp>
        <p:nvSpPr>
          <p:cNvPr id="6132" name="Google Shape;6132;p101"/>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GB" sz="1100" u="none" cap="none" strike="noStrike">
                <a:solidFill>
                  <a:schemeClr val="lt1"/>
                </a:solidFill>
                <a:latin typeface="Arial"/>
                <a:ea typeface="Arial"/>
                <a:cs typeface="Arial"/>
                <a:sym typeface="Arial"/>
              </a:rPr>
              <a:t>You can </a:t>
            </a:r>
            <a:r>
              <a:rPr b="1" i="0" lang="en-GB" sz="1100" u="none" cap="none" strike="noStrike">
                <a:solidFill>
                  <a:schemeClr val="dk2"/>
                </a:solidFill>
                <a:latin typeface="Arial"/>
                <a:ea typeface="Arial"/>
                <a:cs typeface="Arial"/>
                <a:sym typeface="Arial"/>
              </a:rPr>
              <a:t>resize </a:t>
            </a:r>
            <a:r>
              <a:rPr b="0" i="0" lang="en-GB" sz="1100" u="none" cap="none" strike="noStrike">
                <a:solidFill>
                  <a:schemeClr val="lt1"/>
                </a:solidFill>
                <a:latin typeface="Arial"/>
                <a:ea typeface="Arial"/>
                <a:cs typeface="Arial"/>
                <a:sym typeface="Arial"/>
              </a:rPr>
              <a:t>these icons without losing quality.</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GB" sz="1100" u="none" cap="none" strike="noStrike">
                <a:solidFill>
                  <a:schemeClr val="lt1"/>
                </a:solidFill>
                <a:latin typeface="Arial"/>
                <a:ea typeface="Arial"/>
                <a:cs typeface="Arial"/>
                <a:sym typeface="Arial"/>
              </a:rPr>
              <a:t>You can </a:t>
            </a:r>
            <a:r>
              <a:rPr b="1" i="0" lang="en-GB" sz="1100" u="none" cap="none" strike="noStrike">
                <a:solidFill>
                  <a:schemeClr val="dk2"/>
                </a:solidFill>
                <a:latin typeface="Arial"/>
                <a:ea typeface="Arial"/>
                <a:cs typeface="Arial"/>
                <a:sym typeface="Arial"/>
              </a:rPr>
              <a:t>change the stroke and fill color</a:t>
            </a:r>
            <a:r>
              <a:rPr b="0" i="0" lang="en-GB" sz="1100" u="none" cap="none" strike="noStrike">
                <a:solidFill>
                  <a:schemeClr val="lt1"/>
                </a:solidFill>
                <a:latin typeface="Arial"/>
                <a:ea typeface="Arial"/>
                <a:cs typeface="Arial"/>
                <a:sym typeface="Arial"/>
              </a:rPr>
              <a:t>; just select the icon and click on the </a:t>
            </a:r>
            <a:r>
              <a:rPr b="1" i="0" lang="en-GB" sz="1100" u="none" cap="none" strike="noStrike">
                <a:solidFill>
                  <a:schemeClr val="dk2"/>
                </a:solidFill>
                <a:latin typeface="Arial"/>
                <a:ea typeface="Arial"/>
                <a:cs typeface="Arial"/>
                <a:sym typeface="Arial"/>
              </a:rPr>
              <a:t>paint bucket/pen</a:t>
            </a:r>
            <a:r>
              <a:rPr b="0" i="0" lang="en-GB" sz="1100" u="none" cap="none" strike="noStrike">
                <a:solidFill>
                  <a:schemeClr val="lt1"/>
                </a:solidFill>
                <a:latin typeface="Arial"/>
                <a:ea typeface="Arial"/>
                <a:cs typeface="Arial"/>
                <a:sym typeface="Arial"/>
              </a:rPr>
              <a:t>.</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GB" sz="1100" u="none" cap="none" strike="noStrike">
                <a:solidFill>
                  <a:schemeClr val="lt1"/>
                </a:solidFill>
                <a:latin typeface="Arial"/>
                <a:ea typeface="Arial"/>
                <a:cs typeface="Arial"/>
                <a:sym typeface="Arial"/>
              </a:rPr>
              <a:t>In Google Slides, you can also use </a:t>
            </a:r>
            <a:r>
              <a:rPr b="1" i="0" lang="en-GB" sz="1100" u="none" cap="none" strike="noStrike">
                <a:solidFill>
                  <a:schemeClr val="hlink"/>
                </a:solidFill>
                <a:uFill>
                  <a:noFill/>
                </a:uFill>
                <a:latin typeface="Arial"/>
                <a:ea typeface="Arial"/>
                <a:cs typeface="Arial"/>
                <a:sym typeface="Arial"/>
                <a:hlinkClick r:id="rId3"/>
              </a:rPr>
              <a:t>Flaticon’s extension</a:t>
            </a:r>
            <a:r>
              <a:rPr b="0" i="0" lang="en-GB" sz="1100" u="none" cap="none" strike="noStrike">
                <a:solidFill>
                  <a:schemeClr val="lt1"/>
                </a:solidFill>
                <a:latin typeface="Arial"/>
                <a:ea typeface="Arial"/>
                <a:cs typeface="Arial"/>
                <a:sym typeface="Arial"/>
              </a:rPr>
              <a:t>, allowing you to customize and add even more icons.</a:t>
            </a:r>
            <a:endParaRPr b="0" i="0" sz="1100" u="none" cap="none" strike="noStrike">
              <a:solidFill>
                <a:schemeClr val="lt1"/>
              </a:solidFill>
              <a:latin typeface="Arial"/>
              <a:ea typeface="Arial"/>
              <a:cs typeface="Arial"/>
              <a:sym typeface="Arial"/>
            </a:endParaRPr>
          </a:p>
        </p:txBody>
      </p:sp>
      <p:sp>
        <p:nvSpPr>
          <p:cNvPr id="6133" name="Google Shape;6133;p101"/>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GB"/>
              <a:t>...and our sets of editable icons</a:t>
            </a:r>
            <a:endParaRPr/>
          </a:p>
        </p:txBody>
      </p:sp>
      <p:grpSp>
        <p:nvGrpSpPr>
          <p:cNvPr id="6134" name="Google Shape;6134;p101"/>
          <p:cNvGrpSpPr/>
          <p:nvPr/>
        </p:nvGrpSpPr>
        <p:grpSpPr>
          <a:xfrm>
            <a:off x="7248742" y="3975375"/>
            <a:ext cx="195300" cy="343772"/>
            <a:chOff x="3999225" y="4364775"/>
            <a:chExt cx="195300" cy="343772"/>
          </a:xfrm>
        </p:grpSpPr>
        <p:grpSp>
          <p:nvGrpSpPr>
            <p:cNvPr id="6135" name="Google Shape;6135;p101"/>
            <p:cNvGrpSpPr/>
            <p:nvPr/>
          </p:nvGrpSpPr>
          <p:grpSpPr>
            <a:xfrm>
              <a:off x="4048568" y="4562577"/>
              <a:ext cx="97317" cy="145970"/>
              <a:chOff x="1529575" y="2222650"/>
              <a:chExt cx="203125" cy="304675"/>
            </a:xfrm>
          </p:grpSpPr>
          <p:sp>
            <p:nvSpPr>
              <p:cNvPr id="6136" name="Google Shape;6136;p101"/>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101"/>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38" name="Google Shape;6138;p101"/>
            <p:cNvGrpSpPr/>
            <p:nvPr/>
          </p:nvGrpSpPr>
          <p:grpSpPr>
            <a:xfrm>
              <a:off x="3999225" y="4364775"/>
              <a:ext cx="195300" cy="195300"/>
              <a:chOff x="3999225" y="4364775"/>
              <a:chExt cx="195300" cy="195300"/>
            </a:xfrm>
          </p:grpSpPr>
          <p:sp>
            <p:nvSpPr>
              <p:cNvPr id="6139" name="Google Shape;6139;p101"/>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101"/>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141" name="Google Shape;6141;p101"/>
          <p:cNvGrpSpPr/>
          <p:nvPr/>
        </p:nvGrpSpPr>
        <p:grpSpPr>
          <a:xfrm>
            <a:off x="7564186" y="3991627"/>
            <a:ext cx="277087" cy="259611"/>
            <a:chOff x="4335888" y="4398114"/>
            <a:chExt cx="277087" cy="259611"/>
          </a:xfrm>
        </p:grpSpPr>
        <p:grpSp>
          <p:nvGrpSpPr>
            <p:cNvPr id="6142" name="Google Shape;6142;p101"/>
            <p:cNvGrpSpPr/>
            <p:nvPr/>
          </p:nvGrpSpPr>
          <p:grpSpPr>
            <a:xfrm>
              <a:off x="4335888" y="4462425"/>
              <a:ext cx="195300" cy="195300"/>
              <a:chOff x="4335888" y="4462425"/>
              <a:chExt cx="195300" cy="195300"/>
            </a:xfrm>
          </p:grpSpPr>
          <p:sp>
            <p:nvSpPr>
              <p:cNvPr id="6143" name="Google Shape;6143;p10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10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45" name="Google Shape;6145;p101"/>
            <p:cNvGrpSpPr/>
            <p:nvPr/>
          </p:nvGrpSpPr>
          <p:grpSpPr>
            <a:xfrm>
              <a:off x="4509813" y="4398114"/>
              <a:ext cx="103162" cy="103198"/>
              <a:chOff x="2277975" y="2021700"/>
              <a:chExt cx="215325" cy="215400"/>
            </a:xfrm>
          </p:grpSpPr>
          <p:sp>
            <p:nvSpPr>
              <p:cNvPr id="6146" name="Google Shape;6146;p101"/>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10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148" name="Google Shape;6148;p101"/>
          <p:cNvGrpSpPr/>
          <p:nvPr/>
        </p:nvGrpSpPr>
        <p:grpSpPr>
          <a:xfrm>
            <a:off x="7961419" y="4049613"/>
            <a:ext cx="392275" cy="195300"/>
            <a:chOff x="4752588" y="4440200"/>
            <a:chExt cx="392275" cy="195300"/>
          </a:xfrm>
        </p:grpSpPr>
        <p:grpSp>
          <p:nvGrpSpPr>
            <p:cNvPr id="6149" name="Google Shape;6149;p101"/>
            <p:cNvGrpSpPr/>
            <p:nvPr/>
          </p:nvGrpSpPr>
          <p:grpSpPr>
            <a:xfrm>
              <a:off x="4950384" y="4469728"/>
              <a:ext cx="194479" cy="136244"/>
              <a:chOff x="3163375" y="2175125"/>
              <a:chExt cx="405925" cy="284375"/>
            </a:xfrm>
          </p:grpSpPr>
          <p:sp>
            <p:nvSpPr>
              <p:cNvPr id="6150" name="Google Shape;6150;p101"/>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101"/>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10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53" name="Google Shape;6153;p101"/>
            <p:cNvGrpSpPr/>
            <p:nvPr/>
          </p:nvGrpSpPr>
          <p:grpSpPr>
            <a:xfrm>
              <a:off x="4752588" y="4440200"/>
              <a:ext cx="195300" cy="195300"/>
              <a:chOff x="4335888" y="4462425"/>
              <a:chExt cx="195300" cy="195300"/>
            </a:xfrm>
          </p:grpSpPr>
          <p:sp>
            <p:nvSpPr>
              <p:cNvPr id="6154" name="Google Shape;6154;p10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10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59" name="Shape 6159"/>
        <p:cNvGrpSpPr/>
        <p:nvPr/>
      </p:nvGrpSpPr>
      <p:grpSpPr>
        <a:xfrm>
          <a:off x="0" y="0"/>
          <a:ext cx="0" cy="0"/>
          <a:chOff x="0" y="0"/>
          <a:chExt cx="0" cy="0"/>
        </a:xfrm>
      </p:grpSpPr>
      <p:grpSp>
        <p:nvGrpSpPr>
          <p:cNvPr id="6160" name="Google Shape;6160;p102"/>
          <p:cNvGrpSpPr/>
          <p:nvPr/>
        </p:nvGrpSpPr>
        <p:grpSpPr>
          <a:xfrm>
            <a:off x="856199" y="1311179"/>
            <a:ext cx="322099" cy="370529"/>
            <a:chOff x="-42971725" y="3217825"/>
            <a:chExt cx="275675" cy="317125"/>
          </a:xfrm>
        </p:grpSpPr>
        <p:sp>
          <p:nvSpPr>
            <p:cNvPr id="6161" name="Google Shape;6161;p10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10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10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64" name="Google Shape;6164;p102"/>
          <p:cNvGrpSpPr/>
          <p:nvPr/>
        </p:nvGrpSpPr>
        <p:grpSpPr>
          <a:xfrm>
            <a:off x="828113" y="1779835"/>
            <a:ext cx="378270" cy="337551"/>
            <a:chOff x="-42996150" y="3612600"/>
            <a:chExt cx="323750" cy="288900"/>
          </a:xfrm>
        </p:grpSpPr>
        <p:sp>
          <p:nvSpPr>
            <p:cNvPr id="6165" name="Google Shape;6165;p10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10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10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68" name="Google Shape;6168;p102"/>
          <p:cNvGrpSpPr/>
          <p:nvPr/>
        </p:nvGrpSpPr>
        <p:grpSpPr>
          <a:xfrm>
            <a:off x="830874" y="2189205"/>
            <a:ext cx="372749" cy="370909"/>
            <a:chOff x="-42994575" y="3950300"/>
            <a:chExt cx="319025" cy="317450"/>
          </a:xfrm>
        </p:grpSpPr>
        <p:sp>
          <p:nvSpPr>
            <p:cNvPr id="6169" name="Google Shape;6169;p10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10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10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72" name="Google Shape;6172;p102"/>
          <p:cNvGrpSpPr/>
          <p:nvPr/>
        </p:nvGrpSpPr>
        <p:grpSpPr>
          <a:xfrm>
            <a:off x="2984269" y="1336037"/>
            <a:ext cx="371785" cy="370879"/>
            <a:chOff x="-41111350" y="3239100"/>
            <a:chExt cx="318200" cy="317425"/>
          </a:xfrm>
        </p:grpSpPr>
        <p:sp>
          <p:nvSpPr>
            <p:cNvPr id="6173" name="Google Shape;6173;p10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10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10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10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77" name="Google Shape;6177;p102"/>
          <p:cNvGrpSpPr/>
          <p:nvPr/>
        </p:nvGrpSpPr>
        <p:grpSpPr>
          <a:xfrm>
            <a:off x="2980588" y="1771568"/>
            <a:ext cx="379146" cy="370967"/>
            <a:chOff x="-41117650" y="3605525"/>
            <a:chExt cx="324500" cy="317500"/>
          </a:xfrm>
        </p:grpSpPr>
        <p:sp>
          <p:nvSpPr>
            <p:cNvPr id="6178" name="Google Shape;6178;p10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10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10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181" name="Google Shape;6181;p102"/>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182" name="Google Shape;6182;p102"/>
          <p:cNvGrpSpPr/>
          <p:nvPr/>
        </p:nvGrpSpPr>
        <p:grpSpPr>
          <a:xfrm>
            <a:off x="1806843" y="2663092"/>
            <a:ext cx="216271" cy="371814"/>
            <a:chOff x="-39205300" y="3220175"/>
            <a:chExt cx="185100" cy="318225"/>
          </a:xfrm>
        </p:grpSpPr>
        <p:sp>
          <p:nvSpPr>
            <p:cNvPr id="6183" name="Google Shape;6183;p10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10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85" name="Google Shape;6185;p102"/>
          <p:cNvGrpSpPr/>
          <p:nvPr/>
        </p:nvGrpSpPr>
        <p:grpSpPr>
          <a:xfrm>
            <a:off x="1772370" y="3123163"/>
            <a:ext cx="300016" cy="369273"/>
            <a:chOff x="-39248625" y="3588600"/>
            <a:chExt cx="256775" cy="316050"/>
          </a:xfrm>
        </p:grpSpPr>
        <p:sp>
          <p:nvSpPr>
            <p:cNvPr id="6186" name="Google Shape;6186;p10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10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188" name="Google Shape;6188;p102"/>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102"/>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190" name="Google Shape;6190;p102"/>
          <p:cNvGrpSpPr/>
          <p:nvPr/>
        </p:nvGrpSpPr>
        <p:grpSpPr>
          <a:xfrm>
            <a:off x="1223084" y="1311179"/>
            <a:ext cx="429504" cy="370879"/>
            <a:chOff x="-42651700" y="3217825"/>
            <a:chExt cx="367600" cy="317425"/>
          </a:xfrm>
        </p:grpSpPr>
        <p:sp>
          <p:nvSpPr>
            <p:cNvPr id="6191" name="Google Shape;6191;p10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10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10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10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95" name="Google Shape;6195;p102"/>
          <p:cNvGrpSpPr/>
          <p:nvPr/>
        </p:nvGrpSpPr>
        <p:grpSpPr>
          <a:xfrm>
            <a:off x="1258516" y="1750829"/>
            <a:ext cx="358640" cy="363226"/>
            <a:chOff x="-42617300" y="3587775"/>
            <a:chExt cx="306950" cy="310875"/>
          </a:xfrm>
        </p:grpSpPr>
        <p:sp>
          <p:nvSpPr>
            <p:cNvPr id="6196" name="Google Shape;6196;p10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10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198" name="Google Shape;6198;p102"/>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199" name="Google Shape;6199;p102"/>
          <p:cNvGrpSpPr/>
          <p:nvPr/>
        </p:nvGrpSpPr>
        <p:grpSpPr>
          <a:xfrm>
            <a:off x="3430343" y="1335569"/>
            <a:ext cx="376926" cy="370324"/>
            <a:chOff x="-40748275" y="3238700"/>
            <a:chExt cx="322600" cy="316950"/>
          </a:xfrm>
        </p:grpSpPr>
        <p:sp>
          <p:nvSpPr>
            <p:cNvPr id="6200" name="Google Shape;6200;p10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10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10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10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10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10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06" name="Google Shape;6206;p102"/>
          <p:cNvGrpSpPr/>
          <p:nvPr/>
        </p:nvGrpSpPr>
        <p:grpSpPr>
          <a:xfrm>
            <a:off x="3432899" y="1803553"/>
            <a:ext cx="371814" cy="338690"/>
            <a:chOff x="-40745125" y="3632900"/>
            <a:chExt cx="318225" cy="289875"/>
          </a:xfrm>
        </p:grpSpPr>
        <p:sp>
          <p:nvSpPr>
            <p:cNvPr id="6207" name="Google Shape;6207;p10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10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10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10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10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10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10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14" name="Google Shape;6214;p102"/>
          <p:cNvGrpSpPr/>
          <p:nvPr/>
        </p:nvGrpSpPr>
        <p:grpSpPr>
          <a:xfrm>
            <a:off x="3437047" y="2214764"/>
            <a:ext cx="363518" cy="370178"/>
            <a:chOff x="-40742750" y="3972175"/>
            <a:chExt cx="311125" cy="316825"/>
          </a:xfrm>
        </p:grpSpPr>
        <p:sp>
          <p:nvSpPr>
            <p:cNvPr id="6215" name="Google Shape;6215;p10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10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17" name="Google Shape;6217;p102"/>
          <p:cNvGrpSpPr/>
          <p:nvPr/>
        </p:nvGrpSpPr>
        <p:grpSpPr>
          <a:xfrm>
            <a:off x="2219708" y="2664932"/>
            <a:ext cx="266892" cy="369974"/>
            <a:chOff x="-38860325" y="3221750"/>
            <a:chExt cx="228425" cy="316650"/>
          </a:xfrm>
        </p:grpSpPr>
        <p:sp>
          <p:nvSpPr>
            <p:cNvPr id="6218" name="Google Shape;6218;p10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10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10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10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22" name="Google Shape;6222;p102"/>
          <p:cNvGrpSpPr/>
          <p:nvPr/>
        </p:nvGrpSpPr>
        <p:grpSpPr>
          <a:xfrm>
            <a:off x="2170515" y="3126989"/>
            <a:ext cx="380081" cy="367111"/>
            <a:chOff x="-38905225" y="3591875"/>
            <a:chExt cx="325300" cy="314200"/>
          </a:xfrm>
        </p:grpSpPr>
        <p:sp>
          <p:nvSpPr>
            <p:cNvPr id="6223" name="Google Shape;6223;p10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10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10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226" name="Google Shape;6226;p102"/>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227" name="Google Shape;6227;p102"/>
          <p:cNvGrpSpPr/>
          <p:nvPr/>
        </p:nvGrpSpPr>
        <p:grpSpPr>
          <a:xfrm>
            <a:off x="3977265" y="3112069"/>
            <a:ext cx="290815" cy="369740"/>
            <a:chOff x="-37370925" y="3579105"/>
            <a:chExt cx="248900" cy="316450"/>
          </a:xfrm>
        </p:grpSpPr>
        <p:sp>
          <p:nvSpPr>
            <p:cNvPr id="6228" name="Google Shape;6228;p10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10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230" name="Google Shape;6230;p102"/>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102"/>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232" name="Google Shape;6232;p102"/>
          <p:cNvGrpSpPr/>
          <p:nvPr/>
        </p:nvGrpSpPr>
        <p:grpSpPr>
          <a:xfrm>
            <a:off x="1670640" y="2190140"/>
            <a:ext cx="371814" cy="369974"/>
            <a:chOff x="-42259725" y="3951100"/>
            <a:chExt cx="318225" cy="316650"/>
          </a:xfrm>
        </p:grpSpPr>
        <p:sp>
          <p:nvSpPr>
            <p:cNvPr id="6233" name="Google Shape;6233;p10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10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35" name="Google Shape;6235;p102"/>
          <p:cNvGrpSpPr/>
          <p:nvPr/>
        </p:nvGrpSpPr>
        <p:grpSpPr>
          <a:xfrm>
            <a:off x="3869002" y="1369161"/>
            <a:ext cx="370879" cy="337755"/>
            <a:chOff x="-40378075" y="3267450"/>
            <a:chExt cx="317425" cy="289075"/>
          </a:xfrm>
        </p:grpSpPr>
        <p:sp>
          <p:nvSpPr>
            <p:cNvPr id="6236" name="Google Shape;6236;p10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10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10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10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40" name="Google Shape;6240;p102"/>
          <p:cNvGrpSpPr/>
          <p:nvPr/>
        </p:nvGrpSpPr>
        <p:grpSpPr>
          <a:xfrm>
            <a:off x="3872668" y="1770429"/>
            <a:ext cx="363548" cy="369974"/>
            <a:chOff x="-40372575" y="3604550"/>
            <a:chExt cx="311150" cy="316650"/>
          </a:xfrm>
        </p:grpSpPr>
        <p:sp>
          <p:nvSpPr>
            <p:cNvPr id="6241" name="Google Shape;6241;p10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10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10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244" name="Google Shape;6244;p102"/>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245" name="Google Shape;6245;p102"/>
          <p:cNvGrpSpPr/>
          <p:nvPr/>
        </p:nvGrpSpPr>
        <p:grpSpPr>
          <a:xfrm>
            <a:off x="2596617" y="2663092"/>
            <a:ext cx="399038" cy="372165"/>
            <a:chOff x="-38542250" y="3220175"/>
            <a:chExt cx="341525" cy="318525"/>
          </a:xfrm>
        </p:grpSpPr>
        <p:sp>
          <p:nvSpPr>
            <p:cNvPr id="6246" name="Google Shape;6246;p10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10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10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49" name="Google Shape;6249;p102"/>
          <p:cNvGrpSpPr/>
          <p:nvPr/>
        </p:nvGrpSpPr>
        <p:grpSpPr>
          <a:xfrm>
            <a:off x="2618549" y="3122462"/>
            <a:ext cx="369974" cy="369068"/>
            <a:chOff x="-38537400" y="3588000"/>
            <a:chExt cx="316650" cy="315875"/>
          </a:xfrm>
        </p:grpSpPr>
        <p:sp>
          <p:nvSpPr>
            <p:cNvPr id="6250" name="Google Shape;6250;p10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10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10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10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54" name="Google Shape;6254;p102"/>
          <p:cNvGrpSpPr/>
          <p:nvPr/>
        </p:nvGrpSpPr>
        <p:grpSpPr>
          <a:xfrm>
            <a:off x="2617629" y="3579991"/>
            <a:ext cx="371814" cy="369974"/>
            <a:chOff x="-38538975" y="3954250"/>
            <a:chExt cx="318225" cy="316650"/>
          </a:xfrm>
        </p:grpSpPr>
        <p:sp>
          <p:nvSpPr>
            <p:cNvPr id="6255" name="Google Shape;6255;p10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10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57" name="Google Shape;6257;p102"/>
          <p:cNvGrpSpPr/>
          <p:nvPr/>
        </p:nvGrpSpPr>
        <p:grpSpPr>
          <a:xfrm>
            <a:off x="3934941" y="3574918"/>
            <a:ext cx="375465" cy="371814"/>
            <a:chOff x="-37385100" y="3949908"/>
            <a:chExt cx="321350" cy="318225"/>
          </a:xfrm>
        </p:grpSpPr>
        <p:sp>
          <p:nvSpPr>
            <p:cNvPr id="6258" name="Google Shape;6258;p10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10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60" name="Google Shape;6260;p102"/>
          <p:cNvGrpSpPr/>
          <p:nvPr/>
        </p:nvGrpSpPr>
        <p:grpSpPr>
          <a:xfrm>
            <a:off x="2110600" y="1310478"/>
            <a:ext cx="370909" cy="370675"/>
            <a:chOff x="-41895050" y="3217225"/>
            <a:chExt cx="317450" cy="317250"/>
          </a:xfrm>
        </p:grpSpPr>
        <p:sp>
          <p:nvSpPr>
            <p:cNvPr id="6261" name="Google Shape;6261;p10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10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10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10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10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66" name="Google Shape;6266;p102"/>
          <p:cNvGrpSpPr/>
          <p:nvPr/>
        </p:nvGrpSpPr>
        <p:grpSpPr>
          <a:xfrm>
            <a:off x="2110148" y="1747412"/>
            <a:ext cx="371814" cy="369974"/>
            <a:chOff x="-41893475" y="3584850"/>
            <a:chExt cx="318225" cy="316650"/>
          </a:xfrm>
        </p:grpSpPr>
        <p:sp>
          <p:nvSpPr>
            <p:cNvPr id="6267" name="Google Shape;6267;p10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10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10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10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271" name="Google Shape;6271;p102"/>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102"/>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273" name="Google Shape;6273;p102"/>
          <p:cNvGrpSpPr/>
          <p:nvPr/>
        </p:nvGrpSpPr>
        <p:grpSpPr>
          <a:xfrm>
            <a:off x="880176" y="3142704"/>
            <a:ext cx="337522" cy="370909"/>
            <a:chOff x="-39998250" y="3605325"/>
            <a:chExt cx="288875" cy="317450"/>
          </a:xfrm>
        </p:grpSpPr>
        <p:sp>
          <p:nvSpPr>
            <p:cNvPr id="6274" name="Google Shape;6274;p10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10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76" name="Google Shape;6276;p102"/>
          <p:cNvGrpSpPr/>
          <p:nvPr/>
        </p:nvGrpSpPr>
        <p:grpSpPr>
          <a:xfrm>
            <a:off x="863950" y="3601168"/>
            <a:ext cx="369974" cy="369945"/>
            <a:chOff x="-40011050" y="3972375"/>
            <a:chExt cx="316650" cy="316625"/>
          </a:xfrm>
        </p:grpSpPr>
        <p:sp>
          <p:nvSpPr>
            <p:cNvPr id="6277" name="Google Shape;6277;p10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10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79" name="Google Shape;6279;p102"/>
          <p:cNvGrpSpPr/>
          <p:nvPr/>
        </p:nvGrpSpPr>
        <p:grpSpPr>
          <a:xfrm>
            <a:off x="3095881" y="2665867"/>
            <a:ext cx="266921" cy="369039"/>
            <a:chOff x="-38129425" y="3222550"/>
            <a:chExt cx="228450" cy="315850"/>
          </a:xfrm>
        </p:grpSpPr>
        <p:sp>
          <p:nvSpPr>
            <p:cNvPr id="6280" name="Google Shape;6280;p10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10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82" name="Google Shape;6282;p102"/>
          <p:cNvGrpSpPr/>
          <p:nvPr/>
        </p:nvGrpSpPr>
        <p:grpSpPr>
          <a:xfrm>
            <a:off x="3050850" y="3122462"/>
            <a:ext cx="371785" cy="369974"/>
            <a:chOff x="-38172725" y="3588000"/>
            <a:chExt cx="318200" cy="316650"/>
          </a:xfrm>
        </p:grpSpPr>
        <p:sp>
          <p:nvSpPr>
            <p:cNvPr id="6283" name="Google Shape;6283;p10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10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10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10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10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10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10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10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91" name="Google Shape;6291;p102"/>
          <p:cNvGrpSpPr/>
          <p:nvPr/>
        </p:nvGrpSpPr>
        <p:grpSpPr>
          <a:xfrm>
            <a:off x="3126752" y="3580897"/>
            <a:ext cx="219981" cy="369974"/>
            <a:chOff x="-38109725" y="3955025"/>
            <a:chExt cx="188275" cy="316650"/>
          </a:xfrm>
        </p:grpSpPr>
        <p:sp>
          <p:nvSpPr>
            <p:cNvPr id="6292" name="Google Shape;6292;p10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10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294" name="Google Shape;6294;p102"/>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295" name="Google Shape;6295;p102"/>
          <p:cNvGrpSpPr/>
          <p:nvPr/>
        </p:nvGrpSpPr>
        <p:grpSpPr>
          <a:xfrm>
            <a:off x="2542151" y="1312318"/>
            <a:ext cx="373654" cy="369068"/>
            <a:chOff x="-41530375" y="3218800"/>
            <a:chExt cx="319800" cy="315875"/>
          </a:xfrm>
        </p:grpSpPr>
        <p:sp>
          <p:nvSpPr>
            <p:cNvPr id="6296" name="Google Shape;6296;p10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10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98" name="Google Shape;6298;p102"/>
          <p:cNvGrpSpPr/>
          <p:nvPr/>
        </p:nvGrpSpPr>
        <p:grpSpPr>
          <a:xfrm>
            <a:off x="2544444" y="1827476"/>
            <a:ext cx="369068" cy="289004"/>
            <a:chOff x="-41526450" y="3653375"/>
            <a:chExt cx="315875" cy="247350"/>
          </a:xfrm>
        </p:grpSpPr>
        <p:sp>
          <p:nvSpPr>
            <p:cNvPr id="6299" name="Google Shape;6299;p10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10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01" name="Google Shape;6301;p102"/>
          <p:cNvGrpSpPr/>
          <p:nvPr/>
        </p:nvGrpSpPr>
        <p:grpSpPr>
          <a:xfrm>
            <a:off x="2545831" y="2190140"/>
            <a:ext cx="366293" cy="369974"/>
            <a:chOff x="-41526450" y="3951100"/>
            <a:chExt cx="313500" cy="316650"/>
          </a:xfrm>
        </p:grpSpPr>
        <p:sp>
          <p:nvSpPr>
            <p:cNvPr id="6302" name="Google Shape;6302;p10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10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10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05" name="Google Shape;6305;p102"/>
          <p:cNvGrpSpPr/>
          <p:nvPr/>
        </p:nvGrpSpPr>
        <p:grpSpPr>
          <a:xfrm>
            <a:off x="1311086" y="2684269"/>
            <a:ext cx="339595" cy="371814"/>
            <a:chOff x="-39625900" y="3238300"/>
            <a:chExt cx="290650" cy="318225"/>
          </a:xfrm>
        </p:grpSpPr>
        <p:sp>
          <p:nvSpPr>
            <p:cNvPr id="6306" name="Google Shape;6306;p10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10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308" name="Google Shape;6308;p102"/>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309" name="Google Shape;6309;p102"/>
          <p:cNvGrpSpPr/>
          <p:nvPr/>
        </p:nvGrpSpPr>
        <p:grpSpPr>
          <a:xfrm>
            <a:off x="1305137" y="3600730"/>
            <a:ext cx="366293" cy="370441"/>
            <a:chOff x="-39647175" y="3972000"/>
            <a:chExt cx="313500" cy="317050"/>
          </a:xfrm>
        </p:grpSpPr>
        <p:sp>
          <p:nvSpPr>
            <p:cNvPr id="6310" name="Google Shape;6310;p10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10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10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13" name="Google Shape;6313;p102"/>
          <p:cNvGrpSpPr/>
          <p:nvPr/>
        </p:nvGrpSpPr>
        <p:grpSpPr>
          <a:xfrm>
            <a:off x="3474265" y="2664728"/>
            <a:ext cx="375495" cy="370879"/>
            <a:chOff x="-37808850" y="3221575"/>
            <a:chExt cx="321375" cy="317425"/>
          </a:xfrm>
        </p:grpSpPr>
        <p:sp>
          <p:nvSpPr>
            <p:cNvPr id="6314" name="Google Shape;6314;p10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10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16" name="Google Shape;6316;p102"/>
          <p:cNvGrpSpPr/>
          <p:nvPr/>
        </p:nvGrpSpPr>
        <p:grpSpPr>
          <a:xfrm>
            <a:off x="3483038" y="3186759"/>
            <a:ext cx="372749" cy="241158"/>
            <a:chOff x="-37806500" y="3643030"/>
            <a:chExt cx="319025" cy="206400"/>
          </a:xfrm>
        </p:grpSpPr>
        <p:sp>
          <p:nvSpPr>
            <p:cNvPr id="6317" name="Google Shape;6317;p10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10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19" name="Google Shape;6319;p102"/>
          <p:cNvGrpSpPr/>
          <p:nvPr/>
        </p:nvGrpSpPr>
        <p:grpSpPr>
          <a:xfrm>
            <a:off x="3485346" y="3579056"/>
            <a:ext cx="368134" cy="371814"/>
            <a:chOff x="-37804925" y="3953450"/>
            <a:chExt cx="315075" cy="318225"/>
          </a:xfrm>
        </p:grpSpPr>
        <p:sp>
          <p:nvSpPr>
            <p:cNvPr id="6320" name="Google Shape;6320;p10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10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10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323" name="Google Shape;6323;p102"/>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324" name="Google Shape;6324;p102"/>
          <p:cNvGrpSpPr/>
          <p:nvPr/>
        </p:nvGrpSpPr>
        <p:grpSpPr>
          <a:xfrm>
            <a:off x="4840364" y="1328538"/>
            <a:ext cx="355663" cy="308725"/>
            <a:chOff x="-28462125" y="3199700"/>
            <a:chExt cx="298550" cy="259150"/>
          </a:xfrm>
        </p:grpSpPr>
        <p:sp>
          <p:nvSpPr>
            <p:cNvPr id="6325" name="Google Shape;6325;p10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10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10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28" name="Google Shape;6328;p102"/>
          <p:cNvGrpSpPr/>
          <p:nvPr/>
        </p:nvGrpSpPr>
        <p:grpSpPr>
          <a:xfrm>
            <a:off x="4841317" y="1763228"/>
            <a:ext cx="353757" cy="352833"/>
            <a:chOff x="-28461325" y="3545475"/>
            <a:chExt cx="296950" cy="296175"/>
          </a:xfrm>
        </p:grpSpPr>
        <p:sp>
          <p:nvSpPr>
            <p:cNvPr id="6329" name="Google Shape;6329;p10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10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10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10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10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10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35" name="Google Shape;6335;p102"/>
          <p:cNvGrpSpPr/>
          <p:nvPr/>
        </p:nvGrpSpPr>
        <p:grpSpPr>
          <a:xfrm>
            <a:off x="4837550" y="2213272"/>
            <a:ext cx="361292" cy="352803"/>
            <a:chOff x="-28463700" y="3914875"/>
            <a:chExt cx="303275" cy="296150"/>
          </a:xfrm>
        </p:grpSpPr>
        <p:sp>
          <p:nvSpPr>
            <p:cNvPr id="6336" name="Google Shape;6336;p10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10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38" name="Google Shape;6338;p102"/>
          <p:cNvGrpSpPr/>
          <p:nvPr/>
        </p:nvGrpSpPr>
        <p:grpSpPr>
          <a:xfrm>
            <a:off x="7072335" y="1369355"/>
            <a:ext cx="351880" cy="227092"/>
            <a:chOff x="-26573400" y="3224125"/>
            <a:chExt cx="295375" cy="190625"/>
          </a:xfrm>
        </p:grpSpPr>
        <p:sp>
          <p:nvSpPr>
            <p:cNvPr id="6339" name="Google Shape;6339;p10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10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41" name="Google Shape;6341;p102"/>
          <p:cNvGrpSpPr/>
          <p:nvPr/>
        </p:nvGrpSpPr>
        <p:grpSpPr>
          <a:xfrm>
            <a:off x="7072335" y="1763690"/>
            <a:ext cx="351880" cy="351910"/>
            <a:chOff x="-26573400" y="3546250"/>
            <a:chExt cx="295375" cy="295400"/>
          </a:xfrm>
        </p:grpSpPr>
        <p:sp>
          <p:nvSpPr>
            <p:cNvPr id="6342" name="Google Shape;6342;p10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10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10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10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10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47" name="Google Shape;6347;p102"/>
          <p:cNvGrpSpPr/>
          <p:nvPr/>
        </p:nvGrpSpPr>
        <p:grpSpPr>
          <a:xfrm>
            <a:off x="7060615" y="2213599"/>
            <a:ext cx="375319" cy="352148"/>
            <a:chOff x="-26583625" y="3917025"/>
            <a:chExt cx="315050" cy="295600"/>
          </a:xfrm>
        </p:grpSpPr>
        <p:sp>
          <p:nvSpPr>
            <p:cNvPr id="6348" name="Google Shape;6348;p10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10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10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10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352" name="Google Shape;6352;p102"/>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353" name="Google Shape;6353;p102"/>
          <p:cNvGrpSpPr/>
          <p:nvPr/>
        </p:nvGrpSpPr>
        <p:grpSpPr>
          <a:xfrm>
            <a:off x="5759130" y="3172629"/>
            <a:ext cx="289039" cy="352833"/>
            <a:chOff x="-24694925" y="3518700"/>
            <a:chExt cx="242625" cy="296175"/>
          </a:xfrm>
        </p:grpSpPr>
        <p:sp>
          <p:nvSpPr>
            <p:cNvPr id="6354" name="Google Shape;6354;p10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10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10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10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58" name="Google Shape;6358;p102"/>
          <p:cNvGrpSpPr/>
          <p:nvPr/>
        </p:nvGrpSpPr>
        <p:grpSpPr>
          <a:xfrm>
            <a:off x="5758668" y="3622657"/>
            <a:ext cx="289962" cy="352833"/>
            <a:chOff x="-24709100" y="3888875"/>
            <a:chExt cx="243400" cy="296175"/>
          </a:xfrm>
        </p:grpSpPr>
        <p:sp>
          <p:nvSpPr>
            <p:cNvPr id="6359" name="Google Shape;6359;p10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10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10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62" name="Google Shape;6362;p102"/>
          <p:cNvGrpSpPr/>
          <p:nvPr/>
        </p:nvGrpSpPr>
        <p:grpSpPr>
          <a:xfrm>
            <a:off x="7958668" y="2695320"/>
            <a:ext cx="356556" cy="349557"/>
            <a:chOff x="-22863675" y="3131775"/>
            <a:chExt cx="299300" cy="293425"/>
          </a:xfrm>
        </p:grpSpPr>
        <p:sp>
          <p:nvSpPr>
            <p:cNvPr id="6363" name="Google Shape;6363;p10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10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10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66" name="Google Shape;6366;p102"/>
          <p:cNvGrpSpPr/>
          <p:nvPr/>
        </p:nvGrpSpPr>
        <p:grpSpPr>
          <a:xfrm>
            <a:off x="5301532" y="1306499"/>
            <a:ext cx="310602" cy="352803"/>
            <a:chOff x="-28069875" y="3175300"/>
            <a:chExt cx="260725" cy="296150"/>
          </a:xfrm>
        </p:grpSpPr>
        <p:sp>
          <p:nvSpPr>
            <p:cNvPr id="6367" name="Google Shape;6367;p10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10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10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10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10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10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10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10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10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376" name="Google Shape;6376;p102"/>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377" name="Google Shape;6377;p102"/>
          <p:cNvGrpSpPr/>
          <p:nvPr/>
        </p:nvGrpSpPr>
        <p:grpSpPr>
          <a:xfrm>
            <a:off x="5342810" y="2213733"/>
            <a:ext cx="228045" cy="351880"/>
            <a:chOff x="-28032075" y="3916450"/>
            <a:chExt cx="191425" cy="295375"/>
          </a:xfrm>
        </p:grpSpPr>
        <p:sp>
          <p:nvSpPr>
            <p:cNvPr id="6378" name="Google Shape;6378;p10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10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10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81" name="Google Shape;6381;p102"/>
          <p:cNvGrpSpPr/>
          <p:nvPr/>
        </p:nvGrpSpPr>
        <p:grpSpPr>
          <a:xfrm>
            <a:off x="7508157" y="1306484"/>
            <a:ext cx="352833" cy="352833"/>
            <a:chOff x="-26201650" y="3176075"/>
            <a:chExt cx="296175" cy="296175"/>
          </a:xfrm>
        </p:grpSpPr>
        <p:sp>
          <p:nvSpPr>
            <p:cNvPr id="6382" name="Google Shape;6382;p10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10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84" name="Google Shape;6384;p102"/>
          <p:cNvGrpSpPr/>
          <p:nvPr/>
        </p:nvGrpSpPr>
        <p:grpSpPr>
          <a:xfrm>
            <a:off x="7507680" y="1763705"/>
            <a:ext cx="353786" cy="351880"/>
            <a:chOff x="-26204800" y="3547050"/>
            <a:chExt cx="296975" cy="295375"/>
          </a:xfrm>
        </p:grpSpPr>
        <p:sp>
          <p:nvSpPr>
            <p:cNvPr id="6385" name="Google Shape;6385;p10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10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387" name="Google Shape;6387;p102"/>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388" name="Google Shape;6388;p102"/>
          <p:cNvGrpSpPr/>
          <p:nvPr/>
        </p:nvGrpSpPr>
        <p:grpSpPr>
          <a:xfrm>
            <a:off x="6178935" y="2693683"/>
            <a:ext cx="345328" cy="352833"/>
            <a:chOff x="-24353875" y="3147725"/>
            <a:chExt cx="289875" cy="296175"/>
          </a:xfrm>
        </p:grpSpPr>
        <p:sp>
          <p:nvSpPr>
            <p:cNvPr id="6389" name="Google Shape;6389;p10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10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91" name="Google Shape;6391;p102"/>
          <p:cNvGrpSpPr/>
          <p:nvPr/>
        </p:nvGrpSpPr>
        <p:grpSpPr>
          <a:xfrm>
            <a:off x="6186917" y="3173090"/>
            <a:ext cx="329365" cy="351910"/>
            <a:chOff x="-24344425" y="3519475"/>
            <a:chExt cx="276475" cy="295400"/>
          </a:xfrm>
        </p:grpSpPr>
        <p:sp>
          <p:nvSpPr>
            <p:cNvPr id="6392" name="Google Shape;6392;p10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10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94" name="Google Shape;6394;p102"/>
          <p:cNvGrpSpPr/>
          <p:nvPr/>
        </p:nvGrpSpPr>
        <p:grpSpPr>
          <a:xfrm>
            <a:off x="6176597" y="3625010"/>
            <a:ext cx="350004" cy="348128"/>
            <a:chOff x="-24353075" y="3891250"/>
            <a:chExt cx="293800" cy="292225"/>
          </a:xfrm>
        </p:grpSpPr>
        <p:sp>
          <p:nvSpPr>
            <p:cNvPr id="6395" name="Google Shape;6395;p10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10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97" name="Google Shape;6397;p102"/>
          <p:cNvGrpSpPr/>
          <p:nvPr/>
        </p:nvGrpSpPr>
        <p:grpSpPr>
          <a:xfrm>
            <a:off x="7960068" y="3173313"/>
            <a:ext cx="353757" cy="351463"/>
            <a:chOff x="-22845575" y="3504075"/>
            <a:chExt cx="296950" cy="295025"/>
          </a:xfrm>
        </p:grpSpPr>
        <p:sp>
          <p:nvSpPr>
            <p:cNvPr id="6398" name="Google Shape;6398;p10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10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00" name="Google Shape;6400;p102"/>
          <p:cNvGrpSpPr/>
          <p:nvPr/>
        </p:nvGrpSpPr>
        <p:grpSpPr>
          <a:xfrm>
            <a:off x="5753249" y="1306961"/>
            <a:ext cx="299344" cy="351880"/>
            <a:chOff x="-27691025" y="3175300"/>
            <a:chExt cx="251275" cy="295375"/>
          </a:xfrm>
        </p:grpSpPr>
        <p:sp>
          <p:nvSpPr>
            <p:cNvPr id="6401" name="Google Shape;6401;p10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10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10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10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05" name="Google Shape;6405;p102"/>
          <p:cNvGrpSpPr/>
          <p:nvPr/>
        </p:nvGrpSpPr>
        <p:grpSpPr>
          <a:xfrm>
            <a:off x="5725566" y="1825637"/>
            <a:ext cx="354710" cy="228015"/>
            <a:chOff x="-27721750" y="3598250"/>
            <a:chExt cx="297750" cy="191400"/>
          </a:xfrm>
        </p:grpSpPr>
        <p:sp>
          <p:nvSpPr>
            <p:cNvPr id="6406" name="Google Shape;6406;p10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10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08" name="Google Shape;6408;p102"/>
          <p:cNvGrpSpPr/>
          <p:nvPr/>
        </p:nvGrpSpPr>
        <p:grpSpPr>
          <a:xfrm>
            <a:off x="5726966" y="2219183"/>
            <a:ext cx="351910" cy="340980"/>
            <a:chOff x="-27719400" y="3925600"/>
            <a:chExt cx="295400" cy="286225"/>
          </a:xfrm>
        </p:grpSpPr>
        <p:sp>
          <p:nvSpPr>
            <p:cNvPr id="6409" name="Google Shape;6409;p10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10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11" name="Google Shape;6411;p102"/>
          <p:cNvGrpSpPr/>
          <p:nvPr/>
        </p:nvGrpSpPr>
        <p:grpSpPr>
          <a:xfrm>
            <a:off x="7948238" y="1306023"/>
            <a:ext cx="353757" cy="353757"/>
            <a:chOff x="-25834600" y="3176875"/>
            <a:chExt cx="296950" cy="296950"/>
          </a:xfrm>
        </p:grpSpPr>
        <p:sp>
          <p:nvSpPr>
            <p:cNvPr id="6412" name="Google Shape;6412;p10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10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10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10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10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17" name="Google Shape;6417;p102"/>
          <p:cNvGrpSpPr/>
          <p:nvPr/>
        </p:nvGrpSpPr>
        <p:grpSpPr>
          <a:xfrm>
            <a:off x="7948238" y="1774024"/>
            <a:ext cx="353757" cy="331241"/>
            <a:chOff x="-25834600" y="3564375"/>
            <a:chExt cx="296950" cy="278050"/>
          </a:xfrm>
        </p:grpSpPr>
        <p:sp>
          <p:nvSpPr>
            <p:cNvPr id="6418" name="Google Shape;6418;p10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10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10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10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10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10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10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10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26" name="Google Shape;6426;p102"/>
          <p:cNvGrpSpPr/>
          <p:nvPr/>
        </p:nvGrpSpPr>
        <p:grpSpPr>
          <a:xfrm>
            <a:off x="7946362" y="2213376"/>
            <a:ext cx="357509" cy="352595"/>
            <a:chOff x="-25834600" y="3915850"/>
            <a:chExt cx="300100" cy="295975"/>
          </a:xfrm>
        </p:grpSpPr>
        <p:sp>
          <p:nvSpPr>
            <p:cNvPr id="6427" name="Google Shape;6427;p10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10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10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30" name="Google Shape;6430;p102"/>
          <p:cNvGrpSpPr/>
          <p:nvPr/>
        </p:nvGrpSpPr>
        <p:grpSpPr>
          <a:xfrm>
            <a:off x="6681790" y="2694606"/>
            <a:ext cx="228968" cy="350987"/>
            <a:chOff x="-23930925" y="3149300"/>
            <a:chExt cx="192200" cy="294625"/>
          </a:xfrm>
        </p:grpSpPr>
        <p:sp>
          <p:nvSpPr>
            <p:cNvPr id="6431" name="Google Shape;6431;p10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10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10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10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35" name="Google Shape;6435;p102"/>
          <p:cNvGrpSpPr/>
          <p:nvPr/>
        </p:nvGrpSpPr>
        <p:grpSpPr>
          <a:xfrm>
            <a:off x="6638620" y="3173090"/>
            <a:ext cx="315307" cy="351910"/>
            <a:chOff x="-23962425" y="3519475"/>
            <a:chExt cx="264675" cy="295400"/>
          </a:xfrm>
        </p:grpSpPr>
        <p:sp>
          <p:nvSpPr>
            <p:cNvPr id="6436" name="Google Shape;6436;p10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10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438" name="Google Shape;6438;p102"/>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439" name="Google Shape;6439;p102"/>
          <p:cNvGrpSpPr/>
          <p:nvPr/>
        </p:nvGrpSpPr>
        <p:grpSpPr>
          <a:xfrm>
            <a:off x="8017295" y="3623134"/>
            <a:ext cx="239302" cy="351880"/>
            <a:chOff x="-22788075" y="3904625"/>
            <a:chExt cx="200875" cy="295375"/>
          </a:xfrm>
        </p:grpSpPr>
        <p:sp>
          <p:nvSpPr>
            <p:cNvPr id="6440" name="Google Shape;6440;p10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10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10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10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44" name="Google Shape;6444;p102"/>
          <p:cNvGrpSpPr/>
          <p:nvPr/>
        </p:nvGrpSpPr>
        <p:grpSpPr>
          <a:xfrm>
            <a:off x="6172593" y="1306499"/>
            <a:ext cx="354710" cy="352803"/>
            <a:chOff x="-27351575" y="3175300"/>
            <a:chExt cx="297750" cy="296150"/>
          </a:xfrm>
        </p:grpSpPr>
        <p:sp>
          <p:nvSpPr>
            <p:cNvPr id="6445" name="Google Shape;6445;p10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10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10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10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49" name="Google Shape;6449;p102"/>
          <p:cNvGrpSpPr/>
          <p:nvPr/>
        </p:nvGrpSpPr>
        <p:grpSpPr>
          <a:xfrm>
            <a:off x="6218402" y="1758809"/>
            <a:ext cx="269293" cy="353072"/>
            <a:chOff x="-27313750" y="3545275"/>
            <a:chExt cx="226050" cy="296375"/>
          </a:xfrm>
        </p:grpSpPr>
        <p:sp>
          <p:nvSpPr>
            <p:cNvPr id="6450" name="Google Shape;6450;p10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10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10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53" name="Google Shape;6453;p102"/>
          <p:cNvGrpSpPr/>
          <p:nvPr/>
        </p:nvGrpSpPr>
        <p:grpSpPr>
          <a:xfrm>
            <a:off x="6172593" y="2211380"/>
            <a:ext cx="354710" cy="356586"/>
            <a:chOff x="-27351575" y="3915650"/>
            <a:chExt cx="297750" cy="299325"/>
          </a:xfrm>
        </p:grpSpPr>
        <p:sp>
          <p:nvSpPr>
            <p:cNvPr id="6454" name="Google Shape;6454;p10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10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56" name="Google Shape;6456;p102"/>
          <p:cNvGrpSpPr/>
          <p:nvPr/>
        </p:nvGrpSpPr>
        <p:grpSpPr>
          <a:xfrm>
            <a:off x="4860084" y="2693579"/>
            <a:ext cx="319060" cy="353042"/>
            <a:chOff x="-25445525" y="3175900"/>
            <a:chExt cx="267825" cy="296350"/>
          </a:xfrm>
        </p:grpSpPr>
        <p:sp>
          <p:nvSpPr>
            <p:cNvPr id="6457" name="Google Shape;6457;p10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10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10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60" name="Google Shape;6460;p102"/>
          <p:cNvGrpSpPr/>
          <p:nvPr/>
        </p:nvGrpSpPr>
        <p:grpSpPr>
          <a:xfrm>
            <a:off x="4841797" y="3183902"/>
            <a:ext cx="355633" cy="330288"/>
            <a:chOff x="-25465200" y="3565175"/>
            <a:chExt cx="298525" cy="277250"/>
          </a:xfrm>
        </p:grpSpPr>
        <p:sp>
          <p:nvSpPr>
            <p:cNvPr id="6461" name="Google Shape;6461;p10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10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63" name="Google Shape;6463;p102"/>
          <p:cNvGrpSpPr/>
          <p:nvPr/>
        </p:nvGrpSpPr>
        <p:grpSpPr>
          <a:xfrm>
            <a:off x="4841336" y="3623432"/>
            <a:ext cx="356556" cy="351285"/>
            <a:chOff x="-25465200" y="3916150"/>
            <a:chExt cx="299300" cy="294875"/>
          </a:xfrm>
        </p:grpSpPr>
        <p:sp>
          <p:nvSpPr>
            <p:cNvPr id="6464" name="Google Shape;6464;p10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10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66" name="Google Shape;6466;p102"/>
          <p:cNvGrpSpPr/>
          <p:nvPr/>
        </p:nvGrpSpPr>
        <p:grpSpPr>
          <a:xfrm>
            <a:off x="7068775" y="2693698"/>
            <a:ext cx="351880" cy="352803"/>
            <a:chOff x="-23615075" y="3148525"/>
            <a:chExt cx="295375" cy="296150"/>
          </a:xfrm>
        </p:grpSpPr>
        <p:sp>
          <p:nvSpPr>
            <p:cNvPr id="6467" name="Google Shape;6467;p10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10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10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10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471" name="Google Shape;6471;p102"/>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472" name="Google Shape;6472;p102"/>
          <p:cNvGrpSpPr/>
          <p:nvPr/>
        </p:nvGrpSpPr>
        <p:grpSpPr>
          <a:xfrm>
            <a:off x="7068299" y="3632977"/>
            <a:ext cx="352833" cy="332194"/>
            <a:chOff x="-23615075" y="3906200"/>
            <a:chExt cx="296175" cy="278850"/>
          </a:xfrm>
        </p:grpSpPr>
        <p:sp>
          <p:nvSpPr>
            <p:cNvPr id="6473" name="Google Shape;6473;p10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10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10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476" name="Google Shape;6476;p102"/>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477" name="Google Shape;6477;p102"/>
          <p:cNvGrpSpPr/>
          <p:nvPr/>
        </p:nvGrpSpPr>
        <p:grpSpPr>
          <a:xfrm>
            <a:off x="6617268" y="1306618"/>
            <a:ext cx="353757" cy="352565"/>
            <a:chOff x="-26980600" y="3175500"/>
            <a:chExt cx="296950" cy="295950"/>
          </a:xfrm>
        </p:grpSpPr>
        <p:sp>
          <p:nvSpPr>
            <p:cNvPr id="6478" name="Google Shape;6478;p10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10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10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481" name="Google Shape;6481;p102"/>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482" name="Google Shape;6482;p102"/>
          <p:cNvGrpSpPr/>
          <p:nvPr/>
        </p:nvGrpSpPr>
        <p:grpSpPr>
          <a:xfrm>
            <a:off x="6617744" y="2245154"/>
            <a:ext cx="352803" cy="289039"/>
            <a:chOff x="-26981375" y="3951875"/>
            <a:chExt cx="296150" cy="242625"/>
          </a:xfrm>
        </p:grpSpPr>
        <p:sp>
          <p:nvSpPr>
            <p:cNvPr id="6483" name="Google Shape;6483;p10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10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10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86" name="Google Shape;6486;p102"/>
          <p:cNvGrpSpPr/>
          <p:nvPr/>
        </p:nvGrpSpPr>
        <p:grpSpPr>
          <a:xfrm>
            <a:off x="5282787" y="2692745"/>
            <a:ext cx="351910" cy="354710"/>
            <a:chOff x="-25094250" y="3176075"/>
            <a:chExt cx="295400" cy="297750"/>
          </a:xfrm>
        </p:grpSpPr>
        <p:sp>
          <p:nvSpPr>
            <p:cNvPr id="6487" name="Google Shape;6487;p10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10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10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90" name="Google Shape;6490;p102"/>
          <p:cNvGrpSpPr/>
          <p:nvPr/>
        </p:nvGrpSpPr>
        <p:grpSpPr>
          <a:xfrm>
            <a:off x="5282787" y="3173106"/>
            <a:ext cx="351910" cy="351880"/>
            <a:chOff x="-25094250" y="3547050"/>
            <a:chExt cx="295400" cy="295375"/>
          </a:xfrm>
        </p:grpSpPr>
        <p:sp>
          <p:nvSpPr>
            <p:cNvPr id="6491" name="Google Shape;6491;p10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10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10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10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10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496" name="Google Shape;6496;p102"/>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497" name="Google Shape;6497;p102"/>
          <p:cNvGrpSpPr/>
          <p:nvPr/>
        </p:nvGrpSpPr>
        <p:grpSpPr>
          <a:xfrm>
            <a:off x="7514864" y="2693698"/>
            <a:ext cx="352803" cy="352803"/>
            <a:chOff x="-23245675" y="3148525"/>
            <a:chExt cx="296150" cy="296150"/>
          </a:xfrm>
        </p:grpSpPr>
        <p:sp>
          <p:nvSpPr>
            <p:cNvPr id="6498" name="Google Shape;6498;p10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10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10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01" name="Google Shape;6501;p102"/>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02" name="Google Shape;6502;p102"/>
          <p:cNvGrpSpPr/>
          <p:nvPr/>
        </p:nvGrpSpPr>
        <p:grpSpPr>
          <a:xfrm>
            <a:off x="7515325" y="3622672"/>
            <a:ext cx="351880" cy="352803"/>
            <a:chOff x="-23244900" y="3888100"/>
            <a:chExt cx="295375" cy="296150"/>
          </a:xfrm>
        </p:grpSpPr>
        <p:sp>
          <p:nvSpPr>
            <p:cNvPr id="6503" name="Google Shape;6503;p10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10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10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10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10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10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10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10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10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10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10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14" name="Google Shape;6514;p102"/>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102"/>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GB" sz="2400" u="none" cap="none" strike="noStrike">
                <a:solidFill>
                  <a:schemeClr val="lt1"/>
                </a:solidFill>
                <a:latin typeface="Arial"/>
                <a:ea typeface="Arial"/>
                <a:cs typeface="Arial"/>
                <a:sym typeface="Arial"/>
              </a:rPr>
              <a:t>Educational Icons</a:t>
            </a:r>
            <a:endParaRPr b="0" i="0" sz="2400" u="none" cap="none" strike="noStrike">
              <a:solidFill>
                <a:schemeClr val="lt1"/>
              </a:solidFill>
              <a:latin typeface="Arial"/>
              <a:ea typeface="Arial"/>
              <a:cs typeface="Arial"/>
              <a:sym typeface="Arial"/>
            </a:endParaRPr>
          </a:p>
        </p:txBody>
      </p:sp>
      <p:sp>
        <p:nvSpPr>
          <p:cNvPr id="6516" name="Google Shape;6516;p102"/>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GB" sz="2400" u="none" cap="none" strike="noStrike">
                <a:solidFill>
                  <a:schemeClr val="lt1"/>
                </a:solidFill>
                <a:latin typeface="Arial"/>
                <a:ea typeface="Arial"/>
                <a:cs typeface="Arial"/>
                <a:sym typeface="Arial"/>
              </a:rPr>
              <a:t>Medical Icons</a:t>
            </a:r>
            <a:endParaRPr b="0" i="0" sz="2400" u="none" cap="none" strike="noStrike">
              <a:solidFill>
                <a:schemeClr val="lt1"/>
              </a:solidFill>
              <a:latin typeface="Arial"/>
              <a:ea typeface="Arial"/>
              <a:cs typeface="Arial"/>
              <a:sym typeface="Aria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20" name="Shape 6520"/>
        <p:cNvGrpSpPr/>
        <p:nvPr/>
      </p:nvGrpSpPr>
      <p:grpSpPr>
        <a:xfrm>
          <a:off x="0" y="0"/>
          <a:ext cx="0" cy="0"/>
          <a:chOff x="0" y="0"/>
          <a:chExt cx="0" cy="0"/>
        </a:xfrm>
      </p:grpSpPr>
      <p:sp>
        <p:nvSpPr>
          <p:cNvPr id="6521" name="Google Shape;6521;p103"/>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22" name="Google Shape;6522;p103"/>
          <p:cNvGrpSpPr/>
          <p:nvPr/>
        </p:nvGrpSpPr>
        <p:grpSpPr>
          <a:xfrm>
            <a:off x="832654" y="1819647"/>
            <a:ext cx="367261" cy="367261"/>
            <a:chOff x="-65145700" y="3727425"/>
            <a:chExt cx="317425" cy="317425"/>
          </a:xfrm>
        </p:grpSpPr>
        <p:sp>
          <p:nvSpPr>
            <p:cNvPr id="6523" name="Google Shape;6523;p10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10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25" name="Google Shape;6525;p103"/>
          <p:cNvGrpSpPr/>
          <p:nvPr/>
        </p:nvGrpSpPr>
        <p:grpSpPr>
          <a:xfrm>
            <a:off x="835851" y="2248561"/>
            <a:ext cx="360868" cy="367261"/>
            <a:chOff x="-65144125" y="4094450"/>
            <a:chExt cx="311900" cy="317425"/>
          </a:xfrm>
        </p:grpSpPr>
        <p:sp>
          <p:nvSpPr>
            <p:cNvPr id="6526" name="Google Shape;6526;p10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10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10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29" name="Google Shape;6529;p103"/>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30" name="Google Shape;6530;p103"/>
          <p:cNvGrpSpPr/>
          <p:nvPr/>
        </p:nvGrpSpPr>
        <p:grpSpPr>
          <a:xfrm>
            <a:off x="3039420" y="1819256"/>
            <a:ext cx="370645" cy="368042"/>
            <a:chOff x="-63250675" y="3744075"/>
            <a:chExt cx="320350" cy="318100"/>
          </a:xfrm>
        </p:grpSpPr>
        <p:sp>
          <p:nvSpPr>
            <p:cNvPr id="6531" name="Google Shape;6531;p10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10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10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34" name="Google Shape;6534;p103"/>
          <p:cNvGrpSpPr/>
          <p:nvPr/>
        </p:nvGrpSpPr>
        <p:grpSpPr>
          <a:xfrm>
            <a:off x="3041112" y="2248561"/>
            <a:ext cx="367261" cy="367261"/>
            <a:chOff x="-63250675" y="4110200"/>
            <a:chExt cx="317425" cy="317425"/>
          </a:xfrm>
        </p:grpSpPr>
        <p:sp>
          <p:nvSpPr>
            <p:cNvPr id="6535" name="Google Shape;6535;p10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10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10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10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10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10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10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10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10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44" name="Google Shape;6544;p103"/>
          <p:cNvGrpSpPr/>
          <p:nvPr/>
        </p:nvGrpSpPr>
        <p:grpSpPr>
          <a:xfrm>
            <a:off x="1720159" y="2745656"/>
            <a:ext cx="359075" cy="358844"/>
            <a:chOff x="-61351725" y="3372400"/>
            <a:chExt cx="310350" cy="310150"/>
          </a:xfrm>
        </p:grpSpPr>
        <p:sp>
          <p:nvSpPr>
            <p:cNvPr id="6545" name="Google Shape;6545;p10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10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10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48" name="Google Shape;6548;p103"/>
          <p:cNvGrpSpPr/>
          <p:nvPr/>
        </p:nvGrpSpPr>
        <p:grpSpPr>
          <a:xfrm>
            <a:off x="1716514" y="3208713"/>
            <a:ext cx="366364" cy="333534"/>
            <a:chOff x="-61354875" y="3751050"/>
            <a:chExt cx="316650" cy="288275"/>
          </a:xfrm>
        </p:grpSpPr>
        <p:sp>
          <p:nvSpPr>
            <p:cNvPr id="6549" name="Google Shape;6549;p10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10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10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52" name="Google Shape;6552;p103"/>
          <p:cNvGrpSpPr/>
          <p:nvPr/>
        </p:nvGrpSpPr>
        <p:grpSpPr>
          <a:xfrm>
            <a:off x="1716514" y="3650352"/>
            <a:ext cx="366364" cy="367290"/>
            <a:chOff x="-61354875" y="4101525"/>
            <a:chExt cx="316650" cy="317450"/>
          </a:xfrm>
        </p:grpSpPr>
        <p:sp>
          <p:nvSpPr>
            <p:cNvPr id="6553" name="Google Shape;6553;p10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10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55" name="Google Shape;6555;p103"/>
          <p:cNvGrpSpPr/>
          <p:nvPr/>
        </p:nvGrpSpPr>
        <p:grpSpPr>
          <a:xfrm>
            <a:off x="3932949" y="2742228"/>
            <a:ext cx="368157" cy="365699"/>
            <a:chOff x="-59470075" y="3308975"/>
            <a:chExt cx="318200" cy="316075"/>
          </a:xfrm>
        </p:grpSpPr>
        <p:sp>
          <p:nvSpPr>
            <p:cNvPr id="6556" name="Google Shape;6556;p10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10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10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10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10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10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10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10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10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65" name="Google Shape;6565;p103"/>
          <p:cNvGrpSpPr/>
          <p:nvPr/>
        </p:nvGrpSpPr>
        <p:grpSpPr>
          <a:xfrm>
            <a:off x="1278379" y="1377933"/>
            <a:ext cx="367261" cy="364686"/>
            <a:chOff x="-64781025" y="3361050"/>
            <a:chExt cx="317425" cy="315200"/>
          </a:xfrm>
        </p:grpSpPr>
        <p:sp>
          <p:nvSpPr>
            <p:cNvPr id="6566" name="Google Shape;6566;p10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10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10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10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70" name="Google Shape;6570;p103"/>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103"/>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103"/>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73" name="Google Shape;6573;p103"/>
          <p:cNvGrpSpPr/>
          <p:nvPr/>
        </p:nvGrpSpPr>
        <p:grpSpPr>
          <a:xfrm>
            <a:off x="3482779" y="1819372"/>
            <a:ext cx="382765" cy="367810"/>
            <a:chOff x="-62890750" y="3747425"/>
            <a:chExt cx="330825" cy="317900"/>
          </a:xfrm>
        </p:grpSpPr>
        <p:sp>
          <p:nvSpPr>
            <p:cNvPr id="6574" name="Google Shape;6574;p10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10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10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10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10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10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10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10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10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10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10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10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10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10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88" name="Google Shape;6588;p103"/>
          <p:cNvGrpSpPr/>
          <p:nvPr/>
        </p:nvGrpSpPr>
        <p:grpSpPr>
          <a:xfrm>
            <a:off x="3490531" y="2249009"/>
            <a:ext cx="367261" cy="366364"/>
            <a:chOff x="-62884425" y="4111775"/>
            <a:chExt cx="317425" cy="316650"/>
          </a:xfrm>
        </p:grpSpPr>
        <p:sp>
          <p:nvSpPr>
            <p:cNvPr id="6589" name="Google Shape;6589;p10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10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91" name="Google Shape;6591;p103"/>
          <p:cNvGrpSpPr/>
          <p:nvPr/>
        </p:nvGrpSpPr>
        <p:grpSpPr>
          <a:xfrm>
            <a:off x="2163165" y="2745078"/>
            <a:ext cx="365438" cy="360001"/>
            <a:chOff x="-60991775" y="3376900"/>
            <a:chExt cx="315850" cy="311150"/>
          </a:xfrm>
        </p:grpSpPr>
        <p:sp>
          <p:nvSpPr>
            <p:cNvPr id="6592" name="Google Shape;6592;p10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10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10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95" name="Google Shape;6595;p103"/>
          <p:cNvGrpSpPr/>
          <p:nvPr/>
        </p:nvGrpSpPr>
        <p:grpSpPr>
          <a:xfrm>
            <a:off x="2162702" y="3195942"/>
            <a:ext cx="366364" cy="359075"/>
            <a:chOff x="-60988625" y="3740800"/>
            <a:chExt cx="316650" cy="310350"/>
          </a:xfrm>
        </p:grpSpPr>
        <p:sp>
          <p:nvSpPr>
            <p:cNvPr id="6596" name="Google Shape;6596;p10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10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10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99" name="Google Shape;6599;p103"/>
          <p:cNvGrpSpPr/>
          <p:nvPr/>
        </p:nvGrpSpPr>
        <p:grpSpPr>
          <a:xfrm>
            <a:off x="2162702" y="3651393"/>
            <a:ext cx="366364" cy="365207"/>
            <a:chOff x="-60987850" y="4100950"/>
            <a:chExt cx="316650" cy="315650"/>
          </a:xfrm>
        </p:grpSpPr>
        <p:sp>
          <p:nvSpPr>
            <p:cNvPr id="6600" name="Google Shape;6600;p10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10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10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10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10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05" name="Google Shape;6605;p103"/>
          <p:cNvGrpSpPr/>
          <p:nvPr/>
        </p:nvGrpSpPr>
        <p:grpSpPr>
          <a:xfrm>
            <a:off x="3932486" y="3196853"/>
            <a:ext cx="369083" cy="357253"/>
            <a:chOff x="-59447250" y="3706150"/>
            <a:chExt cx="319000" cy="308775"/>
          </a:xfrm>
        </p:grpSpPr>
        <p:sp>
          <p:nvSpPr>
            <p:cNvPr id="6606" name="Google Shape;6606;p10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10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10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10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10" name="Google Shape;6610;p103"/>
          <p:cNvGrpSpPr/>
          <p:nvPr/>
        </p:nvGrpSpPr>
        <p:grpSpPr>
          <a:xfrm>
            <a:off x="1721214" y="1378164"/>
            <a:ext cx="368186" cy="364224"/>
            <a:chOff x="-64406125" y="3362225"/>
            <a:chExt cx="318225" cy="314800"/>
          </a:xfrm>
        </p:grpSpPr>
        <p:sp>
          <p:nvSpPr>
            <p:cNvPr id="6611" name="Google Shape;6611;p10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10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13" name="Google Shape;6613;p103"/>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14" name="Google Shape;6614;p103"/>
          <p:cNvGrpSpPr/>
          <p:nvPr/>
        </p:nvGrpSpPr>
        <p:grpSpPr>
          <a:xfrm>
            <a:off x="1721677" y="2249009"/>
            <a:ext cx="367261" cy="366364"/>
            <a:chOff x="-64410850" y="4094450"/>
            <a:chExt cx="317425" cy="316650"/>
          </a:xfrm>
        </p:grpSpPr>
        <p:sp>
          <p:nvSpPr>
            <p:cNvPr id="6615" name="Google Shape;6615;p10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10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10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18" name="Google Shape;6618;p103"/>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19" name="Google Shape;6619;p103"/>
          <p:cNvGrpSpPr/>
          <p:nvPr/>
        </p:nvGrpSpPr>
        <p:grpSpPr>
          <a:xfrm>
            <a:off x="3943225" y="1819083"/>
            <a:ext cx="365467" cy="368389"/>
            <a:chOff x="-62516625" y="3743175"/>
            <a:chExt cx="315875" cy="318400"/>
          </a:xfrm>
        </p:grpSpPr>
        <p:sp>
          <p:nvSpPr>
            <p:cNvPr id="6620" name="Google Shape;6620;p10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10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22" name="Google Shape;6622;p103"/>
          <p:cNvGrpSpPr/>
          <p:nvPr/>
        </p:nvGrpSpPr>
        <p:grpSpPr>
          <a:xfrm>
            <a:off x="3950065" y="2269054"/>
            <a:ext cx="351786" cy="326274"/>
            <a:chOff x="-62511900" y="4129100"/>
            <a:chExt cx="304050" cy="282000"/>
          </a:xfrm>
        </p:grpSpPr>
        <p:sp>
          <p:nvSpPr>
            <p:cNvPr id="6623" name="Google Shape;6623;p10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10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10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10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10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28" name="Google Shape;6628;p103"/>
          <p:cNvGrpSpPr/>
          <p:nvPr/>
        </p:nvGrpSpPr>
        <p:grpSpPr>
          <a:xfrm>
            <a:off x="2628187" y="2741448"/>
            <a:ext cx="310770" cy="367261"/>
            <a:chOff x="-60597975" y="3367475"/>
            <a:chExt cx="268600" cy="317425"/>
          </a:xfrm>
        </p:grpSpPr>
        <p:sp>
          <p:nvSpPr>
            <p:cNvPr id="6629" name="Google Shape;6629;p10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10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10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10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10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34" name="Google Shape;6634;p103"/>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35" name="Google Shape;6635;p103"/>
          <p:cNvGrpSpPr/>
          <p:nvPr/>
        </p:nvGrpSpPr>
        <p:grpSpPr>
          <a:xfrm>
            <a:off x="2600390" y="3702764"/>
            <a:ext cx="366364" cy="262465"/>
            <a:chOff x="-60621600" y="4145650"/>
            <a:chExt cx="316650" cy="226850"/>
          </a:xfrm>
        </p:grpSpPr>
        <p:sp>
          <p:nvSpPr>
            <p:cNvPr id="6636" name="Google Shape;6636;p10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10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10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39" name="Google Shape;6639;p103"/>
          <p:cNvGrpSpPr/>
          <p:nvPr/>
        </p:nvGrpSpPr>
        <p:grpSpPr>
          <a:xfrm>
            <a:off x="3937042" y="3651263"/>
            <a:ext cx="359972" cy="365467"/>
            <a:chOff x="-59400775" y="4084200"/>
            <a:chExt cx="311125" cy="315875"/>
          </a:xfrm>
        </p:grpSpPr>
        <p:sp>
          <p:nvSpPr>
            <p:cNvPr id="6640" name="Google Shape;6640;p10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10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10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10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10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10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46" name="Google Shape;6646;p103"/>
          <p:cNvGrpSpPr/>
          <p:nvPr/>
        </p:nvGrpSpPr>
        <p:grpSpPr>
          <a:xfrm>
            <a:off x="2161136" y="1377094"/>
            <a:ext cx="365438" cy="366364"/>
            <a:chOff x="-64044600" y="3360375"/>
            <a:chExt cx="315850" cy="316650"/>
          </a:xfrm>
        </p:grpSpPr>
        <p:sp>
          <p:nvSpPr>
            <p:cNvPr id="6647" name="Google Shape;6647;p10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10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10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50" name="Google Shape;6650;p103"/>
          <p:cNvGrpSpPr/>
          <p:nvPr/>
        </p:nvGrpSpPr>
        <p:grpSpPr>
          <a:xfrm>
            <a:off x="2187559" y="1819647"/>
            <a:ext cx="312592" cy="367261"/>
            <a:chOff x="-64022550" y="3727425"/>
            <a:chExt cx="270175" cy="317425"/>
          </a:xfrm>
        </p:grpSpPr>
        <p:sp>
          <p:nvSpPr>
            <p:cNvPr id="6651" name="Google Shape;6651;p10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10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10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54" name="Google Shape;6654;p103"/>
          <p:cNvGrpSpPr/>
          <p:nvPr/>
        </p:nvGrpSpPr>
        <p:grpSpPr>
          <a:xfrm>
            <a:off x="2211697" y="2248547"/>
            <a:ext cx="264317" cy="367290"/>
            <a:chOff x="-64001300" y="4093650"/>
            <a:chExt cx="228450" cy="317450"/>
          </a:xfrm>
        </p:grpSpPr>
        <p:sp>
          <p:nvSpPr>
            <p:cNvPr id="6655" name="Google Shape;6655;p10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10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10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10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59" name="Google Shape;6659;p103"/>
          <p:cNvGrpSpPr/>
          <p:nvPr/>
        </p:nvGrpSpPr>
        <p:grpSpPr>
          <a:xfrm>
            <a:off x="830701" y="2741838"/>
            <a:ext cx="359972" cy="366480"/>
            <a:chOff x="-62148800" y="3377700"/>
            <a:chExt cx="311125" cy="316750"/>
          </a:xfrm>
        </p:grpSpPr>
        <p:sp>
          <p:nvSpPr>
            <p:cNvPr id="6660" name="Google Shape;6660;p10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10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62" name="Google Shape;6662;p103"/>
          <p:cNvGrpSpPr/>
          <p:nvPr/>
        </p:nvGrpSpPr>
        <p:grpSpPr>
          <a:xfrm>
            <a:off x="826608" y="3191835"/>
            <a:ext cx="368157" cy="367290"/>
            <a:chOff x="-62154300" y="3743950"/>
            <a:chExt cx="318200" cy="317450"/>
          </a:xfrm>
        </p:grpSpPr>
        <p:sp>
          <p:nvSpPr>
            <p:cNvPr id="6663" name="Google Shape;6663;p10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10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65" name="Google Shape;6665;p103"/>
          <p:cNvGrpSpPr/>
          <p:nvPr/>
        </p:nvGrpSpPr>
        <p:grpSpPr>
          <a:xfrm>
            <a:off x="826594" y="3650815"/>
            <a:ext cx="368186" cy="366364"/>
            <a:chOff x="-62151950" y="4111775"/>
            <a:chExt cx="318225" cy="316650"/>
          </a:xfrm>
        </p:grpSpPr>
        <p:sp>
          <p:nvSpPr>
            <p:cNvPr id="6666" name="Google Shape;6666;p10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10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10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10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70" name="Google Shape;6670;p103"/>
          <p:cNvGrpSpPr/>
          <p:nvPr/>
        </p:nvGrpSpPr>
        <p:grpSpPr>
          <a:xfrm>
            <a:off x="3045218" y="2741361"/>
            <a:ext cx="368157" cy="367434"/>
            <a:chOff x="-60254550" y="3367325"/>
            <a:chExt cx="318200" cy="317575"/>
          </a:xfrm>
        </p:grpSpPr>
        <p:sp>
          <p:nvSpPr>
            <p:cNvPr id="6671" name="Google Shape;6671;p10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10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10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10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75" name="Google Shape;6675;p103"/>
          <p:cNvGrpSpPr/>
          <p:nvPr/>
        </p:nvGrpSpPr>
        <p:grpSpPr>
          <a:xfrm>
            <a:off x="3046115" y="3192355"/>
            <a:ext cx="366364" cy="366248"/>
            <a:chOff x="-60255350" y="3733825"/>
            <a:chExt cx="316650" cy="316550"/>
          </a:xfrm>
        </p:grpSpPr>
        <p:sp>
          <p:nvSpPr>
            <p:cNvPr id="6676" name="Google Shape;6676;p10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10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10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10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10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10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10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83" name="Google Shape;6683;p103"/>
          <p:cNvGrpSpPr/>
          <p:nvPr/>
        </p:nvGrpSpPr>
        <p:grpSpPr>
          <a:xfrm>
            <a:off x="3073912" y="3651263"/>
            <a:ext cx="310770" cy="365467"/>
            <a:chOff x="-60232500" y="4101525"/>
            <a:chExt cx="268600" cy="315875"/>
          </a:xfrm>
        </p:grpSpPr>
        <p:sp>
          <p:nvSpPr>
            <p:cNvPr id="6684" name="Google Shape;6684;p10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10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86" name="Google Shape;6686;p103"/>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87" name="Google Shape;6687;p103"/>
          <p:cNvGrpSpPr/>
          <p:nvPr/>
        </p:nvGrpSpPr>
        <p:grpSpPr>
          <a:xfrm>
            <a:off x="2606912" y="1377094"/>
            <a:ext cx="368186" cy="366364"/>
            <a:chOff x="-63679950" y="3360375"/>
            <a:chExt cx="318225" cy="316650"/>
          </a:xfrm>
        </p:grpSpPr>
        <p:sp>
          <p:nvSpPr>
            <p:cNvPr id="6688" name="Google Shape;6688;p10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10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10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10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92" name="Google Shape;6692;p103"/>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693" name="Google Shape;6693;p103"/>
          <p:cNvGrpSpPr/>
          <p:nvPr/>
        </p:nvGrpSpPr>
        <p:grpSpPr>
          <a:xfrm>
            <a:off x="2605539" y="2248431"/>
            <a:ext cx="370934" cy="367521"/>
            <a:chOff x="-63679950" y="4093450"/>
            <a:chExt cx="320600" cy="317650"/>
          </a:xfrm>
        </p:grpSpPr>
        <p:sp>
          <p:nvSpPr>
            <p:cNvPr id="6694" name="Google Shape;6694;p10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10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10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97" name="Google Shape;6697;p103"/>
          <p:cNvGrpSpPr/>
          <p:nvPr/>
        </p:nvGrpSpPr>
        <p:grpSpPr>
          <a:xfrm>
            <a:off x="1265656" y="2741433"/>
            <a:ext cx="366364" cy="367290"/>
            <a:chOff x="-61784125" y="3377700"/>
            <a:chExt cx="316650" cy="317450"/>
          </a:xfrm>
        </p:grpSpPr>
        <p:sp>
          <p:nvSpPr>
            <p:cNvPr id="6698" name="Google Shape;6698;p10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10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10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10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10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10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10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05" name="Google Shape;6705;p103"/>
          <p:cNvGrpSpPr/>
          <p:nvPr/>
        </p:nvGrpSpPr>
        <p:grpSpPr>
          <a:xfrm>
            <a:off x="1265656" y="3191835"/>
            <a:ext cx="366364" cy="367290"/>
            <a:chOff x="-61783350" y="3743950"/>
            <a:chExt cx="316650" cy="317450"/>
          </a:xfrm>
        </p:grpSpPr>
        <p:sp>
          <p:nvSpPr>
            <p:cNvPr id="6706" name="Google Shape;6706;p10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10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708" name="Google Shape;6708;p103"/>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103"/>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103"/>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711" name="Google Shape;6711;p103"/>
          <p:cNvGrpSpPr/>
          <p:nvPr/>
        </p:nvGrpSpPr>
        <p:grpSpPr>
          <a:xfrm>
            <a:off x="3487080" y="3651668"/>
            <a:ext cx="369112" cy="364657"/>
            <a:chOff x="-59869425" y="4102225"/>
            <a:chExt cx="319025" cy="315175"/>
          </a:xfrm>
        </p:grpSpPr>
        <p:sp>
          <p:nvSpPr>
            <p:cNvPr id="6712" name="Google Shape;6712;p10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10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10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10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16" name="Google Shape;6716;p103"/>
          <p:cNvGrpSpPr/>
          <p:nvPr/>
        </p:nvGrpSpPr>
        <p:grpSpPr>
          <a:xfrm>
            <a:off x="2605883" y="4120490"/>
            <a:ext cx="366364" cy="365467"/>
            <a:chOff x="-59029025" y="3711650"/>
            <a:chExt cx="316650" cy="315875"/>
          </a:xfrm>
        </p:grpSpPr>
        <p:sp>
          <p:nvSpPr>
            <p:cNvPr id="6717" name="Google Shape;6717;p10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10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10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10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10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10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10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24" name="Google Shape;6724;p103"/>
          <p:cNvGrpSpPr/>
          <p:nvPr/>
        </p:nvGrpSpPr>
        <p:grpSpPr>
          <a:xfrm>
            <a:off x="4841373" y="1398014"/>
            <a:ext cx="351940" cy="348188"/>
            <a:chOff x="581525" y="3254850"/>
            <a:chExt cx="297750" cy="294575"/>
          </a:xfrm>
        </p:grpSpPr>
        <p:sp>
          <p:nvSpPr>
            <p:cNvPr id="6725" name="Google Shape;6725;p10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10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10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28" name="Google Shape;6728;p103"/>
          <p:cNvGrpSpPr/>
          <p:nvPr/>
        </p:nvGrpSpPr>
        <p:grpSpPr>
          <a:xfrm>
            <a:off x="4840442" y="1836950"/>
            <a:ext cx="353802" cy="351497"/>
            <a:chOff x="580725" y="3617925"/>
            <a:chExt cx="299325" cy="297375"/>
          </a:xfrm>
        </p:grpSpPr>
        <p:sp>
          <p:nvSpPr>
            <p:cNvPr id="6729" name="Google Shape;6729;p10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10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10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10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10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34" name="Google Shape;6734;p103"/>
          <p:cNvGrpSpPr/>
          <p:nvPr/>
        </p:nvGrpSpPr>
        <p:grpSpPr>
          <a:xfrm>
            <a:off x="4842304" y="2284140"/>
            <a:ext cx="350079" cy="350079"/>
            <a:chOff x="583100" y="3982600"/>
            <a:chExt cx="296175" cy="296175"/>
          </a:xfrm>
        </p:grpSpPr>
        <p:sp>
          <p:nvSpPr>
            <p:cNvPr id="6735" name="Google Shape;6735;p10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10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10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10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10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10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10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42" name="Google Shape;6742;p103"/>
          <p:cNvGrpSpPr/>
          <p:nvPr/>
        </p:nvGrpSpPr>
        <p:grpSpPr>
          <a:xfrm>
            <a:off x="7074918" y="1397764"/>
            <a:ext cx="307231" cy="348690"/>
            <a:chOff x="2423775" y="3226875"/>
            <a:chExt cx="259925" cy="295000"/>
          </a:xfrm>
        </p:grpSpPr>
        <p:sp>
          <p:nvSpPr>
            <p:cNvPr id="6743" name="Google Shape;6743;p10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10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10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46" name="Google Shape;6746;p103"/>
          <p:cNvGrpSpPr/>
          <p:nvPr/>
        </p:nvGrpSpPr>
        <p:grpSpPr>
          <a:xfrm>
            <a:off x="7052106" y="1839049"/>
            <a:ext cx="352857" cy="347301"/>
            <a:chOff x="2404875" y="3592725"/>
            <a:chExt cx="298525" cy="293825"/>
          </a:xfrm>
        </p:grpSpPr>
        <p:sp>
          <p:nvSpPr>
            <p:cNvPr id="6747" name="Google Shape;6747;p10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10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10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50" name="Google Shape;6750;p103"/>
          <p:cNvGrpSpPr/>
          <p:nvPr/>
        </p:nvGrpSpPr>
        <p:grpSpPr>
          <a:xfrm>
            <a:off x="7053036" y="2284614"/>
            <a:ext cx="350995" cy="349133"/>
            <a:chOff x="2404875" y="3955825"/>
            <a:chExt cx="296950" cy="295375"/>
          </a:xfrm>
        </p:grpSpPr>
        <p:sp>
          <p:nvSpPr>
            <p:cNvPr id="6751" name="Google Shape;6751;p10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10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10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10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55" name="Google Shape;6755;p103"/>
          <p:cNvGrpSpPr/>
          <p:nvPr/>
        </p:nvGrpSpPr>
        <p:grpSpPr>
          <a:xfrm>
            <a:off x="5747016" y="2748808"/>
            <a:ext cx="349163" cy="350079"/>
            <a:chOff x="4263650" y="3235150"/>
            <a:chExt cx="295400" cy="296175"/>
          </a:xfrm>
        </p:grpSpPr>
        <p:sp>
          <p:nvSpPr>
            <p:cNvPr id="6756" name="Google Shape;6756;p10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10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10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10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10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61" name="Google Shape;6761;p103"/>
          <p:cNvGrpSpPr/>
          <p:nvPr/>
        </p:nvGrpSpPr>
        <p:grpSpPr>
          <a:xfrm>
            <a:off x="5744696" y="3207969"/>
            <a:ext cx="353802" cy="327739"/>
            <a:chOff x="4266025" y="3609275"/>
            <a:chExt cx="299325" cy="277275"/>
          </a:xfrm>
        </p:grpSpPr>
        <p:sp>
          <p:nvSpPr>
            <p:cNvPr id="6762" name="Google Shape;6762;p10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10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64" name="Google Shape;6764;p103"/>
          <p:cNvGrpSpPr/>
          <p:nvPr/>
        </p:nvGrpSpPr>
        <p:grpSpPr>
          <a:xfrm>
            <a:off x="5745154" y="3673356"/>
            <a:ext cx="352886" cy="349133"/>
            <a:chOff x="4263650" y="3963700"/>
            <a:chExt cx="298550" cy="295375"/>
          </a:xfrm>
        </p:grpSpPr>
        <p:sp>
          <p:nvSpPr>
            <p:cNvPr id="6765" name="Google Shape;6765;p10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10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10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10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10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10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10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72" name="Google Shape;6772;p103"/>
          <p:cNvGrpSpPr/>
          <p:nvPr/>
        </p:nvGrpSpPr>
        <p:grpSpPr>
          <a:xfrm>
            <a:off x="8023491" y="2748809"/>
            <a:ext cx="226264" cy="350079"/>
            <a:chOff x="6164975" y="3211525"/>
            <a:chExt cx="191425" cy="296175"/>
          </a:xfrm>
        </p:grpSpPr>
        <p:sp>
          <p:nvSpPr>
            <p:cNvPr id="6773" name="Google Shape;6773;p10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10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10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10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10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10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10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80" name="Google Shape;6780;p103"/>
          <p:cNvGrpSpPr/>
          <p:nvPr/>
        </p:nvGrpSpPr>
        <p:grpSpPr>
          <a:xfrm>
            <a:off x="5285528" y="1397084"/>
            <a:ext cx="352886" cy="350049"/>
            <a:chOff x="946175" y="3253275"/>
            <a:chExt cx="298550" cy="296150"/>
          </a:xfrm>
        </p:grpSpPr>
        <p:sp>
          <p:nvSpPr>
            <p:cNvPr id="6781" name="Google Shape;6781;p10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10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10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10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10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86" name="Google Shape;6786;p103"/>
          <p:cNvGrpSpPr/>
          <p:nvPr/>
        </p:nvGrpSpPr>
        <p:grpSpPr>
          <a:xfrm>
            <a:off x="5286459" y="1839048"/>
            <a:ext cx="351024" cy="347301"/>
            <a:chOff x="946175" y="3619500"/>
            <a:chExt cx="296975" cy="293825"/>
          </a:xfrm>
        </p:grpSpPr>
        <p:sp>
          <p:nvSpPr>
            <p:cNvPr id="6787" name="Google Shape;6787;p10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10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10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10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10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10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93" name="Google Shape;6793;p103"/>
          <p:cNvGrpSpPr/>
          <p:nvPr/>
        </p:nvGrpSpPr>
        <p:grpSpPr>
          <a:xfrm>
            <a:off x="5286001" y="2283682"/>
            <a:ext cx="351940" cy="350995"/>
            <a:chOff x="944600" y="3981825"/>
            <a:chExt cx="297750" cy="296950"/>
          </a:xfrm>
        </p:grpSpPr>
        <p:sp>
          <p:nvSpPr>
            <p:cNvPr id="6794" name="Google Shape;6794;p10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10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10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10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98" name="Google Shape;6798;p103"/>
          <p:cNvGrpSpPr/>
          <p:nvPr/>
        </p:nvGrpSpPr>
        <p:grpSpPr>
          <a:xfrm>
            <a:off x="7502937" y="1397542"/>
            <a:ext cx="350079" cy="349133"/>
            <a:chOff x="2768750" y="3227275"/>
            <a:chExt cx="296175" cy="295375"/>
          </a:xfrm>
        </p:grpSpPr>
        <p:sp>
          <p:nvSpPr>
            <p:cNvPr id="6799" name="Google Shape;6799;p10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10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10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10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10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10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10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10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07" name="Google Shape;6807;p103"/>
          <p:cNvGrpSpPr/>
          <p:nvPr/>
        </p:nvGrpSpPr>
        <p:grpSpPr>
          <a:xfrm>
            <a:off x="7523888" y="1838414"/>
            <a:ext cx="308177" cy="348572"/>
            <a:chOff x="2786075" y="3591800"/>
            <a:chExt cx="260725" cy="294900"/>
          </a:xfrm>
        </p:grpSpPr>
        <p:sp>
          <p:nvSpPr>
            <p:cNvPr id="6808" name="Google Shape;6808;p10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10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10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10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10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13" name="Google Shape;6813;p103"/>
          <p:cNvGrpSpPr/>
          <p:nvPr/>
        </p:nvGrpSpPr>
        <p:grpSpPr>
          <a:xfrm>
            <a:off x="7564387" y="2284141"/>
            <a:ext cx="227180" cy="350079"/>
            <a:chOff x="2819150" y="3955025"/>
            <a:chExt cx="192200" cy="296175"/>
          </a:xfrm>
        </p:grpSpPr>
        <p:sp>
          <p:nvSpPr>
            <p:cNvPr id="6814" name="Google Shape;6814;p10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10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10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10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18" name="Google Shape;6818;p103"/>
          <p:cNvGrpSpPr/>
          <p:nvPr/>
        </p:nvGrpSpPr>
        <p:grpSpPr>
          <a:xfrm>
            <a:off x="6188160" y="2749739"/>
            <a:ext cx="349133" cy="348217"/>
            <a:chOff x="4629125" y="3235150"/>
            <a:chExt cx="295375" cy="294600"/>
          </a:xfrm>
        </p:grpSpPr>
        <p:sp>
          <p:nvSpPr>
            <p:cNvPr id="6819" name="Google Shape;6819;p10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10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10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10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10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24" name="Google Shape;6824;p103"/>
          <p:cNvGrpSpPr/>
          <p:nvPr/>
        </p:nvGrpSpPr>
        <p:grpSpPr>
          <a:xfrm>
            <a:off x="6188145" y="3197272"/>
            <a:ext cx="349163" cy="349133"/>
            <a:chOff x="4628325" y="3599825"/>
            <a:chExt cx="295400" cy="295375"/>
          </a:xfrm>
        </p:grpSpPr>
        <p:sp>
          <p:nvSpPr>
            <p:cNvPr id="6825" name="Google Shape;6825;p10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10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10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10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10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10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10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10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10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10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10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10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37" name="Google Shape;6837;p103"/>
          <p:cNvGrpSpPr/>
          <p:nvPr/>
        </p:nvGrpSpPr>
        <p:grpSpPr>
          <a:xfrm>
            <a:off x="6209096" y="3672883"/>
            <a:ext cx="307261" cy="350079"/>
            <a:chOff x="4645650" y="3962900"/>
            <a:chExt cx="259950" cy="296175"/>
          </a:xfrm>
        </p:grpSpPr>
        <p:sp>
          <p:nvSpPr>
            <p:cNvPr id="6838" name="Google Shape;6838;p10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10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10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10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10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10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44" name="Google Shape;6844;p103"/>
          <p:cNvGrpSpPr/>
          <p:nvPr/>
        </p:nvGrpSpPr>
        <p:grpSpPr>
          <a:xfrm>
            <a:off x="7962056" y="3197745"/>
            <a:ext cx="349133" cy="348188"/>
            <a:chOff x="6143725" y="3582500"/>
            <a:chExt cx="295375" cy="294575"/>
          </a:xfrm>
        </p:grpSpPr>
        <p:sp>
          <p:nvSpPr>
            <p:cNvPr id="6845" name="Google Shape;6845;p10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10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10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10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10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10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10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52" name="Google Shape;6852;p103"/>
          <p:cNvGrpSpPr/>
          <p:nvPr/>
        </p:nvGrpSpPr>
        <p:grpSpPr>
          <a:xfrm>
            <a:off x="5730883" y="1397084"/>
            <a:ext cx="350995" cy="350049"/>
            <a:chOff x="1310075" y="3253275"/>
            <a:chExt cx="296950" cy="296150"/>
          </a:xfrm>
        </p:grpSpPr>
        <p:sp>
          <p:nvSpPr>
            <p:cNvPr id="6853" name="Google Shape;6853;p10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10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10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56" name="Google Shape;6856;p103"/>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57" name="Google Shape;6857;p103"/>
          <p:cNvGrpSpPr/>
          <p:nvPr/>
        </p:nvGrpSpPr>
        <p:grpSpPr>
          <a:xfrm>
            <a:off x="5730410" y="2283343"/>
            <a:ext cx="351941" cy="351675"/>
            <a:chOff x="1310075" y="3980250"/>
            <a:chExt cx="297750" cy="297525"/>
          </a:xfrm>
        </p:grpSpPr>
        <p:sp>
          <p:nvSpPr>
            <p:cNvPr id="6858" name="Google Shape;6858;p10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10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10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10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62" name="Google Shape;6862;p103"/>
          <p:cNvGrpSpPr/>
          <p:nvPr/>
        </p:nvGrpSpPr>
        <p:grpSpPr>
          <a:xfrm>
            <a:off x="7995198" y="1397542"/>
            <a:ext cx="266305" cy="349133"/>
            <a:chOff x="3167275" y="3227275"/>
            <a:chExt cx="225300" cy="295375"/>
          </a:xfrm>
        </p:grpSpPr>
        <p:sp>
          <p:nvSpPr>
            <p:cNvPr id="6863" name="Google Shape;6863;p10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10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10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10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10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68" name="Google Shape;6868;p103"/>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69" name="Google Shape;6869;p103"/>
          <p:cNvGrpSpPr/>
          <p:nvPr/>
        </p:nvGrpSpPr>
        <p:grpSpPr>
          <a:xfrm>
            <a:off x="7952380" y="2284599"/>
            <a:ext cx="351940" cy="349163"/>
            <a:chOff x="3133425" y="3955025"/>
            <a:chExt cx="297750" cy="295400"/>
          </a:xfrm>
        </p:grpSpPr>
        <p:sp>
          <p:nvSpPr>
            <p:cNvPr id="6870" name="Google Shape;6870;p10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10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10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73" name="Google Shape;6873;p103"/>
          <p:cNvGrpSpPr/>
          <p:nvPr/>
        </p:nvGrpSpPr>
        <p:grpSpPr>
          <a:xfrm>
            <a:off x="6632554" y="2748187"/>
            <a:ext cx="350079" cy="351320"/>
            <a:chOff x="4991425" y="3234750"/>
            <a:chExt cx="296175" cy="297225"/>
          </a:xfrm>
        </p:grpSpPr>
        <p:sp>
          <p:nvSpPr>
            <p:cNvPr id="6874" name="Google Shape;6874;p10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10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10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10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10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10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80" name="Google Shape;6880;p103"/>
          <p:cNvGrpSpPr/>
          <p:nvPr/>
        </p:nvGrpSpPr>
        <p:grpSpPr>
          <a:xfrm>
            <a:off x="6632554" y="3217750"/>
            <a:ext cx="350079" cy="308177"/>
            <a:chOff x="4991425" y="3617150"/>
            <a:chExt cx="296175" cy="260725"/>
          </a:xfrm>
        </p:grpSpPr>
        <p:sp>
          <p:nvSpPr>
            <p:cNvPr id="6881" name="Google Shape;6881;p10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10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10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10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10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10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10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88" name="Google Shape;6888;p103"/>
          <p:cNvGrpSpPr/>
          <p:nvPr/>
        </p:nvGrpSpPr>
        <p:grpSpPr>
          <a:xfrm>
            <a:off x="6709827" y="3673341"/>
            <a:ext cx="195532" cy="349163"/>
            <a:chOff x="5056800" y="3962900"/>
            <a:chExt cx="165425" cy="295400"/>
          </a:xfrm>
        </p:grpSpPr>
        <p:sp>
          <p:nvSpPr>
            <p:cNvPr id="6889" name="Google Shape;6889;p10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10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10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92" name="Google Shape;6892;p103"/>
          <p:cNvGrpSpPr/>
          <p:nvPr/>
        </p:nvGrpSpPr>
        <p:grpSpPr>
          <a:xfrm>
            <a:off x="7961125" y="3673357"/>
            <a:ext cx="350995" cy="349133"/>
            <a:chOff x="6168925" y="3936925"/>
            <a:chExt cx="296950" cy="295375"/>
          </a:xfrm>
        </p:grpSpPr>
        <p:sp>
          <p:nvSpPr>
            <p:cNvPr id="6893" name="Google Shape;6893;p10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10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10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10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10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10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99" name="Google Shape;6899;p103"/>
          <p:cNvGrpSpPr/>
          <p:nvPr/>
        </p:nvGrpSpPr>
        <p:grpSpPr>
          <a:xfrm>
            <a:off x="6174844" y="1390429"/>
            <a:ext cx="348188" cy="349133"/>
            <a:chOff x="1674750" y="3254050"/>
            <a:chExt cx="294575" cy="295375"/>
          </a:xfrm>
        </p:grpSpPr>
        <p:sp>
          <p:nvSpPr>
            <p:cNvPr id="6900" name="Google Shape;6900;p10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10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10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03" name="Google Shape;6903;p103"/>
          <p:cNvGrpSpPr/>
          <p:nvPr/>
        </p:nvGrpSpPr>
        <p:grpSpPr>
          <a:xfrm>
            <a:off x="6189239" y="1838132"/>
            <a:ext cx="319347" cy="349133"/>
            <a:chOff x="1687350" y="3618725"/>
            <a:chExt cx="270175" cy="295375"/>
          </a:xfrm>
        </p:grpSpPr>
        <p:sp>
          <p:nvSpPr>
            <p:cNvPr id="6904" name="Google Shape;6904;p10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10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10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07" name="Google Shape;6907;p103"/>
          <p:cNvGrpSpPr/>
          <p:nvPr/>
        </p:nvGrpSpPr>
        <p:grpSpPr>
          <a:xfrm>
            <a:off x="6172942" y="2284613"/>
            <a:ext cx="351940" cy="349133"/>
            <a:chOff x="1672375" y="3982600"/>
            <a:chExt cx="297750" cy="295375"/>
          </a:xfrm>
        </p:grpSpPr>
        <p:sp>
          <p:nvSpPr>
            <p:cNvPr id="6908" name="Google Shape;6908;p10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10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10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11" name="Google Shape;6911;p103"/>
          <p:cNvGrpSpPr/>
          <p:nvPr/>
        </p:nvGrpSpPr>
        <p:grpSpPr>
          <a:xfrm>
            <a:off x="4864934" y="2748808"/>
            <a:ext cx="350079" cy="350079"/>
            <a:chOff x="3497300" y="3227275"/>
            <a:chExt cx="296175" cy="296175"/>
          </a:xfrm>
        </p:grpSpPr>
        <p:sp>
          <p:nvSpPr>
            <p:cNvPr id="6912" name="Google Shape;6912;p10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10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10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10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10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10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10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10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20" name="Google Shape;6920;p103"/>
          <p:cNvGrpSpPr/>
          <p:nvPr/>
        </p:nvGrpSpPr>
        <p:grpSpPr>
          <a:xfrm>
            <a:off x="4865407" y="3198203"/>
            <a:ext cx="349133" cy="347272"/>
            <a:chOff x="3497300" y="3591950"/>
            <a:chExt cx="295375" cy="293800"/>
          </a:xfrm>
        </p:grpSpPr>
        <p:sp>
          <p:nvSpPr>
            <p:cNvPr id="6921" name="Google Shape;6921;p10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10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10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10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10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10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10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10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29" name="Google Shape;6929;p103"/>
          <p:cNvGrpSpPr/>
          <p:nvPr/>
        </p:nvGrpSpPr>
        <p:grpSpPr>
          <a:xfrm>
            <a:off x="4865407" y="3673341"/>
            <a:ext cx="349133" cy="349163"/>
            <a:chOff x="3497300" y="3955025"/>
            <a:chExt cx="295375" cy="295400"/>
          </a:xfrm>
        </p:grpSpPr>
        <p:sp>
          <p:nvSpPr>
            <p:cNvPr id="6930" name="Google Shape;6930;p10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10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10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33" name="Google Shape;6933;p103"/>
          <p:cNvGrpSpPr/>
          <p:nvPr/>
        </p:nvGrpSpPr>
        <p:grpSpPr>
          <a:xfrm>
            <a:off x="7089979" y="2749532"/>
            <a:ext cx="327739" cy="348631"/>
            <a:chOff x="5364750" y="3235150"/>
            <a:chExt cx="277275" cy="294950"/>
          </a:xfrm>
        </p:grpSpPr>
        <p:sp>
          <p:nvSpPr>
            <p:cNvPr id="6934" name="Google Shape;6934;p10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10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10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10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10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10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10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10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42" name="Google Shape;6942;p103"/>
          <p:cNvGrpSpPr/>
          <p:nvPr/>
        </p:nvGrpSpPr>
        <p:grpSpPr>
          <a:xfrm>
            <a:off x="7078337" y="3195868"/>
            <a:ext cx="351024" cy="351941"/>
            <a:chOff x="5355300" y="3598250"/>
            <a:chExt cx="296975" cy="297750"/>
          </a:xfrm>
        </p:grpSpPr>
        <p:sp>
          <p:nvSpPr>
            <p:cNvPr id="6943" name="Google Shape;6943;p10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10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10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10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10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10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10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10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51" name="Google Shape;6951;p103"/>
          <p:cNvGrpSpPr/>
          <p:nvPr/>
        </p:nvGrpSpPr>
        <p:grpSpPr>
          <a:xfrm>
            <a:off x="7082533" y="3734790"/>
            <a:ext cx="342632" cy="226264"/>
            <a:chOff x="5358450" y="4015675"/>
            <a:chExt cx="289875" cy="191425"/>
          </a:xfrm>
        </p:grpSpPr>
        <p:sp>
          <p:nvSpPr>
            <p:cNvPr id="6952" name="Google Shape;6952;p10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10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10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10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56" name="Google Shape;6956;p103"/>
          <p:cNvGrpSpPr/>
          <p:nvPr/>
        </p:nvGrpSpPr>
        <p:grpSpPr>
          <a:xfrm>
            <a:off x="6209015" y="4117322"/>
            <a:ext cx="351024" cy="325464"/>
            <a:chOff x="6543825" y="3202075"/>
            <a:chExt cx="296975" cy="275350"/>
          </a:xfrm>
        </p:grpSpPr>
        <p:sp>
          <p:nvSpPr>
            <p:cNvPr id="6957" name="Google Shape;6957;p10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10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10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10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10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10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10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64" name="Google Shape;6964;p103"/>
          <p:cNvGrpSpPr/>
          <p:nvPr/>
        </p:nvGrpSpPr>
        <p:grpSpPr>
          <a:xfrm>
            <a:off x="6615996" y="1397069"/>
            <a:ext cx="350079" cy="350079"/>
            <a:chOff x="2037825" y="3254050"/>
            <a:chExt cx="296175" cy="296175"/>
          </a:xfrm>
        </p:grpSpPr>
        <p:sp>
          <p:nvSpPr>
            <p:cNvPr id="6965" name="Google Shape;6965;p10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10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10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10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10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10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71" name="Google Shape;6971;p103"/>
          <p:cNvGrpSpPr/>
          <p:nvPr/>
        </p:nvGrpSpPr>
        <p:grpSpPr>
          <a:xfrm>
            <a:off x="6614135" y="1838236"/>
            <a:ext cx="353802" cy="348926"/>
            <a:chOff x="2034675" y="3617925"/>
            <a:chExt cx="299325" cy="295200"/>
          </a:xfrm>
        </p:grpSpPr>
        <p:sp>
          <p:nvSpPr>
            <p:cNvPr id="6972" name="Google Shape;6972;p10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10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10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10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10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77" name="Google Shape;6977;p103"/>
          <p:cNvGrpSpPr/>
          <p:nvPr/>
        </p:nvGrpSpPr>
        <p:grpSpPr>
          <a:xfrm>
            <a:off x="6615996" y="2284613"/>
            <a:ext cx="350079" cy="349133"/>
            <a:chOff x="2037825" y="3981825"/>
            <a:chExt cx="296175" cy="295375"/>
          </a:xfrm>
        </p:grpSpPr>
        <p:sp>
          <p:nvSpPr>
            <p:cNvPr id="6978" name="Google Shape;6978;p10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10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10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81" name="Google Shape;6981;p103"/>
          <p:cNvGrpSpPr/>
          <p:nvPr/>
        </p:nvGrpSpPr>
        <p:grpSpPr>
          <a:xfrm>
            <a:off x="5301014" y="2780929"/>
            <a:ext cx="350079" cy="285837"/>
            <a:chOff x="3860400" y="3254050"/>
            <a:chExt cx="296175" cy="241825"/>
          </a:xfrm>
        </p:grpSpPr>
        <p:sp>
          <p:nvSpPr>
            <p:cNvPr id="6982" name="Google Shape;6982;p10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10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10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10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10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10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10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89" name="Google Shape;6989;p103"/>
          <p:cNvGrpSpPr/>
          <p:nvPr/>
        </p:nvGrpSpPr>
        <p:grpSpPr>
          <a:xfrm>
            <a:off x="5300541" y="3196800"/>
            <a:ext cx="351024" cy="350079"/>
            <a:chOff x="3859600" y="3591950"/>
            <a:chExt cx="296975" cy="296175"/>
          </a:xfrm>
        </p:grpSpPr>
        <p:sp>
          <p:nvSpPr>
            <p:cNvPr id="6990" name="Google Shape;6990;p10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10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10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93" name="Google Shape;6993;p103"/>
          <p:cNvGrpSpPr/>
          <p:nvPr/>
        </p:nvGrpSpPr>
        <p:grpSpPr>
          <a:xfrm>
            <a:off x="5301014" y="3672883"/>
            <a:ext cx="350079" cy="350079"/>
            <a:chOff x="3860400" y="3955025"/>
            <a:chExt cx="296175" cy="296175"/>
          </a:xfrm>
        </p:grpSpPr>
        <p:sp>
          <p:nvSpPr>
            <p:cNvPr id="6994" name="Google Shape;6994;p10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10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10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10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10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99" name="Google Shape;6999;p103"/>
          <p:cNvGrpSpPr/>
          <p:nvPr/>
        </p:nvGrpSpPr>
        <p:grpSpPr>
          <a:xfrm>
            <a:off x="7516230" y="2749281"/>
            <a:ext cx="355664" cy="349133"/>
            <a:chOff x="5716825" y="3235950"/>
            <a:chExt cx="300900" cy="295375"/>
          </a:xfrm>
        </p:grpSpPr>
        <p:sp>
          <p:nvSpPr>
            <p:cNvPr id="7000" name="Google Shape;7000;p10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10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10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10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04" name="Google Shape;7004;p103"/>
          <p:cNvGrpSpPr/>
          <p:nvPr/>
        </p:nvGrpSpPr>
        <p:grpSpPr>
          <a:xfrm>
            <a:off x="7529261" y="3207969"/>
            <a:ext cx="329601" cy="327739"/>
            <a:chOff x="5727850" y="3609275"/>
            <a:chExt cx="278850" cy="277275"/>
          </a:xfrm>
        </p:grpSpPr>
        <p:sp>
          <p:nvSpPr>
            <p:cNvPr id="7005" name="Google Shape;7005;p10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10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10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10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10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10" name="Google Shape;7010;p103"/>
          <p:cNvGrpSpPr/>
          <p:nvPr/>
        </p:nvGrpSpPr>
        <p:grpSpPr>
          <a:xfrm>
            <a:off x="7540446" y="3673356"/>
            <a:ext cx="307231" cy="349133"/>
            <a:chOff x="5736525" y="3963700"/>
            <a:chExt cx="259925" cy="295375"/>
          </a:xfrm>
        </p:grpSpPr>
        <p:sp>
          <p:nvSpPr>
            <p:cNvPr id="7011" name="Google Shape;7011;p10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10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10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10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10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10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10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18" name="Google Shape;7018;p103"/>
          <p:cNvGrpSpPr/>
          <p:nvPr/>
        </p:nvGrpSpPr>
        <p:grpSpPr>
          <a:xfrm>
            <a:off x="6632026" y="4122683"/>
            <a:ext cx="351024" cy="350079"/>
            <a:chOff x="6553275" y="3604550"/>
            <a:chExt cx="296975" cy="296175"/>
          </a:xfrm>
        </p:grpSpPr>
        <p:sp>
          <p:nvSpPr>
            <p:cNvPr id="7019" name="Google Shape;7019;p10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10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10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10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10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10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25" name="Google Shape;7025;p10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GB" sz="2400" u="none" cap="none" strike="noStrike">
                <a:solidFill>
                  <a:schemeClr val="lt1"/>
                </a:solidFill>
                <a:latin typeface="Arial"/>
                <a:ea typeface="Arial"/>
                <a:cs typeface="Arial"/>
                <a:sym typeface="Arial"/>
              </a:rPr>
              <a:t>Business Icons</a:t>
            </a:r>
            <a:endParaRPr b="0" i="0" sz="2400" u="none" cap="none" strike="noStrike">
              <a:solidFill>
                <a:schemeClr val="lt1"/>
              </a:solidFill>
              <a:latin typeface="Arial"/>
              <a:ea typeface="Arial"/>
              <a:cs typeface="Arial"/>
              <a:sym typeface="Arial"/>
            </a:endParaRPr>
          </a:p>
        </p:txBody>
      </p:sp>
      <p:sp>
        <p:nvSpPr>
          <p:cNvPr id="7026" name="Google Shape;7026;p10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GB" sz="2400" u="none" cap="none" strike="noStrike">
                <a:solidFill>
                  <a:schemeClr val="lt1"/>
                </a:solidFill>
                <a:latin typeface="Arial"/>
                <a:ea typeface="Arial"/>
                <a:cs typeface="Arial"/>
                <a:sym typeface="Arial"/>
              </a:rPr>
              <a:t>Teamwork Icons</a:t>
            </a:r>
            <a:endParaRPr b="0" i="0" sz="2400" u="none" cap="none" strike="noStrike">
              <a:solidFill>
                <a:schemeClr val="lt1"/>
              </a:solidFill>
              <a:latin typeface="Arial"/>
              <a:ea typeface="Arial"/>
              <a:cs typeface="Arial"/>
              <a:sym typeface="Aria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30" name="Shape 7030"/>
        <p:cNvGrpSpPr/>
        <p:nvPr/>
      </p:nvGrpSpPr>
      <p:grpSpPr>
        <a:xfrm>
          <a:off x="0" y="0"/>
          <a:ext cx="0" cy="0"/>
          <a:chOff x="0" y="0"/>
          <a:chExt cx="0" cy="0"/>
        </a:xfrm>
      </p:grpSpPr>
      <p:grpSp>
        <p:nvGrpSpPr>
          <p:cNvPr id="7031" name="Google Shape;7031;p104"/>
          <p:cNvGrpSpPr/>
          <p:nvPr/>
        </p:nvGrpSpPr>
        <p:grpSpPr>
          <a:xfrm>
            <a:off x="859032" y="1380546"/>
            <a:ext cx="294401" cy="353645"/>
            <a:chOff x="-35814600" y="3202075"/>
            <a:chExt cx="242625" cy="291450"/>
          </a:xfrm>
        </p:grpSpPr>
        <p:sp>
          <p:nvSpPr>
            <p:cNvPr id="7032" name="Google Shape;7032;p10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10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10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10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10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10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10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39" name="Google Shape;7039;p104"/>
          <p:cNvGrpSpPr/>
          <p:nvPr/>
        </p:nvGrpSpPr>
        <p:grpSpPr>
          <a:xfrm>
            <a:off x="829410" y="1821466"/>
            <a:ext cx="353645" cy="353888"/>
            <a:chOff x="-35839800" y="3561025"/>
            <a:chExt cx="291450" cy="291650"/>
          </a:xfrm>
        </p:grpSpPr>
        <p:sp>
          <p:nvSpPr>
            <p:cNvPr id="7040" name="Google Shape;7040;p10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10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10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10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10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10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10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47" name="Google Shape;7047;p104"/>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048" name="Google Shape;7048;p104"/>
          <p:cNvGrpSpPr/>
          <p:nvPr/>
        </p:nvGrpSpPr>
        <p:grpSpPr>
          <a:xfrm>
            <a:off x="3066955" y="1380546"/>
            <a:ext cx="353645" cy="353645"/>
            <a:chOff x="-34003850" y="3227275"/>
            <a:chExt cx="291450" cy="291450"/>
          </a:xfrm>
        </p:grpSpPr>
        <p:sp>
          <p:nvSpPr>
            <p:cNvPr id="7049" name="Google Shape;7049;p10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10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10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10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10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54" name="Google Shape;7054;p104"/>
          <p:cNvGrpSpPr/>
          <p:nvPr/>
        </p:nvGrpSpPr>
        <p:grpSpPr>
          <a:xfrm>
            <a:off x="3066485" y="1821238"/>
            <a:ext cx="354586" cy="354343"/>
            <a:chOff x="-34004625" y="3585850"/>
            <a:chExt cx="292225" cy="292025"/>
          </a:xfrm>
        </p:grpSpPr>
        <p:sp>
          <p:nvSpPr>
            <p:cNvPr id="7055" name="Google Shape;7055;p10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10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10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10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10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60" name="Google Shape;7060;p104"/>
          <p:cNvGrpSpPr/>
          <p:nvPr/>
        </p:nvGrpSpPr>
        <p:grpSpPr>
          <a:xfrm>
            <a:off x="3066000" y="2256439"/>
            <a:ext cx="355557" cy="354616"/>
            <a:chOff x="-34005425" y="3945575"/>
            <a:chExt cx="293025" cy="292250"/>
          </a:xfrm>
        </p:grpSpPr>
        <p:sp>
          <p:nvSpPr>
            <p:cNvPr id="7061" name="Google Shape;7061;p10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10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10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64" name="Google Shape;7064;p104"/>
          <p:cNvGrpSpPr/>
          <p:nvPr/>
        </p:nvGrpSpPr>
        <p:grpSpPr>
          <a:xfrm>
            <a:off x="1713099" y="2729615"/>
            <a:ext cx="358408" cy="355557"/>
            <a:chOff x="-32174975" y="3192625"/>
            <a:chExt cx="295375" cy="293025"/>
          </a:xfrm>
        </p:grpSpPr>
        <p:sp>
          <p:nvSpPr>
            <p:cNvPr id="7065" name="Google Shape;7065;p10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10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10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10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69" name="Google Shape;7069;p104"/>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104"/>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071" name="Google Shape;7071;p104"/>
          <p:cNvGrpSpPr/>
          <p:nvPr/>
        </p:nvGrpSpPr>
        <p:grpSpPr>
          <a:xfrm>
            <a:off x="3952249" y="2730570"/>
            <a:ext cx="354586" cy="353645"/>
            <a:chOff x="-30345325" y="3184750"/>
            <a:chExt cx="292225" cy="291450"/>
          </a:xfrm>
        </p:grpSpPr>
        <p:sp>
          <p:nvSpPr>
            <p:cNvPr id="7072" name="Google Shape;7072;p10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10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10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10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10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77" name="Google Shape;7077;p104"/>
          <p:cNvGrpSpPr/>
          <p:nvPr/>
        </p:nvGrpSpPr>
        <p:grpSpPr>
          <a:xfrm>
            <a:off x="1277001" y="1380546"/>
            <a:ext cx="353645" cy="353645"/>
            <a:chOff x="-35481425" y="3202075"/>
            <a:chExt cx="291450" cy="291450"/>
          </a:xfrm>
        </p:grpSpPr>
        <p:sp>
          <p:nvSpPr>
            <p:cNvPr id="7078" name="Google Shape;7078;p10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10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10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10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10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10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10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85" name="Google Shape;7085;p104"/>
          <p:cNvGrpSpPr/>
          <p:nvPr/>
        </p:nvGrpSpPr>
        <p:grpSpPr>
          <a:xfrm>
            <a:off x="1276531" y="1822072"/>
            <a:ext cx="354586" cy="352675"/>
            <a:chOff x="-35482200" y="3561225"/>
            <a:chExt cx="292225" cy="290650"/>
          </a:xfrm>
        </p:grpSpPr>
        <p:sp>
          <p:nvSpPr>
            <p:cNvPr id="7086" name="Google Shape;7086;p10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10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10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89" name="Google Shape;7089;p104"/>
          <p:cNvGrpSpPr/>
          <p:nvPr/>
        </p:nvGrpSpPr>
        <p:grpSpPr>
          <a:xfrm>
            <a:off x="1277001" y="2256940"/>
            <a:ext cx="353645" cy="353615"/>
            <a:chOff x="-35481425" y="3919600"/>
            <a:chExt cx="291450" cy="291425"/>
          </a:xfrm>
        </p:grpSpPr>
        <p:sp>
          <p:nvSpPr>
            <p:cNvPr id="7090" name="Google Shape;7090;p10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10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10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10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10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10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10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10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98" name="Google Shape;7098;p104"/>
          <p:cNvGrpSpPr/>
          <p:nvPr/>
        </p:nvGrpSpPr>
        <p:grpSpPr>
          <a:xfrm>
            <a:off x="3512636" y="1381031"/>
            <a:ext cx="357468" cy="352675"/>
            <a:chOff x="-33645475" y="3228075"/>
            <a:chExt cx="294600" cy="290650"/>
          </a:xfrm>
        </p:grpSpPr>
        <p:sp>
          <p:nvSpPr>
            <p:cNvPr id="7099" name="Google Shape;7099;p10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10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10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10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10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10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10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06" name="Google Shape;7106;p104"/>
          <p:cNvGrpSpPr/>
          <p:nvPr/>
        </p:nvGrpSpPr>
        <p:grpSpPr>
          <a:xfrm>
            <a:off x="3513606" y="1821116"/>
            <a:ext cx="355526" cy="354586"/>
            <a:chOff x="-33646250" y="3586425"/>
            <a:chExt cx="293000" cy="292225"/>
          </a:xfrm>
        </p:grpSpPr>
        <p:sp>
          <p:nvSpPr>
            <p:cNvPr id="7107" name="Google Shape;7107;p10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10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09" name="Google Shape;7109;p104"/>
          <p:cNvGrpSpPr/>
          <p:nvPr/>
        </p:nvGrpSpPr>
        <p:grpSpPr>
          <a:xfrm>
            <a:off x="3514076" y="2255969"/>
            <a:ext cx="354586" cy="355557"/>
            <a:chOff x="-33645475" y="3944800"/>
            <a:chExt cx="292225" cy="293025"/>
          </a:xfrm>
        </p:grpSpPr>
        <p:sp>
          <p:nvSpPr>
            <p:cNvPr id="7110" name="Google Shape;7110;p10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10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10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10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10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10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10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10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10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10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20" name="Google Shape;7120;p104"/>
          <p:cNvGrpSpPr/>
          <p:nvPr/>
        </p:nvGrpSpPr>
        <p:grpSpPr>
          <a:xfrm>
            <a:off x="2167295" y="2729706"/>
            <a:ext cx="352675" cy="355375"/>
            <a:chOff x="-31809525" y="3192625"/>
            <a:chExt cx="290650" cy="292875"/>
          </a:xfrm>
        </p:grpSpPr>
        <p:sp>
          <p:nvSpPr>
            <p:cNvPr id="7121" name="Google Shape;7121;p10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10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10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10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25" name="Google Shape;7125;p104"/>
          <p:cNvGrpSpPr/>
          <p:nvPr/>
        </p:nvGrpSpPr>
        <p:grpSpPr>
          <a:xfrm>
            <a:off x="2166810" y="3200258"/>
            <a:ext cx="353645" cy="355557"/>
            <a:chOff x="-31811100" y="3550975"/>
            <a:chExt cx="291450" cy="293025"/>
          </a:xfrm>
        </p:grpSpPr>
        <p:sp>
          <p:nvSpPr>
            <p:cNvPr id="7126" name="Google Shape;7126;p10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10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10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10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10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10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10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33" name="Google Shape;7133;p104"/>
          <p:cNvGrpSpPr/>
          <p:nvPr/>
        </p:nvGrpSpPr>
        <p:grpSpPr>
          <a:xfrm>
            <a:off x="2160606" y="3664562"/>
            <a:ext cx="366052" cy="356831"/>
            <a:chOff x="-31817400" y="3910025"/>
            <a:chExt cx="301675" cy="294075"/>
          </a:xfrm>
        </p:grpSpPr>
        <p:sp>
          <p:nvSpPr>
            <p:cNvPr id="7134" name="Google Shape;7134;p10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10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10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37" name="Google Shape;7137;p104"/>
          <p:cNvGrpSpPr/>
          <p:nvPr/>
        </p:nvGrpSpPr>
        <p:grpSpPr>
          <a:xfrm>
            <a:off x="3952234" y="3200743"/>
            <a:ext cx="354616" cy="354586"/>
            <a:chOff x="-30354000" y="3569100"/>
            <a:chExt cx="292250" cy="292225"/>
          </a:xfrm>
        </p:grpSpPr>
        <p:sp>
          <p:nvSpPr>
            <p:cNvPr id="7138" name="Google Shape;7138;p10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10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10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10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10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10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44" name="Google Shape;7144;p104"/>
          <p:cNvGrpSpPr/>
          <p:nvPr/>
        </p:nvGrpSpPr>
        <p:grpSpPr>
          <a:xfrm>
            <a:off x="1730812" y="1380546"/>
            <a:ext cx="342148" cy="353645"/>
            <a:chOff x="-35118325" y="3202075"/>
            <a:chExt cx="281975" cy="291450"/>
          </a:xfrm>
        </p:grpSpPr>
        <p:sp>
          <p:nvSpPr>
            <p:cNvPr id="7145" name="Google Shape;7145;p10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10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10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10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49" name="Google Shape;7149;p104"/>
          <p:cNvGrpSpPr/>
          <p:nvPr/>
        </p:nvGrpSpPr>
        <p:grpSpPr>
          <a:xfrm>
            <a:off x="1724593" y="1821799"/>
            <a:ext cx="354586" cy="353221"/>
            <a:chOff x="-35123050" y="3561225"/>
            <a:chExt cx="292225" cy="291100"/>
          </a:xfrm>
        </p:grpSpPr>
        <p:sp>
          <p:nvSpPr>
            <p:cNvPr id="7150" name="Google Shape;7150;p10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10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52" name="Google Shape;7152;p104"/>
          <p:cNvGrpSpPr/>
          <p:nvPr/>
        </p:nvGrpSpPr>
        <p:grpSpPr>
          <a:xfrm>
            <a:off x="1766652" y="2256940"/>
            <a:ext cx="270467" cy="353615"/>
            <a:chOff x="-35089175" y="3919600"/>
            <a:chExt cx="222900" cy="291425"/>
          </a:xfrm>
        </p:grpSpPr>
        <p:sp>
          <p:nvSpPr>
            <p:cNvPr id="7153" name="Google Shape;7153;p10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10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55" name="Google Shape;7155;p104"/>
          <p:cNvGrpSpPr/>
          <p:nvPr/>
        </p:nvGrpSpPr>
        <p:grpSpPr>
          <a:xfrm>
            <a:off x="3963648" y="1380303"/>
            <a:ext cx="336445" cy="354131"/>
            <a:chOff x="-33277650" y="3226875"/>
            <a:chExt cx="277275" cy="291850"/>
          </a:xfrm>
        </p:grpSpPr>
        <p:sp>
          <p:nvSpPr>
            <p:cNvPr id="7156" name="Google Shape;7156;p10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10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10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10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10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10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10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63" name="Google Shape;7163;p104"/>
          <p:cNvGrpSpPr/>
          <p:nvPr/>
        </p:nvGrpSpPr>
        <p:grpSpPr>
          <a:xfrm>
            <a:off x="3955048" y="1821587"/>
            <a:ext cx="353645" cy="353645"/>
            <a:chOff x="-33286325" y="3586425"/>
            <a:chExt cx="291450" cy="291450"/>
          </a:xfrm>
        </p:grpSpPr>
        <p:sp>
          <p:nvSpPr>
            <p:cNvPr id="7164" name="Google Shape;7164;p10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10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10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10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10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69" name="Google Shape;7169;p104"/>
          <p:cNvGrpSpPr/>
          <p:nvPr/>
        </p:nvGrpSpPr>
        <p:grpSpPr>
          <a:xfrm>
            <a:off x="3955048" y="2255969"/>
            <a:ext cx="353645" cy="355557"/>
            <a:chOff x="-33286325" y="3944800"/>
            <a:chExt cx="291450" cy="293025"/>
          </a:xfrm>
        </p:grpSpPr>
        <p:sp>
          <p:nvSpPr>
            <p:cNvPr id="7170" name="Google Shape;7170;p10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10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10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10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74" name="Google Shape;7174;p104"/>
          <p:cNvGrpSpPr/>
          <p:nvPr/>
        </p:nvGrpSpPr>
        <p:grpSpPr>
          <a:xfrm>
            <a:off x="2613445" y="2729129"/>
            <a:ext cx="353645" cy="356527"/>
            <a:chOff x="-31452725" y="3191825"/>
            <a:chExt cx="291450" cy="293825"/>
          </a:xfrm>
        </p:grpSpPr>
        <p:sp>
          <p:nvSpPr>
            <p:cNvPr id="7175" name="Google Shape;7175;p10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10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10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10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79" name="Google Shape;7179;p104"/>
          <p:cNvGrpSpPr/>
          <p:nvPr/>
        </p:nvGrpSpPr>
        <p:grpSpPr>
          <a:xfrm>
            <a:off x="2612975" y="3200744"/>
            <a:ext cx="354586" cy="354586"/>
            <a:chOff x="-31452725" y="3551775"/>
            <a:chExt cx="292225" cy="292225"/>
          </a:xfrm>
        </p:grpSpPr>
        <p:sp>
          <p:nvSpPr>
            <p:cNvPr id="7180" name="Google Shape;7180;p10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10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10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10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84" name="Google Shape;7184;p104"/>
          <p:cNvGrpSpPr/>
          <p:nvPr/>
        </p:nvGrpSpPr>
        <p:grpSpPr>
          <a:xfrm>
            <a:off x="2611534" y="3664729"/>
            <a:ext cx="357468" cy="356497"/>
            <a:chOff x="-31455100" y="3909350"/>
            <a:chExt cx="294600" cy="293800"/>
          </a:xfrm>
        </p:grpSpPr>
        <p:sp>
          <p:nvSpPr>
            <p:cNvPr id="7185" name="Google Shape;7185;p10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10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87" name="Google Shape;7187;p104"/>
          <p:cNvGrpSpPr/>
          <p:nvPr/>
        </p:nvGrpSpPr>
        <p:grpSpPr>
          <a:xfrm>
            <a:off x="3952719" y="3665684"/>
            <a:ext cx="353645" cy="354586"/>
            <a:chOff x="-30345325" y="3918800"/>
            <a:chExt cx="291450" cy="292225"/>
          </a:xfrm>
        </p:grpSpPr>
        <p:sp>
          <p:nvSpPr>
            <p:cNvPr id="7188" name="Google Shape;7188;p10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10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10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10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10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93" name="Google Shape;7193;p104"/>
          <p:cNvGrpSpPr/>
          <p:nvPr/>
        </p:nvGrpSpPr>
        <p:grpSpPr>
          <a:xfrm>
            <a:off x="2172184" y="1821587"/>
            <a:ext cx="353645" cy="353645"/>
            <a:chOff x="-34763900" y="3561225"/>
            <a:chExt cx="291450" cy="291450"/>
          </a:xfrm>
        </p:grpSpPr>
        <p:sp>
          <p:nvSpPr>
            <p:cNvPr id="7194" name="Google Shape;7194;p10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10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10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197" name="Google Shape;7197;p104"/>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198" name="Google Shape;7198;p104"/>
          <p:cNvGrpSpPr/>
          <p:nvPr/>
        </p:nvGrpSpPr>
        <p:grpSpPr>
          <a:xfrm>
            <a:off x="827081" y="2730099"/>
            <a:ext cx="354586" cy="354586"/>
            <a:chOff x="-32927950" y="3227275"/>
            <a:chExt cx="292225" cy="292225"/>
          </a:xfrm>
        </p:grpSpPr>
        <p:sp>
          <p:nvSpPr>
            <p:cNvPr id="7199" name="Google Shape;7199;p10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10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10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10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10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04" name="Google Shape;7204;p104"/>
          <p:cNvGrpSpPr/>
          <p:nvPr/>
        </p:nvGrpSpPr>
        <p:grpSpPr>
          <a:xfrm>
            <a:off x="826596" y="3201213"/>
            <a:ext cx="355557" cy="353645"/>
            <a:chOff x="-32927950" y="3586425"/>
            <a:chExt cx="293025" cy="291450"/>
          </a:xfrm>
        </p:grpSpPr>
        <p:sp>
          <p:nvSpPr>
            <p:cNvPr id="7205" name="Google Shape;7205;p10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10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10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10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10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10" name="Google Shape;7210;p104"/>
          <p:cNvGrpSpPr/>
          <p:nvPr/>
        </p:nvGrpSpPr>
        <p:grpSpPr>
          <a:xfrm>
            <a:off x="827081" y="3665198"/>
            <a:ext cx="354586" cy="355557"/>
            <a:chOff x="-32927950" y="3944800"/>
            <a:chExt cx="292225" cy="293025"/>
          </a:xfrm>
        </p:grpSpPr>
        <p:sp>
          <p:nvSpPr>
            <p:cNvPr id="7211" name="Google Shape;7211;p10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10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10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10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10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10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10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10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10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20" name="Google Shape;7220;p104"/>
          <p:cNvGrpSpPr/>
          <p:nvPr/>
        </p:nvGrpSpPr>
        <p:grpSpPr>
          <a:xfrm>
            <a:off x="3055873" y="2730449"/>
            <a:ext cx="354586" cy="353888"/>
            <a:chOff x="-31094350" y="3194000"/>
            <a:chExt cx="292225" cy="291650"/>
          </a:xfrm>
        </p:grpSpPr>
        <p:sp>
          <p:nvSpPr>
            <p:cNvPr id="7221" name="Google Shape;7221;p10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10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10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10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10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10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10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10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29" name="Google Shape;7229;p104"/>
          <p:cNvGrpSpPr/>
          <p:nvPr/>
        </p:nvGrpSpPr>
        <p:grpSpPr>
          <a:xfrm>
            <a:off x="3056343" y="3200941"/>
            <a:ext cx="353645" cy="354191"/>
            <a:chOff x="-31093575" y="3552550"/>
            <a:chExt cx="291450" cy="291900"/>
          </a:xfrm>
        </p:grpSpPr>
        <p:sp>
          <p:nvSpPr>
            <p:cNvPr id="7230" name="Google Shape;7230;p10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10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10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10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34" name="Google Shape;7234;p104"/>
          <p:cNvGrpSpPr/>
          <p:nvPr/>
        </p:nvGrpSpPr>
        <p:grpSpPr>
          <a:xfrm>
            <a:off x="2182711" y="1380546"/>
            <a:ext cx="332593" cy="353645"/>
            <a:chOff x="-34755225" y="3202075"/>
            <a:chExt cx="274100" cy="291450"/>
          </a:xfrm>
        </p:grpSpPr>
        <p:sp>
          <p:nvSpPr>
            <p:cNvPr id="7235" name="Google Shape;7235;p10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10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10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10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10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10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10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42" name="Google Shape;7242;p104"/>
          <p:cNvGrpSpPr/>
          <p:nvPr/>
        </p:nvGrpSpPr>
        <p:grpSpPr>
          <a:xfrm>
            <a:off x="3056343" y="3666169"/>
            <a:ext cx="353645" cy="353615"/>
            <a:chOff x="-31093575" y="3911725"/>
            <a:chExt cx="291450" cy="291425"/>
          </a:xfrm>
        </p:grpSpPr>
        <p:sp>
          <p:nvSpPr>
            <p:cNvPr id="7243" name="Google Shape;7243;p10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10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45" name="Google Shape;7245;p104"/>
          <p:cNvGrpSpPr/>
          <p:nvPr/>
        </p:nvGrpSpPr>
        <p:grpSpPr>
          <a:xfrm>
            <a:off x="2165773" y="4123136"/>
            <a:ext cx="356497" cy="354586"/>
            <a:chOff x="-29946000" y="3183175"/>
            <a:chExt cx="293800" cy="292225"/>
          </a:xfrm>
        </p:grpSpPr>
        <p:sp>
          <p:nvSpPr>
            <p:cNvPr id="7246" name="Google Shape;7246;p10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10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10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10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10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10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52" name="Google Shape;7252;p104"/>
          <p:cNvGrpSpPr/>
          <p:nvPr/>
        </p:nvGrpSpPr>
        <p:grpSpPr>
          <a:xfrm>
            <a:off x="2610305" y="1380289"/>
            <a:ext cx="358408" cy="354161"/>
            <a:chOff x="-34408675" y="3202075"/>
            <a:chExt cx="295375" cy="291875"/>
          </a:xfrm>
        </p:grpSpPr>
        <p:sp>
          <p:nvSpPr>
            <p:cNvPr id="7253" name="Google Shape;7253;p10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10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10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10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57" name="Google Shape;7257;p104"/>
          <p:cNvGrpSpPr/>
          <p:nvPr/>
        </p:nvGrpSpPr>
        <p:grpSpPr>
          <a:xfrm>
            <a:off x="2612216" y="1820283"/>
            <a:ext cx="354586" cy="356254"/>
            <a:chOff x="-34405525" y="3558075"/>
            <a:chExt cx="292225" cy="293600"/>
          </a:xfrm>
        </p:grpSpPr>
        <p:sp>
          <p:nvSpPr>
            <p:cNvPr id="7258" name="Google Shape;7258;p10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10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10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61" name="Google Shape;7261;p104"/>
          <p:cNvGrpSpPr/>
          <p:nvPr/>
        </p:nvGrpSpPr>
        <p:grpSpPr>
          <a:xfrm>
            <a:off x="2611730" y="2256940"/>
            <a:ext cx="355557" cy="353615"/>
            <a:chOff x="-34406325" y="3919600"/>
            <a:chExt cx="293025" cy="291425"/>
          </a:xfrm>
        </p:grpSpPr>
        <p:sp>
          <p:nvSpPr>
            <p:cNvPr id="7262" name="Google Shape;7262;p10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10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10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10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10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10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10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69" name="Google Shape;7269;p104"/>
          <p:cNvGrpSpPr/>
          <p:nvPr/>
        </p:nvGrpSpPr>
        <p:grpSpPr>
          <a:xfrm>
            <a:off x="1275628" y="2736303"/>
            <a:ext cx="353645" cy="342179"/>
            <a:chOff x="-32568800" y="3232000"/>
            <a:chExt cx="291450" cy="282000"/>
          </a:xfrm>
        </p:grpSpPr>
        <p:sp>
          <p:nvSpPr>
            <p:cNvPr id="7270" name="Google Shape;7270;p10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10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72" name="Google Shape;7272;p104"/>
          <p:cNvGrpSpPr/>
          <p:nvPr/>
        </p:nvGrpSpPr>
        <p:grpSpPr>
          <a:xfrm>
            <a:off x="1275158" y="3201213"/>
            <a:ext cx="354586" cy="353645"/>
            <a:chOff x="-32569575" y="3586425"/>
            <a:chExt cx="292225" cy="291450"/>
          </a:xfrm>
        </p:grpSpPr>
        <p:sp>
          <p:nvSpPr>
            <p:cNvPr id="7273" name="Google Shape;7273;p10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10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75" name="Google Shape;7275;p104"/>
          <p:cNvGrpSpPr/>
          <p:nvPr/>
        </p:nvGrpSpPr>
        <p:grpSpPr>
          <a:xfrm>
            <a:off x="1266073" y="3665805"/>
            <a:ext cx="372756" cy="354343"/>
            <a:chOff x="-32576675" y="3944600"/>
            <a:chExt cx="307200" cy="292025"/>
          </a:xfrm>
        </p:grpSpPr>
        <p:sp>
          <p:nvSpPr>
            <p:cNvPr id="7276" name="Google Shape;7276;p10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10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78" name="Google Shape;7278;p104"/>
          <p:cNvGrpSpPr/>
          <p:nvPr/>
        </p:nvGrpSpPr>
        <p:grpSpPr>
          <a:xfrm>
            <a:off x="3511040" y="2730100"/>
            <a:ext cx="354586" cy="354586"/>
            <a:chOff x="-30735200" y="3192625"/>
            <a:chExt cx="292225" cy="292225"/>
          </a:xfrm>
        </p:grpSpPr>
        <p:sp>
          <p:nvSpPr>
            <p:cNvPr id="7279" name="Google Shape;7279;p10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10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10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10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10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10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10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86" name="Google Shape;7286;p104"/>
          <p:cNvGrpSpPr/>
          <p:nvPr/>
        </p:nvGrpSpPr>
        <p:grpSpPr>
          <a:xfrm>
            <a:off x="3511040" y="3201532"/>
            <a:ext cx="354586" cy="353008"/>
            <a:chOff x="-30735200" y="3552550"/>
            <a:chExt cx="292225" cy="290925"/>
          </a:xfrm>
        </p:grpSpPr>
        <p:sp>
          <p:nvSpPr>
            <p:cNvPr id="7287" name="Google Shape;7287;p10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10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89" name="Google Shape;7289;p104"/>
          <p:cNvGrpSpPr/>
          <p:nvPr/>
        </p:nvGrpSpPr>
        <p:grpSpPr>
          <a:xfrm>
            <a:off x="3511040" y="3666154"/>
            <a:ext cx="354586" cy="353645"/>
            <a:chOff x="-30735200" y="3910925"/>
            <a:chExt cx="292225" cy="291450"/>
          </a:xfrm>
        </p:grpSpPr>
        <p:sp>
          <p:nvSpPr>
            <p:cNvPr id="7290" name="Google Shape;7290;p10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10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292" name="Google Shape;7292;p104"/>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293" name="Google Shape;7293;p104"/>
          <p:cNvGrpSpPr/>
          <p:nvPr/>
        </p:nvGrpSpPr>
        <p:grpSpPr>
          <a:xfrm>
            <a:off x="4864547" y="1375808"/>
            <a:ext cx="358971" cy="359224"/>
            <a:chOff x="-57956275" y="3197925"/>
            <a:chExt cx="319000" cy="319225"/>
          </a:xfrm>
        </p:grpSpPr>
        <p:sp>
          <p:nvSpPr>
            <p:cNvPr id="7294" name="Google Shape;7294;p10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10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10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10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10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10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10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01" name="Google Shape;7301;p104"/>
          <p:cNvGrpSpPr/>
          <p:nvPr/>
        </p:nvGrpSpPr>
        <p:grpSpPr>
          <a:xfrm>
            <a:off x="4886701" y="1832234"/>
            <a:ext cx="314662" cy="358971"/>
            <a:chOff x="-57940525" y="3590375"/>
            <a:chExt cx="279625" cy="319000"/>
          </a:xfrm>
        </p:grpSpPr>
        <p:sp>
          <p:nvSpPr>
            <p:cNvPr id="7302" name="Google Shape;7302;p10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10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10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10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10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07" name="Google Shape;7307;p104"/>
          <p:cNvGrpSpPr/>
          <p:nvPr/>
        </p:nvGrpSpPr>
        <p:grpSpPr>
          <a:xfrm>
            <a:off x="4857582" y="2273605"/>
            <a:ext cx="358099" cy="358999"/>
            <a:chOff x="-57959425" y="3982600"/>
            <a:chExt cx="318225" cy="319025"/>
          </a:xfrm>
        </p:grpSpPr>
        <p:sp>
          <p:nvSpPr>
            <p:cNvPr id="7308" name="Google Shape;7308;p10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10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10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10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12" name="Google Shape;7312;p104"/>
          <p:cNvGrpSpPr/>
          <p:nvPr/>
        </p:nvGrpSpPr>
        <p:grpSpPr>
          <a:xfrm>
            <a:off x="7057749" y="1376934"/>
            <a:ext cx="357226" cy="357226"/>
            <a:chOff x="-55987225" y="3198925"/>
            <a:chExt cx="317450" cy="317450"/>
          </a:xfrm>
        </p:grpSpPr>
        <p:sp>
          <p:nvSpPr>
            <p:cNvPr id="7313" name="Google Shape;7313;p10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10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10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10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17" name="Google Shape;7317;p104"/>
          <p:cNvGrpSpPr/>
          <p:nvPr/>
        </p:nvGrpSpPr>
        <p:grpSpPr>
          <a:xfrm>
            <a:off x="7057749" y="1832965"/>
            <a:ext cx="357226" cy="357367"/>
            <a:chOff x="-55987225" y="3591025"/>
            <a:chExt cx="317450" cy="317575"/>
          </a:xfrm>
        </p:grpSpPr>
        <p:sp>
          <p:nvSpPr>
            <p:cNvPr id="7318" name="Google Shape;7318;p10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10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10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10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10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23" name="Google Shape;7323;p104"/>
          <p:cNvGrpSpPr/>
          <p:nvPr/>
        </p:nvGrpSpPr>
        <p:grpSpPr>
          <a:xfrm>
            <a:off x="7071665" y="2273605"/>
            <a:ext cx="358999" cy="358999"/>
            <a:chOff x="-55988800" y="3982600"/>
            <a:chExt cx="319025" cy="319025"/>
          </a:xfrm>
        </p:grpSpPr>
        <p:sp>
          <p:nvSpPr>
            <p:cNvPr id="7324" name="Google Shape;7324;p10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10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10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10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10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29" name="Google Shape;7329;p104"/>
          <p:cNvGrpSpPr/>
          <p:nvPr/>
        </p:nvGrpSpPr>
        <p:grpSpPr>
          <a:xfrm>
            <a:off x="5730184" y="2731562"/>
            <a:ext cx="356326" cy="358971"/>
            <a:chOff x="-54026025" y="3192625"/>
            <a:chExt cx="316650" cy="319000"/>
          </a:xfrm>
        </p:grpSpPr>
        <p:sp>
          <p:nvSpPr>
            <p:cNvPr id="7330" name="Google Shape;7330;p10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10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10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10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10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10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10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10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38" name="Google Shape;7338;p104"/>
          <p:cNvGrpSpPr/>
          <p:nvPr/>
        </p:nvGrpSpPr>
        <p:grpSpPr>
          <a:xfrm>
            <a:off x="5750130" y="3202536"/>
            <a:ext cx="316434" cy="358099"/>
            <a:chOff x="-54007925" y="3584850"/>
            <a:chExt cx="281200" cy="318225"/>
          </a:xfrm>
        </p:grpSpPr>
        <p:sp>
          <p:nvSpPr>
            <p:cNvPr id="7339" name="Google Shape;7339;p10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10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10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10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10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10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45" name="Google Shape;7345;p104"/>
          <p:cNvGrpSpPr/>
          <p:nvPr/>
        </p:nvGrpSpPr>
        <p:grpSpPr>
          <a:xfrm>
            <a:off x="5750130" y="3664421"/>
            <a:ext cx="316434" cy="358914"/>
            <a:chOff x="-54007925" y="3975575"/>
            <a:chExt cx="281200" cy="318950"/>
          </a:xfrm>
        </p:grpSpPr>
        <p:sp>
          <p:nvSpPr>
            <p:cNvPr id="7346" name="Google Shape;7346;p10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10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10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10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50" name="Google Shape;7350;p104"/>
          <p:cNvGrpSpPr/>
          <p:nvPr/>
        </p:nvGrpSpPr>
        <p:grpSpPr>
          <a:xfrm>
            <a:off x="7984996" y="2748891"/>
            <a:ext cx="274770" cy="358492"/>
            <a:chOff x="-52005775" y="3208025"/>
            <a:chExt cx="244175" cy="318575"/>
          </a:xfrm>
        </p:grpSpPr>
        <p:sp>
          <p:nvSpPr>
            <p:cNvPr id="7351" name="Google Shape;7351;p10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10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10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10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10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10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10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10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10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10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10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62" name="Google Shape;7362;p104"/>
          <p:cNvGrpSpPr/>
          <p:nvPr/>
        </p:nvGrpSpPr>
        <p:grpSpPr>
          <a:xfrm>
            <a:off x="5291462" y="1376934"/>
            <a:ext cx="358099" cy="358099"/>
            <a:chOff x="-57568775" y="3198925"/>
            <a:chExt cx="318225" cy="318225"/>
          </a:xfrm>
        </p:grpSpPr>
        <p:sp>
          <p:nvSpPr>
            <p:cNvPr id="7363" name="Google Shape;7363;p10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10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10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10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10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10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69" name="Google Shape;7369;p104"/>
          <p:cNvGrpSpPr/>
          <p:nvPr/>
        </p:nvGrpSpPr>
        <p:grpSpPr>
          <a:xfrm>
            <a:off x="5313181" y="1832234"/>
            <a:ext cx="314662" cy="358099"/>
            <a:chOff x="-57549075" y="3590375"/>
            <a:chExt cx="279625" cy="318225"/>
          </a:xfrm>
        </p:grpSpPr>
        <p:sp>
          <p:nvSpPr>
            <p:cNvPr id="7370" name="Google Shape;7370;p10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10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10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10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74" name="Google Shape;7374;p104"/>
          <p:cNvGrpSpPr/>
          <p:nvPr/>
        </p:nvGrpSpPr>
        <p:grpSpPr>
          <a:xfrm>
            <a:off x="5305378" y="2273605"/>
            <a:ext cx="359871" cy="359871"/>
            <a:chOff x="-57570350" y="3982600"/>
            <a:chExt cx="319800" cy="319800"/>
          </a:xfrm>
        </p:grpSpPr>
        <p:sp>
          <p:nvSpPr>
            <p:cNvPr id="7375" name="Google Shape;7375;p10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10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10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10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79" name="Google Shape;7379;p104"/>
          <p:cNvGrpSpPr/>
          <p:nvPr/>
        </p:nvGrpSpPr>
        <p:grpSpPr>
          <a:xfrm>
            <a:off x="7520416" y="1376033"/>
            <a:ext cx="314662" cy="358999"/>
            <a:chOff x="-55576850" y="3198125"/>
            <a:chExt cx="279625" cy="319025"/>
          </a:xfrm>
        </p:grpSpPr>
        <p:sp>
          <p:nvSpPr>
            <p:cNvPr id="7380" name="Google Shape;7380;p10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10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10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10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84" name="Google Shape;7384;p104"/>
          <p:cNvGrpSpPr/>
          <p:nvPr/>
        </p:nvGrpSpPr>
        <p:grpSpPr>
          <a:xfrm>
            <a:off x="7497812" y="1832009"/>
            <a:ext cx="359871" cy="358324"/>
            <a:chOff x="-55596550" y="3590175"/>
            <a:chExt cx="319800" cy="318425"/>
          </a:xfrm>
        </p:grpSpPr>
        <p:sp>
          <p:nvSpPr>
            <p:cNvPr id="7385" name="Google Shape;7385;p10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10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10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10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89" name="Google Shape;7389;p104"/>
          <p:cNvGrpSpPr/>
          <p:nvPr/>
        </p:nvGrpSpPr>
        <p:grpSpPr>
          <a:xfrm>
            <a:off x="7513049" y="2273351"/>
            <a:ext cx="358999" cy="359252"/>
            <a:chOff x="-55595775" y="3982375"/>
            <a:chExt cx="319025" cy="319250"/>
          </a:xfrm>
        </p:grpSpPr>
        <p:sp>
          <p:nvSpPr>
            <p:cNvPr id="7390" name="Google Shape;7390;p10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10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10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10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10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10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96" name="Google Shape;7396;p104"/>
          <p:cNvGrpSpPr/>
          <p:nvPr/>
        </p:nvGrpSpPr>
        <p:grpSpPr>
          <a:xfrm>
            <a:off x="6170232" y="2731562"/>
            <a:ext cx="358999" cy="358099"/>
            <a:chOff x="-53635375" y="3192625"/>
            <a:chExt cx="319025" cy="318225"/>
          </a:xfrm>
        </p:grpSpPr>
        <p:sp>
          <p:nvSpPr>
            <p:cNvPr id="7397" name="Google Shape;7397;p10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10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10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00" name="Google Shape;7400;p104"/>
          <p:cNvGrpSpPr/>
          <p:nvPr/>
        </p:nvGrpSpPr>
        <p:grpSpPr>
          <a:xfrm>
            <a:off x="6192401" y="3202536"/>
            <a:ext cx="314662" cy="358999"/>
            <a:chOff x="-53615675" y="3584850"/>
            <a:chExt cx="279625" cy="319025"/>
          </a:xfrm>
        </p:grpSpPr>
        <p:sp>
          <p:nvSpPr>
            <p:cNvPr id="7401" name="Google Shape;7401;p10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10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10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04" name="Google Shape;7404;p104"/>
          <p:cNvGrpSpPr/>
          <p:nvPr/>
        </p:nvGrpSpPr>
        <p:grpSpPr>
          <a:xfrm>
            <a:off x="6170246" y="3665461"/>
            <a:ext cx="358971" cy="357874"/>
            <a:chOff x="-53634575" y="3976500"/>
            <a:chExt cx="319000" cy="318025"/>
          </a:xfrm>
        </p:grpSpPr>
        <p:sp>
          <p:nvSpPr>
            <p:cNvPr id="7405" name="Google Shape;7405;p10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10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10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10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10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10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10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10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13" name="Google Shape;7413;p104"/>
          <p:cNvGrpSpPr/>
          <p:nvPr/>
        </p:nvGrpSpPr>
        <p:grpSpPr>
          <a:xfrm>
            <a:off x="7965050" y="3208415"/>
            <a:ext cx="314662" cy="358436"/>
            <a:chOff x="-52023900" y="3590075"/>
            <a:chExt cx="279625" cy="318525"/>
          </a:xfrm>
        </p:grpSpPr>
        <p:sp>
          <p:nvSpPr>
            <p:cNvPr id="7414" name="Google Shape;7414;p10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10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10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10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10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10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10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21" name="Google Shape;7421;p104"/>
          <p:cNvGrpSpPr/>
          <p:nvPr/>
        </p:nvGrpSpPr>
        <p:grpSpPr>
          <a:xfrm>
            <a:off x="5728292" y="1376934"/>
            <a:ext cx="358971" cy="358971"/>
            <a:chOff x="-57173375" y="3198925"/>
            <a:chExt cx="319000" cy="319000"/>
          </a:xfrm>
        </p:grpSpPr>
        <p:sp>
          <p:nvSpPr>
            <p:cNvPr id="7422" name="Google Shape;7422;p10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10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10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10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26" name="Google Shape;7426;p104"/>
          <p:cNvGrpSpPr/>
          <p:nvPr/>
        </p:nvGrpSpPr>
        <p:grpSpPr>
          <a:xfrm>
            <a:off x="5729178" y="1854374"/>
            <a:ext cx="357198" cy="314690"/>
            <a:chOff x="-57176525" y="3610050"/>
            <a:chExt cx="317425" cy="279650"/>
          </a:xfrm>
        </p:grpSpPr>
        <p:sp>
          <p:nvSpPr>
            <p:cNvPr id="7427" name="Google Shape;7427;p10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10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10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10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10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32" name="Google Shape;7432;p104"/>
          <p:cNvGrpSpPr/>
          <p:nvPr/>
        </p:nvGrpSpPr>
        <p:grpSpPr>
          <a:xfrm>
            <a:off x="7939633" y="1376934"/>
            <a:ext cx="358099" cy="356326"/>
            <a:chOff x="-55202750" y="3198925"/>
            <a:chExt cx="318225" cy="316650"/>
          </a:xfrm>
        </p:grpSpPr>
        <p:sp>
          <p:nvSpPr>
            <p:cNvPr id="7433" name="Google Shape;7433;p10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10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35" name="Google Shape;7435;p104"/>
          <p:cNvGrpSpPr/>
          <p:nvPr/>
        </p:nvGrpSpPr>
        <p:grpSpPr>
          <a:xfrm>
            <a:off x="7950267" y="1832234"/>
            <a:ext cx="336830" cy="358099"/>
            <a:chOff x="-55194875" y="3590375"/>
            <a:chExt cx="299325" cy="318225"/>
          </a:xfrm>
        </p:grpSpPr>
        <p:sp>
          <p:nvSpPr>
            <p:cNvPr id="7436" name="Google Shape;7436;p10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10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10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10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10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41" name="Google Shape;7441;p104"/>
          <p:cNvGrpSpPr/>
          <p:nvPr/>
        </p:nvGrpSpPr>
        <p:grpSpPr>
          <a:xfrm>
            <a:off x="7954884" y="2274505"/>
            <a:ext cx="357198" cy="357198"/>
            <a:chOff x="-55203525" y="3983400"/>
            <a:chExt cx="317425" cy="317425"/>
          </a:xfrm>
        </p:grpSpPr>
        <p:sp>
          <p:nvSpPr>
            <p:cNvPr id="7442" name="Google Shape;7442;p10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10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10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45" name="Google Shape;7445;p104"/>
          <p:cNvGrpSpPr/>
          <p:nvPr/>
        </p:nvGrpSpPr>
        <p:grpSpPr>
          <a:xfrm>
            <a:off x="6621365" y="2731562"/>
            <a:ext cx="335930" cy="358971"/>
            <a:chOff x="-53232900" y="3192625"/>
            <a:chExt cx="298525" cy="319000"/>
          </a:xfrm>
        </p:grpSpPr>
        <p:sp>
          <p:nvSpPr>
            <p:cNvPr id="7446" name="Google Shape;7446;p10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10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10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10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10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10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10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10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54" name="Google Shape;7454;p104"/>
          <p:cNvGrpSpPr/>
          <p:nvPr/>
        </p:nvGrpSpPr>
        <p:grpSpPr>
          <a:xfrm>
            <a:off x="6610731" y="3202536"/>
            <a:ext cx="357198" cy="356326"/>
            <a:chOff x="-53242350" y="3584850"/>
            <a:chExt cx="317425" cy="316650"/>
          </a:xfrm>
        </p:grpSpPr>
        <p:sp>
          <p:nvSpPr>
            <p:cNvPr id="7455" name="Google Shape;7455;p10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10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10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10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10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60" name="Google Shape;7460;p104"/>
          <p:cNvGrpSpPr/>
          <p:nvPr/>
        </p:nvGrpSpPr>
        <p:grpSpPr>
          <a:xfrm>
            <a:off x="6631999" y="3665236"/>
            <a:ext cx="314662" cy="358999"/>
            <a:chOff x="-53224225" y="3976300"/>
            <a:chExt cx="279625" cy="319025"/>
          </a:xfrm>
        </p:grpSpPr>
        <p:sp>
          <p:nvSpPr>
            <p:cNvPr id="7461" name="Google Shape;7461;p10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10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10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10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10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10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10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68" name="Google Shape;7468;p104"/>
          <p:cNvGrpSpPr/>
          <p:nvPr/>
        </p:nvGrpSpPr>
        <p:grpSpPr>
          <a:xfrm>
            <a:off x="7942896" y="3672917"/>
            <a:ext cx="358971" cy="358408"/>
            <a:chOff x="-52043575" y="3983125"/>
            <a:chExt cx="319000" cy="318500"/>
          </a:xfrm>
        </p:grpSpPr>
        <p:sp>
          <p:nvSpPr>
            <p:cNvPr id="7469" name="Google Shape;7469;p10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10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10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10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10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10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10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10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10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78" name="Google Shape;7478;p104"/>
          <p:cNvGrpSpPr/>
          <p:nvPr/>
        </p:nvGrpSpPr>
        <p:grpSpPr>
          <a:xfrm>
            <a:off x="6196836" y="1376934"/>
            <a:ext cx="314662" cy="358971"/>
            <a:chOff x="-56766175" y="3198925"/>
            <a:chExt cx="279625" cy="319000"/>
          </a:xfrm>
        </p:grpSpPr>
        <p:sp>
          <p:nvSpPr>
            <p:cNvPr id="7479" name="Google Shape;7479;p10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10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10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10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10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10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10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86" name="Google Shape;7486;p104"/>
          <p:cNvGrpSpPr/>
          <p:nvPr/>
        </p:nvGrpSpPr>
        <p:grpSpPr>
          <a:xfrm>
            <a:off x="6195950" y="1832234"/>
            <a:ext cx="316434" cy="358099"/>
            <a:chOff x="-56766175" y="3590375"/>
            <a:chExt cx="281200" cy="318225"/>
          </a:xfrm>
        </p:grpSpPr>
        <p:sp>
          <p:nvSpPr>
            <p:cNvPr id="7487" name="Google Shape;7487;p10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10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10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10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91" name="Google Shape;7491;p104"/>
          <p:cNvGrpSpPr/>
          <p:nvPr/>
        </p:nvGrpSpPr>
        <p:grpSpPr>
          <a:xfrm>
            <a:off x="6232906" y="2273605"/>
            <a:ext cx="272126" cy="358099"/>
            <a:chOff x="-56747275" y="3982600"/>
            <a:chExt cx="241825" cy="318225"/>
          </a:xfrm>
        </p:grpSpPr>
        <p:sp>
          <p:nvSpPr>
            <p:cNvPr id="7492" name="Google Shape;7492;p10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10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10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10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10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10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10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99" name="Google Shape;7499;p104"/>
          <p:cNvGrpSpPr/>
          <p:nvPr/>
        </p:nvGrpSpPr>
        <p:grpSpPr>
          <a:xfrm>
            <a:off x="4840657" y="3215842"/>
            <a:ext cx="358999" cy="342991"/>
            <a:chOff x="-54812875" y="3596675"/>
            <a:chExt cx="319025" cy="304800"/>
          </a:xfrm>
        </p:grpSpPr>
        <p:sp>
          <p:nvSpPr>
            <p:cNvPr id="7500" name="Google Shape;7500;p10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10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10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10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10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10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10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507" name="Google Shape;7507;p104"/>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104"/>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509" name="Google Shape;7509;p104"/>
          <p:cNvGrpSpPr/>
          <p:nvPr/>
        </p:nvGrpSpPr>
        <p:grpSpPr>
          <a:xfrm>
            <a:off x="4862826" y="3672326"/>
            <a:ext cx="314662" cy="358099"/>
            <a:chOff x="-54793175" y="3982600"/>
            <a:chExt cx="279625" cy="318225"/>
          </a:xfrm>
        </p:grpSpPr>
        <p:sp>
          <p:nvSpPr>
            <p:cNvPr id="7510" name="Google Shape;7510;p10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10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10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10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10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10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10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17" name="Google Shape;7517;p104"/>
          <p:cNvGrpSpPr/>
          <p:nvPr/>
        </p:nvGrpSpPr>
        <p:grpSpPr>
          <a:xfrm>
            <a:off x="7074284" y="2731562"/>
            <a:ext cx="314662" cy="358099"/>
            <a:chOff x="-52832000" y="3192625"/>
            <a:chExt cx="279625" cy="318225"/>
          </a:xfrm>
        </p:grpSpPr>
        <p:sp>
          <p:nvSpPr>
            <p:cNvPr id="7518" name="Google Shape;7518;p10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10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10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10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10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10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10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10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26" name="Google Shape;7526;p104"/>
          <p:cNvGrpSpPr/>
          <p:nvPr/>
        </p:nvGrpSpPr>
        <p:grpSpPr>
          <a:xfrm>
            <a:off x="5760817" y="2272929"/>
            <a:ext cx="323524" cy="358774"/>
            <a:chOff x="-57162350" y="3982000"/>
            <a:chExt cx="287500" cy="318825"/>
          </a:xfrm>
        </p:grpSpPr>
        <p:sp>
          <p:nvSpPr>
            <p:cNvPr id="7527" name="Google Shape;7527;p10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10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10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10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10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10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10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10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35" name="Google Shape;7535;p104"/>
          <p:cNvGrpSpPr/>
          <p:nvPr/>
        </p:nvGrpSpPr>
        <p:grpSpPr>
          <a:xfrm>
            <a:off x="7052130" y="3203436"/>
            <a:ext cx="358971" cy="357198"/>
            <a:chOff x="-52851675" y="3585650"/>
            <a:chExt cx="319000" cy="317425"/>
          </a:xfrm>
        </p:grpSpPr>
        <p:sp>
          <p:nvSpPr>
            <p:cNvPr id="7536" name="Google Shape;7536;p10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10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10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10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10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10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42" name="Google Shape;7542;p104"/>
          <p:cNvGrpSpPr/>
          <p:nvPr/>
        </p:nvGrpSpPr>
        <p:grpSpPr>
          <a:xfrm>
            <a:off x="7074284" y="3665236"/>
            <a:ext cx="314662" cy="358999"/>
            <a:chOff x="-52832000" y="3976300"/>
            <a:chExt cx="279625" cy="319025"/>
          </a:xfrm>
        </p:grpSpPr>
        <p:sp>
          <p:nvSpPr>
            <p:cNvPr id="7543" name="Google Shape;7543;p10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10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10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10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10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48" name="Google Shape;7548;p104"/>
          <p:cNvGrpSpPr/>
          <p:nvPr/>
        </p:nvGrpSpPr>
        <p:grpSpPr>
          <a:xfrm>
            <a:off x="6191490" y="4119884"/>
            <a:ext cx="316434" cy="358099"/>
            <a:chOff x="-51633225" y="3198925"/>
            <a:chExt cx="281200" cy="318225"/>
          </a:xfrm>
        </p:grpSpPr>
        <p:sp>
          <p:nvSpPr>
            <p:cNvPr id="7549" name="Google Shape;7549;p10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10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10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10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10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10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10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56" name="Google Shape;7556;p104"/>
          <p:cNvGrpSpPr/>
          <p:nvPr/>
        </p:nvGrpSpPr>
        <p:grpSpPr>
          <a:xfrm>
            <a:off x="6610314" y="1377806"/>
            <a:ext cx="365188" cy="357226"/>
            <a:chOff x="-56396775" y="3199700"/>
            <a:chExt cx="324525" cy="317450"/>
          </a:xfrm>
        </p:grpSpPr>
        <p:sp>
          <p:nvSpPr>
            <p:cNvPr id="7557" name="Google Shape;7557;p10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10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10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10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10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10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63" name="Google Shape;7563;p104"/>
          <p:cNvGrpSpPr/>
          <p:nvPr/>
        </p:nvGrpSpPr>
        <p:grpSpPr>
          <a:xfrm>
            <a:off x="6613408" y="1843740"/>
            <a:ext cx="358999" cy="335958"/>
            <a:chOff x="-56394425" y="3600600"/>
            <a:chExt cx="319025" cy="298550"/>
          </a:xfrm>
        </p:grpSpPr>
        <p:sp>
          <p:nvSpPr>
            <p:cNvPr id="7564" name="Google Shape;7564;p10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10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10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67" name="Google Shape;7567;p104"/>
          <p:cNvGrpSpPr/>
          <p:nvPr/>
        </p:nvGrpSpPr>
        <p:grpSpPr>
          <a:xfrm>
            <a:off x="6644175" y="2274505"/>
            <a:ext cx="327068" cy="357198"/>
            <a:chOff x="-56379450" y="3983400"/>
            <a:chExt cx="290650" cy="317425"/>
          </a:xfrm>
        </p:grpSpPr>
        <p:sp>
          <p:nvSpPr>
            <p:cNvPr id="7568" name="Google Shape;7568;p10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10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10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10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10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10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104"/>
            <p:cNvSpPr/>
            <p:nvPr/>
          </p:nvSpPr>
          <p:spPr>
            <a:xfrm>
              <a:off x="-56181750" y="4039300"/>
              <a:ext cx="0" cy="25"/>
            </a:xfrm>
            <a:custGeom>
              <a:rect b="b" l="l" r="r" t="t"/>
              <a:pathLst>
                <a:path extrusionOk="0" h="1" w="12000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104"/>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76" name="Google Shape;7576;p104"/>
          <p:cNvGrpSpPr/>
          <p:nvPr/>
        </p:nvGrpSpPr>
        <p:grpSpPr>
          <a:xfrm>
            <a:off x="5307879" y="2738651"/>
            <a:ext cx="316434" cy="358971"/>
            <a:chOff x="-54401725" y="3198925"/>
            <a:chExt cx="281200" cy="319000"/>
          </a:xfrm>
        </p:grpSpPr>
        <p:sp>
          <p:nvSpPr>
            <p:cNvPr id="7577" name="Google Shape;7577;p10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10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10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10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10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10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10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10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10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10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10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88" name="Google Shape;7588;p104"/>
          <p:cNvGrpSpPr/>
          <p:nvPr/>
        </p:nvGrpSpPr>
        <p:grpSpPr>
          <a:xfrm>
            <a:off x="5308766" y="3208753"/>
            <a:ext cx="314662" cy="358099"/>
            <a:chOff x="-54401725" y="3590375"/>
            <a:chExt cx="279625" cy="318225"/>
          </a:xfrm>
        </p:grpSpPr>
        <p:sp>
          <p:nvSpPr>
            <p:cNvPr id="7589" name="Google Shape;7589;p10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10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10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10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10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10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95" name="Google Shape;7595;p104"/>
          <p:cNvGrpSpPr/>
          <p:nvPr/>
        </p:nvGrpSpPr>
        <p:grpSpPr>
          <a:xfrm>
            <a:off x="5306557" y="3672326"/>
            <a:ext cx="319079" cy="358099"/>
            <a:chOff x="-54403300" y="3982600"/>
            <a:chExt cx="283550" cy="318225"/>
          </a:xfrm>
        </p:grpSpPr>
        <p:sp>
          <p:nvSpPr>
            <p:cNvPr id="7596" name="Google Shape;7596;p10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10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10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10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10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01" name="Google Shape;7601;p104"/>
          <p:cNvGrpSpPr/>
          <p:nvPr/>
        </p:nvGrpSpPr>
        <p:grpSpPr>
          <a:xfrm>
            <a:off x="7493951" y="2733559"/>
            <a:ext cx="356298" cy="356973"/>
            <a:chOff x="-52458650" y="3194400"/>
            <a:chExt cx="316625" cy="317225"/>
          </a:xfrm>
        </p:grpSpPr>
        <p:sp>
          <p:nvSpPr>
            <p:cNvPr id="7602" name="Google Shape;7602;p10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10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10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10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10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10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p10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10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10" name="Google Shape;7610;p104"/>
          <p:cNvGrpSpPr/>
          <p:nvPr/>
        </p:nvGrpSpPr>
        <p:grpSpPr>
          <a:xfrm>
            <a:off x="4862826" y="2738651"/>
            <a:ext cx="314662" cy="358971"/>
            <a:chOff x="-54793175" y="3198925"/>
            <a:chExt cx="279625" cy="319000"/>
          </a:xfrm>
        </p:grpSpPr>
        <p:sp>
          <p:nvSpPr>
            <p:cNvPr id="7611" name="Google Shape;7611;p10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10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10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p10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p10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10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7" name="Google Shape;7617;p10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18" name="Google Shape;7618;p104"/>
          <p:cNvGrpSpPr/>
          <p:nvPr/>
        </p:nvGrpSpPr>
        <p:grpSpPr>
          <a:xfrm>
            <a:off x="7503249" y="3202536"/>
            <a:ext cx="337703" cy="357845"/>
            <a:chOff x="-52450000" y="3584850"/>
            <a:chExt cx="300100" cy="318000"/>
          </a:xfrm>
        </p:grpSpPr>
        <p:sp>
          <p:nvSpPr>
            <p:cNvPr id="7619" name="Google Shape;7619;p10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p10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10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p10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3" name="Google Shape;7623;p10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10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10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26" name="Google Shape;7626;p104"/>
          <p:cNvGrpSpPr/>
          <p:nvPr/>
        </p:nvGrpSpPr>
        <p:grpSpPr>
          <a:xfrm>
            <a:off x="7514769" y="3667009"/>
            <a:ext cx="314662" cy="357226"/>
            <a:chOff x="-52440550" y="3977875"/>
            <a:chExt cx="279625" cy="317450"/>
          </a:xfrm>
        </p:grpSpPr>
        <p:sp>
          <p:nvSpPr>
            <p:cNvPr id="7627" name="Google Shape;7627;p10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10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p10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p10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10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10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p10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p10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35" name="Google Shape;7635;p104"/>
          <p:cNvGrpSpPr/>
          <p:nvPr/>
        </p:nvGrpSpPr>
        <p:grpSpPr>
          <a:xfrm>
            <a:off x="6626703" y="4123215"/>
            <a:ext cx="314662" cy="358999"/>
            <a:chOff x="-51623775" y="3584850"/>
            <a:chExt cx="279625" cy="319025"/>
          </a:xfrm>
        </p:grpSpPr>
        <p:sp>
          <p:nvSpPr>
            <p:cNvPr id="7636" name="Google Shape;7636;p10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p10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p10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10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10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10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10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10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10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45" name="Google Shape;7645;p104"/>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GB" sz="2400" u="none" cap="none" strike="noStrike">
                <a:solidFill>
                  <a:srgbClr val="FFFFFF"/>
                </a:solidFill>
                <a:latin typeface="Arial"/>
                <a:ea typeface="Arial"/>
                <a:cs typeface="Arial"/>
                <a:sym typeface="Arial"/>
              </a:rPr>
              <a:t>Help &amp; Support Icons</a:t>
            </a:r>
            <a:endParaRPr b="0" i="0" sz="2400" u="none" cap="none" strike="noStrike">
              <a:solidFill>
                <a:srgbClr val="FFFFFF"/>
              </a:solidFill>
              <a:latin typeface="Arial"/>
              <a:ea typeface="Arial"/>
              <a:cs typeface="Arial"/>
              <a:sym typeface="Arial"/>
            </a:endParaRPr>
          </a:p>
        </p:txBody>
      </p:sp>
      <p:sp>
        <p:nvSpPr>
          <p:cNvPr id="7646" name="Google Shape;7646;p104"/>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GB" sz="2400" u="none" cap="none" strike="noStrike">
                <a:solidFill>
                  <a:srgbClr val="FFFFFF"/>
                </a:solidFill>
                <a:latin typeface="Arial"/>
                <a:ea typeface="Arial"/>
                <a:cs typeface="Arial"/>
                <a:sym typeface="Arial"/>
              </a:rPr>
              <a:t>Avatar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50" name="Shape 7650"/>
        <p:cNvGrpSpPr/>
        <p:nvPr/>
      </p:nvGrpSpPr>
      <p:grpSpPr>
        <a:xfrm>
          <a:off x="0" y="0"/>
          <a:ext cx="0" cy="0"/>
          <a:chOff x="0" y="0"/>
          <a:chExt cx="0" cy="0"/>
        </a:xfrm>
      </p:grpSpPr>
      <p:grpSp>
        <p:nvGrpSpPr>
          <p:cNvPr id="7651" name="Google Shape;7651;p105"/>
          <p:cNvGrpSpPr/>
          <p:nvPr/>
        </p:nvGrpSpPr>
        <p:grpSpPr>
          <a:xfrm>
            <a:off x="866775" y="1386849"/>
            <a:ext cx="276003" cy="357300"/>
            <a:chOff x="-50469125" y="3183175"/>
            <a:chExt cx="233150" cy="301825"/>
          </a:xfrm>
        </p:grpSpPr>
        <p:sp>
          <p:nvSpPr>
            <p:cNvPr id="7652" name="Google Shape;7652;p10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10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p10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55" name="Google Shape;7655;p105"/>
          <p:cNvGrpSpPr/>
          <p:nvPr/>
        </p:nvGrpSpPr>
        <p:grpSpPr>
          <a:xfrm>
            <a:off x="826674" y="1822251"/>
            <a:ext cx="356205" cy="355288"/>
            <a:chOff x="-50504575" y="3550975"/>
            <a:chExt cx="300900" cy="300125"/>
          </a:xfrm>
        </p:grpSpPr>
        <p:sp>
          <p:nvSpPr>
            <p:cNvPr id="7656" name="Google Shape;7656;p10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7" name="Google Shape;7657;p10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p10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p10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60" name="Google Shape;7660;p105"/>
          <p:cNvGrpSpPr/>
          <p:nvPr/>
        </p:nvGrpSpPr>
        <p:grpSpPr>
          <a:xfrm>
            <a:off x="826674" y="2260493"/>
            <a:ext cx="356205" cy="354341"/>
            <a:chOff x="-50503000" y="3921175"/>
            <a:chExt cx="300900" cy="299325"/>
          </a:xfrm>
        </p:grpSpPr>
        <p:sp>
          <p:nvSpPr>
            <p:cNvPr id="7661" name="Google Shape;7661;p10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p10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10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10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10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66" name="Google Shape;7666;p105"/>
          <p:cNvGrpSpPr/>
          <p:nvPr/>
        </p:nvGrpSpPr>
        <p:grpSpPr>
          <a:xfrm>
            <a:off x="3030727" y="1406411"/>
            <a:ext cx="355258" cy="356205"/>
            <a:chOff x="-48630025" y="3199700"/>
            <a:chExt cx="300100" cy="300900"/>
          </a:xfrm>
        </p:grpSpPr>
        <p:sp>
          <p:nvSpPr>
            <p:cNvPr id="7667" name="Google Shape;7667;p10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10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10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70" name="Google Shape;7670;p105"/>
          <p:cNvGrpSpPr/>
          <p:nvPr/>
        </p:nvGrpSpPr>
        <p:grpSpPr>
          <a:xfrm>
            <a:off x="3030727" y="1843707"/>
            <a:ext cx="355258" cy="355258"/>
            <a:chOff x="-48630025" y="3569100"/>
            <a:chExt cx="300100" cy="300100"/>
          </a:xfrm>
        </p:grpSpPr>
        <p:sp>
          <p:nvSpPr>
            <p:cNvPr id="7671" name="Google Shape;7671;p10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10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p10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p10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10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10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10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10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10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10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81" name="Google Shape;7681;p105"/>
          <p:cNvGrpSpPr/>
          <p:nvPr/>
        </p:nvGrpSpPr>
        <p:grpSpPr>
          <a:xfrm>
            <a:off x="3031201" y="2281003"/>
            <a:ext cx="354311" cy="353394"/>
            <a:chOff x="-48629225" y="3938500"/>
            <a:chExt cx="299300" cy="298525"/>
          </a:xfrm>
        </p:grpSpPr>
        <p:sp>
          <p:nvSpPr>
            <p:cNvPr id="7682" name="Google Shape;7682;p10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10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10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10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86" name="Google Shape;7686;p105"/>
          <p:cNvGrpSpPr/>
          <p:nvPr/>
        </p:nvGrpSpPr>
        <p:grpSpPr>
          <a:xfrm>
            <a:off x="1766604" y="2752344"/>
            <a:ext cx="311458" cy="354341"/>
            <a:chOff x="-46762575" y="3200500"/>
            <a:chExt cx="263100" cy="299325"/>
          </a:xfrm>
        </p:grpSpPr>
        <p:sp>
          <p:nvSpPr>
            <p:cNvPr id="7687" name="Google Shape;7687;p10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10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9" name="Google Shape;7689;p10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p10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10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92" name="Google Shape;7692;p105"/>
          <p:cNvGrpSpPr/>
          <p:nvPr/>
        </p:nvGrpSpPr>
        <p:grpSpPr>
          <a:xfrm>
            <a:off x="1744689" y="3211066"/>
            <a:ext cx="355288" cy="312375"/>
            <a:chOff x="-46779900" y="3588000"/>
            <a:chExt cx="300125" cy="263875"/>
          </a:xfrm>
        </p:grpSpPr>
        <p:sp>
          <p:nvSpPr>
            <p:cNvPr id="7693" name="Google Shape;7693;p10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p10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10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10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97" name="Google Shape;7697;p105"/>
          <p:cNvGrpSpPr/>
          <p:nvPr/>
        </p:nvGrpSpPr>
        <p:grpSpPr>
          <a:xfrm>
            <a:off x="1745162" y="3625988"/>
            <a:ext cx="354341" cy="353394"/>
            <a:chOff x="-46779100" y="3938500"/>
            <a:chExt cx="299325" cy="298525"/>
          </a:xfrm>
        </p:grpSpPr>
        <p:sp>
          <p:nvSpPr>
            <p:cNvPr id="7698" name="Google Shape;7698;p10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10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00" name="Google Shape;7700;p105"/>
          <p:cNvGrpSpPr/>
          <p:nvPr/>
        </p:nvGrpSpPr>
        <p:grpSpPr>
          <a:xfrm>
            <a:off x="3952900" y="2758855"/>
            <a:ext cx="355258" cy="355288"/>
            <a:chOff x="-44924250" y="3206000"/>
            <a:chExt cx="300100" cy="300125"/>
          </a:xfrm>
        </p:grpSpPr>
        <p:sp>
          <p:nvSpPr>
            <p:cNvPr id="7701" name="Google Shape;7701;p10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10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10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10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10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06" name="Google Shape;7706;p105"/>
          <p:cNvGrpSpPr/>
          <p:nvPr/>
        </p:nvGrpSpPr>
        <p:grpSpPr>
          <a:xfrm>
            <a:off x="1267386" y="1386849"/>
            <a:ext cx="355258" cy="355258"/>
            <a:chOff x="-50134375" y="3183175"/>
            <a:chExt cx="300100" cy="300100"/>
          </a:xfrm>
        </p:grpSpPr>
        <p:sp>
          <p:nvSpPr>
            <p:cNvPr id="7707" name="Google Shape;7707;p10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10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10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10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10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p10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p10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4" name="Google Shape;7714;p10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p10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p10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17" name="Google Shape;7717;p105"/>
          <p:cNvGrpSpPr/>
          <p:nvPr/>
        </p:nvGrpSpPr>
        <p:grpSpPr>
          <a:xfrm>
            <a:off x="1267386" y="1822251"/>
            <a:ext cx="355258" cy="355288"/>
            <a:chOff x="-50134375" y="3550975"/>
            <a:chExt cx="300100" cy="300125"/>
          </a:xfrm>
        </p:grpSpPr>
        <p:sp>
          <p:nvSpPr>
            <p:cNvPr id="7718" name="Google Shape;7718;p10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p10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20" name="Google Shape;7720;p105"/>
          <p:cNvGrpSpPr/>
          <p:nvPr/>
        </p:nvGrpSpPr>
        <p:grpSpPr>
          <a:xfrm>
            <a:off x="1267386" y="2259783"/>
            <a:ext cx="355258" cy="355051"/>
            <a:chOff x="-50134375" y="3920575"/>
            <a:chExt cx="300100" cy="299925"/>
          </a:xfrm>
        </p:grpSpPr>
        <p:sp>
          <p:nvSpPr>
            <p:cNvPr id="7721" name="Google Shape;7721;p10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p10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3" name="Google Shape;7723;p10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24" name="Google Shape;7724;p105"/>
          <p:cNvGrpSpPr/>
          <p:nvPr/>
        </p:nvGrpSpPr>
        <p:grpSpPr>
          <a:xfrm>
            <a:off x="3478110" y="1407358"/>
            <a:ext cx="357123" cy="355258"/>
            <a:chOff x="-48262200" y="3200500"/>
            <a:chExt cx="301675" cy="300100"/>
          </a:xfrm>
        </p:grpSpPr>
        <p:sp>
          <p:nvSpPr>
            <p:cNvPr id="7725" name="Google Shape;7725;p10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p10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10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8" name="Google Shape;7728;p10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p10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10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1" name="Google Shape;7731;p10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p10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10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34" name="Google Shape;7734;p105"/>
          <p:cNvGrpSpPr/>
          <p:nvPr/>
        </p:nvGrpSpPr>
        <p:grpSpPr>
          <a:xfrm>
            <a:off x="3507483" y="1844447"/>
            <a:ext cx="298377" cy="354519"/>
            <a:chOff x="-48233050" y="3569725"/>
            <a:chExt cx="252050" cy="299475"/>
          </a:xfrm>
        </p:grpSpPr>
        <p:sp>
          <p:nvSpPr>
            <p:cNvPr id="7735" name="Google Shape;7735;p10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10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p10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38" name="Google Shape;7738;p105"/>
          <p:cNvGrpSpPr/>
          <p:nvPr/>
        </p:nvGrpSpPr>
        <p:grpSpPr>
          <a:xfrm>
            <a:off x="3531248" y="2278191"/>
            <a:ext cx="250847" cy="358070"/>
            <a:chOff x="-48216525" y="3936125"/>
            <a:chExt cx="211900" cy="302475"/>
          </a:xfrm>
        </p:grpSpPr>
        <p:sp>
          <p:nvSpPr>
            <p:cNvPr id="7739" name="Google Shape;7739;p10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0" name="Google Shape;7740;p10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1" name="Google Shape;7741;p10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10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43" name="Google Shape;7743;p105"/>
          <p:cNvGrpSpPr/>
          <p:nvPr/>
        </p:nvGrpSpPr>
        <p:grpSpPr>
          <a:xfrm>
            <a:off x="2186966" y="2753261"/>
            <a:ext cx="355258" cy="355288"/>
            <a:chOff x="-46410500" y="3201275"/>
            <a:chExt cx="300100" cy="300125"/>
          </a:xfrm>
        </p:grpSpPr>
        <p:sp>
          <p:nvSpPr>
            <p:cNvPr id="7744" name="Google Shape;7744;p10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5" name="Google Shape;7745;p10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10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10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8" name="Google Shape;7748;p10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49" name="Google Shape;7749;p105"/>
          <p:cNvGrpSpPr/>
          <p:nvPr/>
        </p:nvGrpSpPr>
        <p:grpSpPr>
          <a:xfrm>
            <a:off x="2186966" y="3188692"/>
            <a:ext cx="355258" cy="356205"/>
            <a:chOff x="-46409700" y="3569100"/>
            <a:chExt cx="300100" cy="300900"/>
          </a:xfrm>
        </p:grpSpPr>
        <p:sp>
          <p:nvSpPr>
            <p:cNvPr id="7750" name="Google Shape;7750;p10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1" name="Google Shape;7751;p10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10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10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p10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55" name="Google Shape;7755;p105"/>
          <p:cNvGrpSpPr/>
          <p:nvPr/>
        </p:nvGrpSpPr>
        <p:grpSpPr>
          <a:xfrm>
            <a:off x="2174847" y="3624124"/>
            <a:ext cx="379497" cy="358070"/>
            <a:chOff x="-46422300" y="3936925"/>
            <a:chExt cx="320575" cy="302475"/>
          </a:xfrm>
        </p:grpSpPr>
        <p:sp>
          <p:nvSpPr>
            <p:cNvPr id="7756" name="Google Shape;7756;p10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p10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58" name="Google Shape;7758;p105"/>
          <p:cNvGrpSpPr/>
          <p:nvPr/>
        </p:nvGrpSpPr>
        <p:grpSpPr>
          <a:xfrm>
            <a:off x="3952426" y="3178452"/>
            <a:ext cx="356205" cy="355258"/>
            <a:chOff x="-44914800" y="3560450"/>
            <a:chExt cx="300900" cy="300100"/>
          </a:xfrm>
        </p:grpSpPr>
        <p:sp>
          <p:nvSpPr>
            <p:cNvPr id="7759" name="Google Shape;7759;p10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10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10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p10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10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64" name="Google Shape;7764;p105"/>
          <p:cNvGrpSpPr/>
          <p:nvPr/>
        </p:nvGrpSpPr>
        <p:grpSpPr>
          <a:xfrm>
            <a:off x="1707478" y="1387086"/>
            <a:ext cx="354311" cy="354104"/>
            <a:chOff x="-49764975" y="3183375"/>
            <a:chExt cx="299300" cy="299125"/>
          </a:xfrm>
        </p:grpSpPr>
        <p:sp>
          <p:nvSpPr>
            <p:cNvPr id="7765" name="Google Shape;7765;p10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6" name="Google Shape;7766;p10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10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10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10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p10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10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10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10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74" name="Google Shape;7774;p105"/>
          <p:cNvGrpSpPr/>
          <p:nvPr/>
        </p:nvGrpSpPr>
        <p:grpSpPr>
          <a:xfrm>
            <a:off x="1707478" y="1822547"/>
            <a:ext cx="354311" cy="355909"/>
            <a:chOff x="-49764975" y="3551225"/>
            <a:chExt cx="299300" cy="300650"/>
          </a:xfrm>
        </p:grpSpPr>
        <p:sp>
          <p:nvSpPr>
            <p:cNvPr id="7775" name="Google Shape;7775;p10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10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10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10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10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10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10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10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10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10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10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86" name="Google Shape;7786;p105"/>
          <p:cNvGrpSpPr/>
          <p:nvPr/>
        </p:nvGrpSpPr>
        <p:grpSpPr>
          <a:xfrm>
            <a:off x="1705140" y="2259310"/>
            <a:ext cx="358987" cy="355525"/>
            <a:chOff x="-49766550" y="3920175"/>
            <a:chExt cx="303250" cy="300325"/>
          </a:xfrm>
        </p:grpSpPr>
        <p:sp>
          <p:nvSpPr>
            <p:cNvPr id="7787" name="Google Shape;7787;p10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10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10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10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91" name="Google Shape;7791;p105"/>
          <p:cNvGrpSpPr/>
          <p:nvPr/>
        </p:nvGrpSpPr>
        <p:grpSpPr>
          <a:xfrm>
            <a:off x="3920671" y="1407358"/>
            <a:ext cx="357123" cy="354341"/>
            <a:chOff x="-47892800" y="3200500"/>
            <a:chExt cx="301675" cy="299325"/>
          </a:xfrm>
        </p:grpSpPr>
        <p:sp>
          <p:nvSpPr>
            <p:cNvPr id="7792" name="Google Shape;7792;p10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10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10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10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10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10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98" name="Google Shape;7798;p105"/>
          <p:cNvGrpSpPr/>
          <p:nvPr/>
        </p:nvGrpSpPr>
        <p:grpSpPr>
          <a:xfrm>
            <a:off x="3984537" y="1843707"/>
            <a:ext cx="229391" cy="355258"/>
            <a:chOff x="-47839250" y="3569100"/>
            <a:chExt cx="193775" cy="300100"/>
          </a:xfrm>
        </p:grpSpPr>
        <p:sp>
          <p:nvSpPr>
            <p:cNvPr id="7799" name="Google Shape;7799;p10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10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10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10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10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10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05" name="Google Shape;7805;p105"/>
          <p:cNvGrpSpPr/>
          <p:nvPr/>
        </p:nvGrpSpPr>
        <p:grpSpPr>
          <a:xfrm>
            <a:off x="3921603" y="2280056"/>
            <a:ext cx="355258" cy="356205"/>
            <a:chOff x="-47892800" y="3937700"/>
            <a:chExt cx="300100" cy="300900"/>
          </a:xfrm>
        </p:grpSpPr>
        <p:sp>
          <p:nvSpPr>
            <p:cNvPr id="7806" name="Google Shape;7806;p10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p10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10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10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10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10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p10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p10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14" name="Google Shape;7814;p105"/>
          <p:cNvGrpSpPr/>
          <p:nvPr/>
        </p:nvGrpSpPr>
        <p:grpSpPr>
          <a:xfrm>
            <a:off x="2626898" y="2773770"/>
            <a:ext cx="355258" cy="311458"/>
            <a:chOff x="-46042675" y="3218600"/>
            <a:chExt cx="300100" cy="263100"/>
          </a:xfrm>
        </p:grpSpPr>
        <p:sp>
          <p:nvSpPr>
            <p:cNvPr id="7815" name="Google Shape;7815;p10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10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10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p10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p10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10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21" name="Google Shape;7821;p105"/>
          <p:cNvGrpSpPr/>
          <p:nvPr/>
        </p:nvGrpSpPr>
        <p:grpSpPr>
          <a:xfrm>
            <a:off x="2626898" y="3188219"/>
            <a:ext cx="355258" cy="323118"/>
            <a:chOff x="-46042675" y="3568700"/>
            <a:chExt cx="300100" cy="272950"/>
          </a:xfrm>
        </p:grpSpPr>
        <p:sp>
          <p:nvSpPr>
            <p:cNvPr id="7822" name="Google Shape;7822;p10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10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10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10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26" name="Google Shape;7826;p105"/>
          <p:cNvGrpSpPr/>
          <p:nvPr/>
        </p:nvGrpSpPr>
        <p:grpSpPr>
          <a:xfrm>
            <a:off x="2668849" y="3625189"/>
            <a:ext cx="271357" cy="356057"/>
            <a:chOff x="-46007225" y="3937825"/>
            <a:chExt cx="229225" cy="300775"/>
          </a:xfrm>
        </p:grpSpPr>
        <p:sp>
          <p:nvSpPr>
            <p:cNvPr id="7827" name="Google Shape;7827;p10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p10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10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10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10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10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10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10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10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10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37" name="Google Shape;7837;p105"/>
          <p:cNvGrpSpPr/>
          <p:nvPr/>
        </p:nvGrpSpPr>
        <p:grpSpPr>
          <a:xfrm>
            <a:off x="3974341" y="3615275"/>
            <a:ext cx="312375" cy="357596"/>
            <a:chOff x="-44895900" y="3929450"/>
            <a:chExt cx="263875" cy="302075"/>
          </a:xfrm>
        </p:grpSpPr>
        <p:sp>
          <p:nvSpPr>
            <p:cNvPr id="7838" name="Google Shape;7838;p10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10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10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10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10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p10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44" name="Google Shape;7844;p105"/>
          <p:cNvGrpSpPr/>
          <p:nvPr/>
        </p:nvGrpSpPr>
        <p:grpSpPr>
          <a:xfrm>
            <a:off x="2148160" y="1398036"/>
            <a:ext cx="356205" cy="332885"/>
            <a:chOff x="-49397175" y="3192625"/>
            <a:chExt cx="300900" cy="281200"/>
          </a:xfrm>
        </p:grpSpPr>
        <p:sp>
          <p:nvSpPr>
            <p:cNvPr id="7845" name="Google Shape;7845;p10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10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10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10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10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10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10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52" name="Google Shape;7852;p105"/>
          <p:cNvGrpSpPr/>
          <p:nvPr/>
        </p:nvGrpSpPr>
        <p:grpSpPr>
          <a:xfrm>
            <a:off x="2174263" y="1822251"/>
            <a:ext cx="304000" cy="356205"/>
            <a:chOff x="-49375900" y="3550975"/>
            <a:chExt cx="256800" cy="300900"/>
          </a:xfrm>
        </p:grpSpPr>
        <p:sp>
          <p:nvSpPr>
            <p:cNvPr id="7853" name="Google Shape;7853;p10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10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10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10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10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10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105"/>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10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p10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10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10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64" name="Google Shape;7864;p105"/>
          <p:cNvGrpSpPr/>
          <p:nvPr/>
        </p:nvGrpSpPr>
        <p:grpSpPr>
          <a:xfrm>
            <a:off x="2169616" y="2259546"/>
            <a:ext cx="313293" cy="356205"/>
            <a:chOff x="-49378250" y="3920375"/>
            <a:chExt cx="264650" cy="300900"/>
          </a:xfrm>
        </p:grpSpPr>
        <p:sp>
          <p:nvSpPr>
            <p:cNvPr id="7865" name="Google Shape;7865;p10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10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10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10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10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10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10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72" name="Google Shape;7872;p105"/>
          <p:cNvGrpSpPr/>
          <p:nvPr/>
        </p:nvGrpSpPr>
        <p:grpSpPr>
          <a:xfrm>
            <a:off x="888604" y="2752344"/>
            <a:ext cx="312375" cy="357123"/>
            <a:chOff x="-47505300" y="3200500"/>
            <a:chExt cx="263875" cy="301675"/>
          </a:xfrm>
        </p:grpSpPr>
        <p:sp>
          <p:nvSpPr>
            <p:cNvPr id="7873" name="Google Shape;7873;p10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10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10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6" name="Google Shape;7876;p10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7" name="Google Shape;7877;p10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10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9" name="Google Shape;7879;p10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p10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10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p10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p10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10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p10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86" name="Google Shape;7886;p105"/>
          <p:cNvGrpSpPr/>
          <p:nvPr/>
        </p:nvGrpSpPr>
        <p:grpSpPr>
          <a:xfrm>
            <a:off x="866704" y="3188692"/>
            <a:ext cx="356176" cy="355051"/>
            <a:chOff x="-47524975" y="3569100"/>
            <a:chExt cx="300875" cy="299925"/>
          </a:xfrm>
        </p:grpSpPr>
        <p:sp>
          <p:nvSpPr>
            <p:cNvPr id="7887" name="Google Shape;7887;p10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p10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10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p10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1" name="Google Shape;7891;p10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92" name="Google Shape;7892;p105"/>
          <p:cNvGrpSpPr/>
          <p:nvPr/>
        </p:nvGrpSpPr>
        <p:grpSpPr>
          <a:xfrm>
            <a:off x="867162" y="3667954"/>
            <a:ext cx="355258" cy="270410"/>
            <a:chOff x="-47523400" y="3973950"/>
            <a:chExt cx="300100" cy="228425"/>
          </a:xfrm>
        </p:grpSpPr>
        <p:sp>
          <p:nvSpPr>
            <p:cNvPr id="7893" name="Google Shape;7893;p10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4" name="Google Shape;7894;p10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p10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p10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p10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98" name="Google Shape;7898;p105"/>
          <p:cNvGrpSpPr/>
          <p:nvPr/>
        </p:nvGrpSpPr>
        <p:grpSpPr>
          <a:xfrm>
            <a:off x="3072283" y="2750953"/>
            <a:ext cx="354341" cy="357596"/>
            <a:chOff x="-45673275" y="3199325"/>
            <a:chExt cx="299325" cy="302075"/>
          </a:xfrm>
        </p:grpSpPr>
        <p:sp>
          <p:nvSpPr>
            <p:cNvPr id="7899" name="Google Shape;7899;p10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0" name="Google Shape;7900;p10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1" name="Google Shape;7901;p10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02" name="Google Shape;7902;p105"/>
          <p:cNvGrpSpPr/>
          <p:nvPr/>
        </p:nvGrpSpPr>
        <p:grpSpPr>
          <a:xfrm>
            <a:off x="3071351" y="3209202"/>
            <a:ext cx="356205" cy="314240"/>
            <a:chOff x="-45674075" y="3586425"/>
            <a:chExt cx="300900" cy="265450"/>
          </a:xfrm>
        </p:grpSpPr>
        <p:sp>
          <p:nvSpPr>
            <p:cNvPr id="7903" name="Google Shape;7903;p10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10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05" name="Google Shape;7905;p105"/>
          <p:cNvGrpSpPr/>
          <p:nvPr/>
        </p:nvGrpSpPr>
        <p:grpSpPr>
          <a:xfrm>
            <a:off x="3072283" y="3625041"/>
            <a:ext cx="354341" cy="356205"/>
            <a:chOff x="-45673275" y="3937700"/>
            <a:chExt cx="299325" cy="300900"/>
          </a:xfrm>
        </p:grpSpPr>
        <p:sp>
          <p:nvSpPr>
            <p:cNvPr id="7906" name="Google Shape;7906;p10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10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p10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10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10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p10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12" name="Google Shape;7912;p105"/>
          <p:cNvGrpSpPr/>
          <p:nvPr/>
        </p:nvGrpSpPr>
        <p:grpSpPr>
          <a:xfrm>
            <a:off x="2186449" y="4117825"/>
            <a:ext cx="356205" cy="356205"/>
            <a:chOff x="-44512325" y="3176075"/>
            <a:chExt cx="300900" cy="300900"/>
          </a:xfrm>
        </p:grpSpPr>
        <p:sp>
          <p:nvSpPr>
            <p:cNvPr id="7913" name="Google Shape;7913;p10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10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10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16" name="Google Shape;7916;p105"/>
          <p:cNvGrpSpPr/>
          <p:nvPr/>
        </p:nvGrpSpPr>
        <p:grpSpPr>
          <a:xfrm>
            <a:off x="2589789" y="1386849"/>
            <a:ext cx="354341" cy="354341"/>
            <a:chOff x="-49027775" y="3183175"/>
            <a:chExt cx="299325" cy="299325"/>
          </a:xfrm>
        </p:grpSpPr>
        <p:sp>
          <p:nvSpPr>
            <p:cNvPr id="7917" name="Google Shape;7917;p10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p10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p10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0" name="Google Shape;7920;p10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21" name="Google Shape;7921;p105"/>
          <p:cNvGrpSpPr/>
          <p:nvPr/>
        </p:nvGrpSpPr>
        <p:grpSpPr>
          <a:xfrm>
            <a:off x="2589330" y="1822251"/>
            <a:ext cx="355258" cy="357152"/>
            <a:chOff x="-49027775" y="3550975"/>
            <a:chExt cx="300100" cy="301700"/>
          </a:xfrm>
        </p:grpSpPr>
        <p:sp>
          <p:nvSpPr>
            <p:cNvPr id="7922" name="Google Shape;7922;p10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10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10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10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10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10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10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10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10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10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32" name="Google Shape;7932;p105"/>
          <p:cNvGrpSpPr/>
          <p:nvPr/>
        </p:nvGrpSpPr>
        <p:grpSpPr>
          <a:xfrm>
            <a:off x="2587406" y="2259310"/>
            <a:ext cx="359106" cy="355525"/>
            <a:chOff x="-49031025" y="3920175"/>
            <a:chExt cx="303350" cy="300325"/>
          </a:xfrm>
        </p:grpSpPr>
        <p:sp>
          <p:nvSpPr>
            <p:cNvPr id="7933" name="Google Shape;7933;p10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10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10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p10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p10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8" name="Google Shape;7938;p10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39" name="Google Shape;7939;p105"/>
          <p:cNvGrpSpPr/>
          <p:nvPr/>
        </p:nvGrpSpPr>
        <p:grpSpPr>
          <a:xfrm>
            <a:off x="1303511" y="2752344"/>
            <a:ext cx="356176" cy="354341"/>
            <a:chOff x="-47155575" y="3200500"/>
            <a:chExt cx="300875" cy="299325"/>
          </a:xfrm>
        </p:grpSpPr>
        <p:sp>
          <p:nvSpPr>
            <p:cNvPr id="7940" name="Google Shape;7940;p10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10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2" name="Google Shape;7942;p10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p10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p10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5" name="Google Shape;7945;p10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46" name="Google Shape;7946;p105"/>
          <p:cNvGrpSpPr/>
          <p:nvPr/>
        </p:nvGrpSpPr>
        <p:grpSpPr>
          <a:xfrm>
            <a:off x="1303970" y="3188692"/>
            <a:ext cx="355258" cy="355258"/>
            <a:chOff x="-47154800" y="3569100"/>
            <a:chExt cx="300100" cy="300100"/>
          </a:xfrm>
        </p:grpSpPr>
        <p:sp>
          <p:nvSpPr>
            <p:cNvPr id="7947" name="Google Shape;7947;p10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10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10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10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10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p10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53" name="Google Shape;7953;p105"/>
          <p:cNvGrpSpPr/>
          <p:nvPr/>
        </p:nvGrpSpPr>
        <p:grpSpPr>
          <a:xfrm>
            <a:off x="1304443" y="3626905"/>
            <a:ext cx="354311" cy="353423"/>
            <a:chOff x="-47154000" y="3939275"/>
            <a:chExt cx="299300" cy="298550"/>
          </a:xfrm>
        </p:grpSpPr>
        <p:sp>
          <p:nvSpPr>
            <p:cNvPr id="7954" name="Google Shape;7954;p10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p10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10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10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58" name="Google Shape;7958;p105"/>
          <p:cNvGrpSpPr/>
          <p:nvPr/>
        </p:nvGrpSpPr>
        <p:grpSpPr>
          <a:xfrm>
            <a:off x="3529733" y="2752344"/>
            <a:ext cx="312375" cy="354341"/>
            <a:chOff x="-45286550" y="3200500"/>
            <a:chExt cx="263875" cy="299325"/>
          </a:xfrm>
        </p:grpSpPr>
        <p:sp>
          <p:nvSpPr>
            <p:cNvPr id="7959" name="Google Shape;7959;p10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10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10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62" name="Google Shape;7962;p105"/>
          <p:cNvGrpSpPr/>
          <p:nvPr/>
        </p:nvGrpSpPr>
        <p:grpSpPr>
          <a:xfrm>
            <a:off x="3529733" y="3189639"/>
            <a:ext cx="312375" cy="354311"/>
            <a:chOff x="-45286550" y="3569900"/>
            <a:chExt cx="263875" cy="299300"/>
          </a:xfrm>
        </p:grpSpPr>
        <p:sp>
          <p:nvSpPr>
            <p:cNvPr id="7963" name="Google Shape;7963;p10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10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10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10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10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10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69" name="Google Shape;7969;p105"/>
          <p:cNvGrpSpPr/>
          <p:nvPr/>
        </p:nvGrpSpPr>
        <p:grpSpPr>
          <a:xfrm>
            <a:off x="3540920" y="3625988"/>
            <a:ext cx="290001" cy="355258"/>
            <a:chOff x="-45277900" y="3938500"/>
            <a:chExt cx="244975" cy="300100"/>
          </a:xfrm>
        </p:grpSpPr>
        <p:sp>
          <p:nvSpPr>
            <p:cNvPr id="7970" name="Google Shape;7970;p10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10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10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10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74" name="Google Shape;7974;p105"/>
          <p:cNvGrpSpPr/>
          <p:nvPr/>
        </p:nvGrpSpPr>
        <p:grpSpPr>
          <a:xfrm>
            <a:off x="2626869" y="4095090"/>
            <a:ext cx="355258" cy="355258"/>
            <a:chOff x="-44502875" y="3576975"/>
            <a:chExt cx="300100" cy="300100"/>
          </a:xfrm>
        </p:grpSpPr>
        <p:sp>
          <p:nvSpPr>
            <p:cNvPr id="7975" name="Google Shape;7975;p10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10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10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78" name="Google Shape;7978;p105"/>
          <p:cNvGrpSpPr/>
          <p:nvPr/>
        </p:nvGrpSpPr>
        <p:grpSpPr>
          <a:xfrm>
            <a:off x="4835456" y="1828361"/>
            <a:ext cx="356196" cy="354670"/>
            <a:chOff x="-13946200" y="3647075"/>
            <a:chExt cx="353650" cy="352100"/>
          </a:xfrm>
        </p:grpSpPr>
        <p:sp>
          <p:nvSpPr>
            <p:cNvPr id="7979" name="Google Shape;7979;p10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0" name="Google Shape;7980;p10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1" name="Google Shape;7981;p10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p10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10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10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85" name="Google Shape;7985;p105"/>
          <p:cNvGrpSpPr/>
          <p:nvPr/>
        </p:nvGrpSpPr>
        <p:grpSpPr>
          <a:xfrm>
            <a:off x="6618849" y="1387844"/>
            <a:ext cx="357002" cy="354267"/>
            <a:chOff x="-12163025" y="3214275"/>
            <a:chExt cx="354450" cy="351700"/>
          </a:xfrm>
        </p:grpSpPr>
        <p:sp>
          <p:nvSpPr>
            <p:cNvPr id="7986" name="Google Shape;7986;p10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10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p10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89" name="Google Shape;7989;p105"/>
          <p:cNvGrpSpPr/>
          <p:nvPr/>
        </p:nvGrpSpPr>
        <p:grpSpPr>
          <a:xfrm>
            <a:off x="6619629" y="1827581"/>
            <a:ext cx="355441" cy="356232"/>
            <a:chOff x="-12160675" y="3647875"/>
            <a:chExt cx="352900" cy="353650"/>
          </a:xfrm>
        </p:grpSpPr>
        <p:sp>
          <p:nvSpPr>
            <p:cNvPr id="7990" name="Google Shape;7990;p10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p10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p10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p10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p10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5" name="Google Shape;7995;p10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6" name="Google Shape;7996;p10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97" name="Google Shape;7997;p105"/>
          <p:cNvGrpSpPr/>
          <p:nvPr/>
        </p:nvGrpSpPr>
        <p:grpSpPr>
          <a:xfrm>
            <a:off x="6630345" y="2272036"/>
            <a:ext cx="354635" cy="356232"/>
            <a:chOff x="-12160675" y="4081850"/>
            <a:chExt cx="352100" cy="353650"/>
          </a:xfrm>
        </p:grpSpPr>
        <p:sp>
          <p:nvSpPr>
            <p:cNvPr id="7998" name="Google Shape;7998;p10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9" name="Google Shape;7999;p10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10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10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p10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10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04" name="Google Shape;8004;p105"/>
          <p:cNvGrpSpPr/>
          <p:nvPr/>
        </p:nvGrpSpPr>
        <p:grpSpPr>
          <a:xfrm>
            <a:off x="4835311" y="2746480"/>
            <a:ext cx="355416" cy="355652"/>
            <a:chOff x="-10391650" y="3180600"/>
            <a:chExt cx="352875" cy="353075"/>
          </a:xfrm>
        </p:grpSpPr>
        <p:sp>
          <p:nvSpPr>
            <p:cNvPr id="8005" name="Google Shape;8005;p10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10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7" name="Google Shape;8007;p10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10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10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p10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1" name="Google Shape;8011;p105"/>
          <p:cNvGrpSpPr/>
          <p:nvPr/>
        </p:nvGrpSpPr>
        <p:grpSpPr>
          <a:xfrm>
            <a:off x="4835310" y="3223278"/>
            <a:ext cx="354635" cy="353890"/>
            <a:chOff x="-10390875" y="3616350"/>
            <a:chExt cx="352100" cy="351325"/>
          </a:xfrm>
        </p:grpSpPr>
        <p:sp>
          <p:nvSpPr>
            <p:cNvPr id="8012" name="Google Shape;8012;p10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p10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4" name="Google Shape;8014;p10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5" name="Google Shape;8015;p105"/>
          <p:cNvGrpSpPr/>
          <p:nvPr/>
        </p:nvGrpSpPr>
        <p:grpSpPr>
          <a:xfrm>
            <a:off x="7502285" y="2747943"/>
            <a:ext cx="312585" cy="354670"/>
            <a:chOff x="-10370400" y="4049550"/>
            <a:chExt cx="310350" cy="352100"/>
          </a:xfrm>
        </p:grpSpPr>
        <p:sp>
          <p:nvSpPr>
            <p:cNvPr id="8016" name="Google Shape;8016;p10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p10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10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9" name="Google Shape;8019;p10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10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1" name="Google Shape;8021;p105"/>
          <p:cNvGrpSpPr/>
          <p:nvPr/>
        </p:nvGrpSpPr>
        <p:grpSpPr>
          <a:xfrm>
            <a:off x="6606541" y="2746884"/>
            <a:ext cx="379236" cy="354847"/>
            <a:chOff x="-8674650" y="3210975"/>
            <a:chExt cx="376525" cy="352275"/>
          </a:xfrm>
        </p:grpSpPr>
        <p:sp>
          <p:nvSpPr>
            <p:cNvPr id="8022" name="Google Shape;8022;p10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p10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10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5" name="Google Shape;8025;p10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6" name="Google Shape;8026;p10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10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8" name="Google Shape;8028;p105"/>
          <p:cNvGrpSpPr/>
          <p:nvPr/>
        </p:nvGrpSpPr>
        <p:grpSpPr>
          <a:xfrm>
            <a:off x="5278038" y="1828361"/>
            <a:ext cx="356221" cy="354670"/>
            <a:chOff x="-13512225" y="3647075"/>
            <a:chExt cx="353675" cy="352100"/>
          </a:xfrm>
        </p:grpSpPr>
        <p:sp>
          <p:nvSpPr>
            <p:cNvPr id="8029" name="Google Shape;8029;p10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p10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1" name="Google Shape;8031;p10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p10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10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p10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10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6" name="Google Shape;8036;p10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7" name="Google Shape;8037;p10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10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39" name="Google Shape;8039;p105"/>
          <p:cNvGrpSpPr/>
          <p:nvPr/>
        </p:nvGrpSpPr>
        <p:grpSpPr>
          <a:xfrm>
            <a:off x="5288351" y="2272427"/>
            <a:ext cx="356221" cy="355451"/>
            <a:chOff x="-13512225" y="4080275"/>
            <a:chExt cx="353675" cy="352875"/>
          </a:xfrm>
        </p:grpSpPr>
        <p:sp>
          <p:nvSpPr>
            <p:cNvPr id="8040" name="Google Shape;8040;p10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p10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10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10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10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10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10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10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10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10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0" name="Google Shape;8050;p10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1" name="Google Shape;8051;p105"/>
          <p:cNvGrpSpPr/>
          <p:nvPr/>
        </p:nvGrpSpPr>
        <p:grpSpPr>
          <a:xfrm>
            <a:off x="7061431" y="1419788"/>
            <a:ext cx="356196" cy="290379"/>
            <a:chOff x="-11728250" y="3245400"/>
            <a:chExt cx="353650" cy="288275"/>
          </a:xfrm>
        </p:grpSpPr>
        <p:sp>
          <p:nvSpPr>
            <p:cNvPr id="8052" name="Google Shape;8052;p10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p10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p10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p10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6" name="Google Shape;8056;p10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7" name="Google Shape;8057;p105"/>
          <p:cNvGrpSpPr/>
          <p:nvPr/>
        </p:nvGrpSpPr>
        <p:grpSpPr>
          <a:xfrm>
            <a:off x="7093939" y="2272427"/>
            <a:ext cx="311804" cy="355451"/>
            <a:chOff x="-11703850" y="4081850"/>
            <a:chExt cx="309575" cy="352875"/>
          </a:xfrm>
        </p:grpSpPr>
        <p:sp>
          <p:nvSpPr>
            <p:cNvPr id="8058" name="Google Shape;8058;p10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9" name="Google Shape;8059;p10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10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p10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2" name="Google Shape;8062;p10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10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p10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5" name="Google Shape;8065;p10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6" name="Google Shape;8066;p105"/>
          <p:cNvGrpSpPr/>
          <p:nvPr/>
        </p:nvGrpSpPr>
        <p:grpSpPr>
          <a:xfrm>
            <a:off x="5282595" y="2746580"/>
            <a:ext cx="357002" cy="355451"/>
            <a:chOff x="-9958475" y="3180025"/>
            <a:chExt cx="354450" cy="352875"/>
          </a:xfrm>
        </p:grpSpPr>
        <p:sp>
          <p:nvSpPr>
            <p:cNvPr id="8067" name="Google Shape;8067;p10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8" name="Google Shape;8068;p10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p10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70" name="Google Shape;8070;p105"/>
          <p:cNvGrpSpPr/>
          <p:nvPr/>
        </p:nvGrpSpPr>
        <p:grpSpPr>
          <a:xfrm>
            <a:off x="5291722" y="3222561"/>
            <a:ext cx="337966" cy="355325"/>
            <a:chOff x="-9949025" y="3615575"/>
            <a:chExt cx="335550" cy="352750"/>
          </a:xfrm>
        </p:grpSpPr>
        <p:sp>
          <p:nvSpPr>
            <p:cNvPr id="8071" name="Google Shape;8071;p10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10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10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74" name="Google Shape;8074;p105"/>
          <p:cNvGrpSpPr/>
          <p:nvPr/>
        </p:nvGrpSpPr>
        <p:grpSpPr>
          <a:xfrm>
            <a:off x="7926568" y="2746067"/>
            <a:ext cx="360175" cy="358423"/>
            <a:chOff x="-9961625" y="4048175"/>
            <a:chExt cx="357600" cy="355825"/>
          </a:xfrm>
        </p:grpSpPr>
        <p:sp>
          <p:nvSpPr>
            <p:cNvPr id="8075" name="Google Shape;8075;p10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p10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10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10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p10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10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81" name="Google Shape;8081;p105"/>
          <p:cNvGrpSpPr/>
          <p:nvPr/>
        </p:nvGrpSpPr>
        <p:grpSpPr>
          <a:xfrm>
            <a:off x="6613289" y="3221579"/>
            <a:ext cx="364959" cy="357289"/>
            <a:chOff x="-8680950" y="3624225"/>
            <a:chExt cx="362350" cy="354700"/>
          </a:xfrm>
        </p:grpSpPr>
        <p:sp>
          <p:nvSpPr>
            <p:cNvPr id="8082" name="Google Shape;8082;p10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3" name="Google Shape;8083;p10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10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10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10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10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88" name="Google Shape;8088;p105"/>
          <p:cNvGrpSpPr/>
          <p:nvPr/>
        </p:nvGrpSpPr>
        <p:grpSpPr>
          <a:xfrm>
            <a:off x="5749533" y="1387239"/>
            <a:ext cx="313365" cy="355476"/>
            <a:chOff x="-13056975" y="3212300"/>
            <a:chExt cx="311125" cy="352900"/>
          </a:xfrm>
        </p:grpSpPr>
        <p:sp>
          <p:nvSpPr>
            <p:cNvPr id="8089" name="Google Shape;8089;p10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10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10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p10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3" name="Google Shape;8093;p105"/>
          <p:cNvGrpSpPr/>
          <p:nvPr/>
        </p:nvGrpSpPr>
        <p:grpSpPr>
          <a:xfrm>
            <a:off x="5726921" y="1828034"/>
            <a:ext cx="358588" cy="355325"/>
            <a:chOff x="-13077450" y="3647075"/>
            <a:chExt cx="356025" cy="352750"/>
          </a:xfrm>
        </p:grpSpPr>
        <p:sp>
          <p:nvSpPr>
            <p:cNvPr id="8094" name="Google Shape;8094;p10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p10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p10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7" name="Google Shape;8097;p105"/>
          <p:cNvGrpSpPr/>
          <p:nvPr/>
        </p:nvGrpSpPr>
        <p:grpSpPr>
          <a:xfrm>
            <a:off x="5738027" y="2271633"/>
            <a:ext cx="357002" cy="357037"/>
            <a:chOff x="-13079025" y="4079475"/>
            <a:chExt cx="354450" cy="354450"/>
          </a:xfrm>
        </p:grpSpPr>
        <p:sp>
          <p:nvSpPr>
            <p:cNvPr id="8098" name="Google Shape;8098;p10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p10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0" name="Google Shape;8100;p10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p10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2" name="Google Shape;8102;p105"/>
          <p:cNvGrpSpPr/>
          <p:nvPr/>
        </p:nvGrpSpPr>
        <p:grpSpPr>
          <a:xfrm>
            <a:off x="7511094" y="1387642"/>
            <a:ext cx="356221" cy="354670"/>
            <a:chOff x="-11292700" y="3213875"/>
            <a:chExt cx="353675" cy="352100"/>
          </a:xfrm>
        </p:grpSpPr>
        <p:sp>
          <p:nvSpPr>
            <p:cNvPr id="8103" name="Google Shape;8103;p10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10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10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p10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p10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8" name="Google Shape;8108;p10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9" name="Google Shape;8109;p10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0" name="Google Shape;8110;p105"/>
          <p:cNvGrpSpPr/>
          <p:nvPr/>
        </p:nvGrpSpPr>
        <p:grpSpPr>
          <a:xfrm>
            <a:off x="7505152" y="1827581"/>
            <a:ext cx="368106" cy="356232"/>
            <a:chOff x="-11299000" y="3647875"/>
            <a:chExt cx="365475" cy="353650"/>
          </a:xfrm>
        </p:grpSpPr>
        <p:sp>
          <p:nvSpPr>
            <p:cNvPr id="8111" name="Google Shape;8111;p10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2" name="Google Shape;8112;p10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3" name="Google Shape;8113;p10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4" name="Google Shape;8114;p10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5" name="Google Shape;8115;p10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6" name="Google Shape;8116;p10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7" name="Google Shape;8117;p105"/>
          <p:cNvGrpSpPr/>
          <p:nvPr/>
        </p:nvGrpSpPr>
        <p:grpSpPr>
          <a:xfrm>
            <a:off x="7520614" y="2283532"/>
            <a:ext cx="357808" cy="333240"/>
            <a:chOff x="-11295075" y="4092875"/>
            <a:chExt cx="355250" cy="330825"/>
          </a:xfrm>
        </p:grpSpPr>
        <p:sp>
          <p:nvSpPr>
            <p:cNvPr id="8118" name="Google Shape;8118;p10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9" name="Google Shape;8119;p10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0" name="Google Shape;8120;p10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1" name="Google Shape;8121;p10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10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3" name="Google Shape;8123;p105"/>
          <p:cNvGrpSpPr/>
          <p:nvPr/>
        </p:nvGrpSpPr>
        <p:grpSpPr>
          <a:xfrm>
            <a:off x="5746214" y="2746580"/>
            <a:ext cx="312585" cy="355451"/>
            <a:chOff x="-9500075" y="3180800"/>
            <a:chExt cx="310350" cy="352875"/>
          </a:xfrm>
        </p:grpSpPr>
        <p:sp>
          <p:nvSpPr>
            <p:cNvPr id="8124" name="Google Shape;8124;p10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5" name="Google Shape;8125;p10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p10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7" name="Google Shape;8127;p10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p10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10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0" name="Google Shape;8130;p10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1" name="Google Shape;8131;p10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10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3" name="Google Shape;8133;p105"/>
          <p:cNvGrpSpPr/>
          <p:nvPr/>
        </p:nvGrpSpPr>
        <p:grpSpPr>
          <a:xfrm>
            <a:off x="5724005" y="3222095"/>
            <a:ext cx="356221" cy="356257"/>
            <a:chOff x="-9523700" y="3614000"/>
            <a:chExt cx="353675" cy="353675"/>
          </a:xfrm>
        </p:grpSpPr>
        <p:sp>
          <p:nvSpPr>
            <p:cNvPr id="8134" name="Google Shape;8134;p10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5" name="Google Shape;8135;p10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6" name="Google Shape;8136;p10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7" name="Google Shape;8137;p10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p10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9" name="Google Shape;8139;p10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0" name="Google Shape;8140;p10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1" name="Google Shape;8141;p10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2" name="Google Shape;8142;p10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43" name="Google Shape;8143;p105"/>
          <p:cNvGrpSpPr/>
          <p:nvPr/>
        </p:nvGrpSpPr>
        <p:grpSpPr>
          <a:xfrm>
            <a:off x="7508956" y="3244737"/>
            <a:ext cx="356221" cy="354670"/>
            <a:chOff x="-9523700" y="4049550"/>
            <a:chExt cx="353675" cy="352100"/>
          </a:xfrm>
        </p:grpSpPr>
        <p:sp>
          <p:nvSpPr>
            <p:cNvPr id="8144" name="Google Shape;8144;p10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p10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p10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10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p10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9" name="Google Shape;8149;p10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0" name="Google Shape;8150;p10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1" name="Google Shape;8151;p105"/>
          <p:cNvGrpSpPr/>
          <p:nvPr/>
        </p:nvGrpSpPr>
        <p:grpSpPr>
          <a:xfrm>
            <a:off x="7065071" y="3244710"/>
            <a:ext cx="357002" cy="311029"/>
            <a:chOff x="-8209150" y="3659675"/>
            <a:chExt cx="354450" cy="308775"/>
          </a:xfrm>
        </p:grpSpPr>
        <p:sp>
          <p:nvSpPr>
            <p:cNvPr id="8152" name="Google Shape;8152;p10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10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p10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10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p10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7" name="Google Shape;8157;p10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8" name="Google Shape;8158;p105"/>
          <p:cNvGrpSpPr/>
          <p:nvPr/>
        </p:nvGrpSpPr>
        <p:grpSpPr>
          <a:xfrm>
            <a:off x="6178632" y="2273623"/>
            <a:ext cx="356221" cy="353059"/>
            <a:chOff x="-12643475" y="4081850"/>
            <a:chExt cx="353675" cy="350500"/>
          </a:xfrm>
        </p:grpSpPr>
        <p:sp>
          <p:nvSpPr>
            <p:cNvPr id="8159" name="Google Shape;8159;p10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p10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p10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p10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63" name="Google Shape;8163;p105"/>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64" name="Google Shape;8164;p105"/>
          <p:cNvGrpSpPr/>
          <p:nvPr/>
        </p:nvGrpSpPr>
        <p:grpSpPr>
          <a:xfrm>
            <a:off x="7961232" y="2283532"/>
            <a:ext cx="356221" cy="333240"/>
            <a:chOff x="-10858725" y="4092875"/>
            <a:chExt cx="353675" cy="330825"/>
          </a:xfrm>
        </p:grpSpPr>
        <p:sp>
          <p:nvSpPr>
            <p:cNvPr id="8165" name="Google Shape;8165;p10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6" name="Google Shape;8166;p10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p10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p10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9" name="Google Shape;8169;p10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0" name="Google Shape;8170;p10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71" name="Google Shape;8171;p105"/>
          <p:cNvGrpSpPr/>
          <p:nvPr/>
        </p:nvGrpSpPr>
        <p:grpSpPr>
          <a:xfrm>
            <a:off x="6219755" y="3222498"/>
            <a:ext cx="252278" cy="355451"/>
            <a:chOff x="-9039300" y="3614000"/>
            <a:chExt cx="250475" cy="352875"/>
          </a:xfrm>
        </p:grpSpPr>
        <p:sp>
          <p:nvSpPr>
            <p:cNvPr id="8172" name="Google Shape;8172;p10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3" name="Google Shape;8173;p10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74" name="Google Shape;8174;p105"/>
          <p:cNvGrpSpPr/>
          <p:nvPr/>
        </p:nvGrpSpPr>
        <p:grpSpPr>
          <a:xfrm>
            <a:off x="7951721" y="3244737"/>
            <a:ext cx="354635" cy="354670"/>
            <a:chOff x="-9088150" y="4049550"/>
            <a:chExt cx="352100" cy="352100"/>
          </a:xfrm>
        </p:grpSpPr>
        <p:sp>
          <p:nvSpPr>
            <p:cNvPr id="8175" name="Google Shape;8175;p10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6" name="Google Shape;8176;p10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p10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p10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p10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p10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81" name="Google Shape;8181;p105"/>
          <p:cNvGrpSpPr/>
          <p:nvPr/>
        </p:nvGrpSpPr>
        <p:grpSpPr>
          <a:xfrm>
            <a:off x="7086085" y="2746970"/>
            <a:ext cx="315757" cy="354670"/>
            <a:chOff x="-8191825" y="3174500"/>
            <a:chExt cx="313500" cy="352100"/>
          </a:xfrm>
        </p:grpSpPr>
        <p:sp>
          <p:nvSpPr>
            <p:cNvPr id="8182" name="Google Shape;8182;p10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3" name="Google Shape;8183;p10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10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85" name="Google Shape;8185;p105"/>
          <p:cNvGrpSpPr/>
          <p:nvPr/>
        </p:nvGrpSpPr>
        <p:grpSpPr>
          <a:xfrm>
            <a:off x="4835443" y="1387491"/>
            <a:ext cx="356221" cy="354973"/>
            <a:chOff x="-13947000" y="3212800"/>
            <a:chExt cx="353675" cy="352400"/>
          </a:xfrm>
        </p:grpSpPr>
        <p:sp>
          <p:nvSpPr>
            <p:cNvPr id="8186" name="Google Shape;8186;p10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10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88" name="Google Shape;8188;p105"/>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89" name="Google Shape;8189;p105"/>
          <p:cNvGrpSpPr/>
          <p:nvPr/>
        </p:nvGrpSpPr>
        <p:grpSpPr>
          <a:xfrm>
            <a:off x="5278038" y="1386849"/>
            <a:ext cx="356221" cy="356257"/>
            <a:chOff x="-13512225" y="3211525"/>
            <a:chExt cx="353675" cy="353675"/>
          </a:xfrm>
        </p:grpSpPr>
        <p:sp>
          <p:nvSpPr>
            <p:cNvPr id="8190" name="Google Shape;8190;p10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1" name="Google Shape;8191;p10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2" name="Google Shape;8192;p10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10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4" name="Google Shape;8194;p10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5" name="Google Shape;8195;p105"/>
          <p:cNvGrpSpPr/>
          <p:nvPr/>
        </p:nvGrpSpPr>
        <p:grpSpPr>
          <a:xfrm>
            <a:off x="6168320" y="1387239"/>
            <a:ext cx="356221" cy="355476"/>
            <a:chOff x="-12643475" y="3212300"/>
            <a:chExt cx="353675" cy="352900"/>
          </a:xfrm>
        </p:grpSpPr>
        <p:sp>
          <p:nvSpPr>
            <p:cNvPr id="8196" name="Google Shape;8196;p10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7" name="Google Shape;8197;p10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8" name="Google Shape;8198;p10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p10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0" name="Google Shape;8200;p10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1" name="Google Shape;8201;p10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10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3" name="Google Shape;8203;p10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4" name="Google Shape;8204;p10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05" name="Google Shape;8205;p105"/>
          <p:cNvGrpSpPr/>
          <p:nvPr/>
        </p:nvGrpSpPr>
        <p:grpSpPr>
          <a:xfrm>
            <a:off x="6168320" y="1839013"/>
            <a:ext cx="356221" cy="333366"/>
            <a:chOff x="-12643475" y="3657325"/>
            <a:chExt cx="353675" cy="330950"/>
          </a:xfrm>
        </p:grpSpPr>
        <p:sp>
          <p:nvSpPr>
            <p:cNvPr id="8206" name="Google Shape;8206;p10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p10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10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9" name="Google Shape;8209;p10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p10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10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12" name="Google Shape;8212;p105"/>
          <p:cNvGrpSpPr/>
          <p:nvPr/>
        </p:nvGrpSpPr>
        <p:grpSpPr>
          <a:xfrm>
            <a:off x="7951322" y="1387642"/>
            <a:ext cx="355416" cy="354670"/>
            <a:chOff x="-10857925" y="3213875"/>
            <a:chExt cx="352875" cy="352100"/>
          </a:xfrm>
        </p:grpSpPr>
        <p:sp>
          <p:nvSpPr>
            <p:cNvPr id="8213" name="Google Shape;8213;p10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4" name="Google Shape;8214;p10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5" name="Google Shape;8215;p10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p10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p10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p10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p10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10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p10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p10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23" name="Google Shape;8223;p105"/>
          <p:cNvGrpSpPr/>
          <p:nvPr/>
        </p:nvGrpSpPr>
        <p:grpSpPr>
          <a:xfrm>
            <a:off x="6168237" y="2747071"/>
            <a:ext cx="356096" cy="354469"/>
            <a:chOff x="-9089725" y="3180200"/>
            <a:chExt cx="353550" cy="351900"/>
          </a:xfrm>
        </p:grpSpPr>
        <p:sp>
          <p:nvSpPr>
            <p:cNvPr id="8224" name="Google Shape;8224;p10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10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26" name="Google Shape;8226;p105"/>
          <p:cNvGrpSpPr/>
          <p:nvPr/>
        </p:nvGrpSpPr>
        <p:grpSpPr>
          <a:xfrm>
            <a:off x="7060235" y="1826875"/>
            <a:ext cx="358588" cy="357641"/>
            <a:chOff x="7083760" y="1971660"/>
            <a:chExt cx="358588" cy="357641"/>
          </a:xfrm>
        </p:grpSpPr>
        <p:sp>
          <p:nvSpPr>
            <p:cNvPr id="8227" name="Google Shape;8227;p10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p10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p10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0" name="Google Shape;8230;p10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1" name="Google Shape;8231;p10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2" name="Google Shape;8232;p10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p10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p10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5" name="Google Shape;8235;p10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6" name="Google Shape;8236;p10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7" name="Google Shape;8237;p10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8" name="Google Shape;8238;p10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39" name="Google Shape;8239;p10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GB" sz="2400" u="none" cap="none" strike="noStrike">
                <a:solidFill>
                  <a:srgbClr val="FFFFFF"/>
                </a:solidFill>
                <a:latin typeface="Arial"/>
                <a:ea typeface="Arial"/>
                <a:cs typeface="Arial"/>
                <a:sym typeface="Arial"/>
              </a:rPr>
              <a:t>Creative Process Icons</a:t>
            </a:r>
            <a:endParaRPr b="0" i="0" sz="2400" u="none" cap="none" strike="noStrike">
              <a:solidFill>
                <a:srgbClr val="FFFFFF"/>
              </a:solidFill>
              <a:latin typeface="Arial"/>
              <a:ea typeface="Arial"/>
              <a:cs typeface="Arial"/>
              <a:sym typeface="Arial"/>
            </a:endParaRPr>
          </a:p>
        </p:txBody>
      </p:sp>
      <p:sp>
        <p:nvSpPr>
          <p:cNvPr id="8240" name="Google Shape;8240;p10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GB" sz="2400" u="none" cap="none" strike="noStrike">
                <a:solidFill>
                  <a:srgbClr val="FFFFFF"/>
                </a:solidFill>
                <a:latin typeface="Arial"/>
                <a:ea typeface="Arial"/>
                <a:cs typeface="Arial"/>
                <a:sym typeface="Arial"/>
              </a:rPr>
              <a:t>Performing Arts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44" name="Shape 8244"/>
        <p:cNvGrpSpPr/>
        <p:nvPr/>
      </p:nvGrpSpPr>
      <p:grpSpPr>
        <a:xfrm>
          <a:off x="0" y="0"/>
          <a:ext cx="0" cy="0"/>
          <a:chOff x="0" y="0"/>
          <a:chExt cx="0" cy="0"/>
        </a:xfrm>
      </p:grpSpPr>
      <p:sp>
        <p:nvSpPr>
          <p:cNvPr id="8245" name="Google Shape;8245;p106"/>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46" name="Google Shape;8246;p106"/>
          <p:cNvGrpSpPr/>
          <p:nvPr/>
        </p:nvGrpSpPr>
        <p:grpSpPr>
          <a:xfrm>
            <a:off x="719610" y="2243507"/>
            <a:ext cx="452798" cy="449473"/>
            <a:chOff x="-21322300" y="3693325"/>
            <a:chExt cx="306400" cy="304150"/>
          </a:xfrm>
        </p:grpSpPr>
        <p:sp>
          <p:nvSpPr>
            <p:cNvPr id="8247" name="Google Shape;8247;p10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p10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p10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0" name="Google Shape;8250;p10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1" name="Google Shape;8251;p106"/>
          <p:cNvGrpSpPr/>
          <p:nvPr/>
        </p:nvGrpSpPr>
        <p:grpSpPr>
          <a:xfrm>
            <a:off x="719019" y="2810244"/>
            <a:ext cx="453980" cy="422540"/>
            <a:chOff x="-21322300" y="4077125"/>
            <a:chExt cx="307200" cy="285925"/>
          </a:xfrm>
        </p:grpSpPr>
        <p:sp>
          <p:nvSpPr>
            <p:cNvPr id="8252" name="Google Shape;8252;p10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3" name="Google Shape;8253;p10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4" name="Google Shape;8254;p10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5" name="Google Shape;8255;p10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6" name="Google Shape;8256;p10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7" name="Google Shape;8257;p10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10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p10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0" name="Google Shape;8260;p10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1" name="Google Shape;8261;p10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10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p10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4" name="Google Shape;8264;p106"/>
          <p:cNvGrpSpPr/>
          <p:nvPr/>
        </p:nvGrpSpPr>
        <p:grpSpPr>
          <a:xfrm>
            <a:off x="3496195" y="1689128"/>
            <a:ext cx="451653" cy="450212"/>
            <a:chOff x="-19394200" y="3333800"/>
            <a:chExt cx="305625" cy="304650"/>
          </a:xfrm>
        </p:grpSpPr>
        <p:sp>
          <p:nvSpPr>
            <p:cNvPr id="8265" name="Google Shape;8265;p10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6" name="Google Shape;8266;p10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p10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10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9" name="Google Shape;8269;p10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0" name="Google Shape;8270;p10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1" name="Google Shape;8271;p10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2" name="Google Shape;8272;p10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p10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4" name="Google Shape;8274;p106"/>
          <p:cNvGrpSpPr/>
          <p:nvPr/>
        </p:nvGrpSpPr>
        <p:grpSpPr>
          <a:xfrm>
            <a:off x="3495032" y="2243580"/>
            <a:ext cx="453980" cy="449325"/>
            <a:chOff x="-19396575" y="3708500"/>
            <a:chExt cx="307200" cy="304050"/>
          </a:xfrm>
        </p:grpSpPr>
        <p:sp>
          <p:nvSpPr>
            <p:cNvPr id="8275" name="Google Shape;8275;p10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6" name="Google Shape;8276;p10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7" name="Google Shape;8277;p10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8" name="Google Shape;8278;p106"/>
          <p:cNvGrpSpPr/>
          <p:nvPr/>
        </p:nvGrpSpPr>
        <p:grpSpPr>
          <a:xfrm>
            <a:off x="3489212" y="2796461"/>
            <a:ext cx="465618" cy="450101"/>
            <a:chOff x="-19394200" y="4084200"/>
            <a:chExt cx="315075" cy="304575"/>
          </a:xfrm>
        </p:grpSpPr>
        <p:sp>
          <p:nvSpPr>
            <p:cNvPr id="8279" name="Google Shape;8279;p10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0" name="Google Shape;8280;p10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1" name="Google Shape;8281;p10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p10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3" name="Google Shape;8283;p10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4" name="Google Shape;8284;p10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5" name="Google Shape;8285;p106"/>
          <p:cNvGrpSpPr/>
          <p:nvPr/>
        </p:nvGrpSpPr>
        <p:grpSpPr>
          <a:xfrm>
            <a:off x="6294923" y="1689001"/>
            <a:ext cx="400447" cy="450470"/>
            <a:chOff x="-17526750" y="3309200"/>
            <a:chExt cx="270975" cy="304825"/>
          </a:xfrm>
        </p:grpSpPr>
        <p:sp>
          <p:nvSpPr>
            <p:cNvPr id="8286" name="Google Shape;8286;p10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7" name="Google Shape;8287;p10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8" name="Google Shape;8288;p10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9" name="Google Shape;8289;p10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0" name="Google Shape;8290;p10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1" name="Google Shape;8291;p106"/>
          <p:cNvGrpSpPr/>
          <p:nvPr/>
        </p:nvGrpSpPr>
        <p:grpSpPr>
          <a:xfrm>
            <a:off x="6271075" y="2244173"/>
            <a:ext cx="448143" cy="448143"/>
            <a:chOff x="-17542500" y="3684100"/>
            <a:chExt cx="303250" cy="303250"/>
          </a:xfrm>
        </p:grpSpPr>
        <p:sp>
          <p:nvSpPr>
            <p:cNvPr id="8292" name="Google Shape;8292;p10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3" name="Google Shape;8293;p10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4" name="Google Shape;8294;p10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5" name="Google Shape;8295;p10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6" name="Google Shape;8296;p10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7" name="Google Shape;8297;p10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8" name="Google Shape;8298;p10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9" name="Google Shape;8299;p106"/>
          <p:cNvGrpSpPr/>
          <p:nvPr/>
        </p:nvGrpSpPr>
        <p:grpSpPr>
          <a:xfrm>
            <a:off x="6270484" y="2810817"/>
            <a:ext cx="449325" cy="421395"/>
            <a:chOff x="-17542500" y="4068450"/>
            <a:chExt cx="304050" cy="285150"/>
          </a:xfrm>
        </p:grpSpPr>
        <p:sp>
          <p:nvSpPr>
            <p:cNvPr id="8300" name="Google Shape;8300;p10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1" name="Google Shape;8301;p10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2" name="Google Shape;8302;p10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3" name="Google Shape;8303;p10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4" name="Google Shape;8304;p10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5" name="Google Shape;8305;p10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6" name="Google Shape;8306;p106"/>
          <p:cNvGrpSpPr/>
          <p:nvPr/>
        </p:nvGrpSpPr>
        <p:grpSpPr>
          <a:xfrm>
            <a:off x="3500906" y="3342211"/>
            <a:ext cx="343404" cy="449325"/>
            <a:chOff x="-15652200" y="3335975"/>
            <a:chExt cx="232375" cy="304050"/>
          </a:xfrm>
        </p:grpSpPr>
        <p:sp>
          <p:nvSpPr>
            <p:cNvPr id="8307" name="Google Shape;8307;p10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8" name="Google Shape;8308;p10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10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10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p10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2" name="Google Shape;8312;p10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3" name="Google Shape;8313;p10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4" name="Google Shape;8314;p10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5" name="Google Shape;8315;p10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16" name="Google Shape;8316;p106"/>
          <p:cNvGrpSpPr/>
          <p:nvPr/>
        </p:nvGrpSpPr>
        <p:grpSpPr>
          <a:xfrm>
            <a:off x="1274819" y="2243729"/>
            <a:ext cx="449325" cy="449030"/>
            <a:chOff x="-20945825" y="3692175"/>
            <a:chExt cx="304050" cy="303850"/>
          </a:xfrm>
        </p:grpSpPr>
        <p:sp>
          <p:nvSpPr>
            <p:cNvPr id="8317" name="Google Shape;8317;p10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8" name="Google Shape;8318;p10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9" name="Google Shape;8319;p10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0" name="Google Shape;8320;p10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21" name="Google Shape;8321;p106"/>
          <p:cNvGrpSpPr/>
          <p:nvPr/>
        </p:nvGrpSpPr>
        <p:grpSpPr>
          <a:xfrm>
            <a:off x="4081644" y="1689848"/>
            <a:ext cx="372516" cy="448771"/>
            <a:chOff x="-18994100" y="3334775"/>
            <a:chExt cx="252075" cy="303675"/>
          </a:xfrm>
        </p:grpSpPr>
        <p:sp>
          <p:nvSpPr>
            <p:cNvPr id="8322" name="Google Shape;8322;p10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3" name="Google Shape;8323;p10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p10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10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26" name="Google Shape;8326;p106"/>
          <p:cNvGrpSpPr/>
          <p:nvPr/>
        </p:nvGrpSpPr>
        <p:grpSpPr>
          <a:xfrm>
            <a:off x="4096200" y="2244743"/>
            <a:ext cx="343404" cy="446998"/>
            <a:chOff x="-18983850" y="3710075"/>
            <a:chExt cx="232375" cy="302475"/>
          </a:xfrm>
        </p:grpSpPr>
        <p:sp>
          <p:nvSpPr>
            <p:cNvPr id="8327" name="Google Shape;8327;p10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8" name="Google Shape;8328;p10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9" name="Google Shape;8329;p10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p10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31" name="Google Shape;8331;p106"/>
          <p:cNvGrpSpPr/>
          <p:nvPr/>
        </p:nvGrpSpPr>
        <p:grpSpPr>
          <a:xfrm>
            <a:off x="1274247" y="1689573"/>
            <a:ext cx="450470" cy="449325"/>
            <a:chOff x="-20946600" y="3317850"/>
            <a:chExt cx="304825" cy="304050"/>
          </a:xfrm>
        </p:grpSpPr>
        <p:sp>
          <p:nvSpPr>
            <p:cNvPr id="8332" name="Google Shape;8332;p10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p10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10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35" name="Google Shape;8335;p106"/>
          <p:cNvGrpSpPr/>
          <p:nvPr/>
        </p:nvGrpSpPr>
        <p:grpSpPr>
          <a:xfrm>
            <a:off x="1300422" y="2797442"/>
            <a:ext cx="398119" cy="448143"/>
            <a:chOff x="-20930075" y="4066100"/>
            <a:chExt cx="269400" cy="303250"/>
          </a:xfrm>
        </p:grpSpPr>
        <p:sp>
          <p:nvSpPr>
            <p:cNvPr id="8336" name="Google Shape;8336;p10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10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38" name="Google Shape;8338;p106"/>
          <p:cNvGrpSpPr/>
          <p:nvPr/>
        </p:nvGrpSpPr>
        <p:grpSpPr>
          <a:xfrm>
            <a:off x="4042667" y="2797422"/>
            <a:ext cx="450470" cy="448180"/>
            <a:chOff x="-19020075" y="4084200"/>
            <a:chExt cx="304825" cy="303275"/>
          </a:xfrm>
        </p:grpSpPr>
        <p:sp>
          <p:nvSpPr>
            <p:cNvPr id="8339" name="Google Shape;8339;p10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10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1" name="Google Shape;8341;p10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2" name="Google Shape;8342;p10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10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p10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10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p10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7" name="Google Shape;8347;p10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48" name="Google Shape;8348;p106"/>
          <p:cNvGrpSpPr/>
          <p:nvPr/>
        </p:nvGrpSpPr>
        <p:grpSpPr>
          <a:xfrm>
            <a:off x="6859931" y="1689001"/>
            <a:ext cx="396937" cy="450470"/>
            <a:chOff x="-17149475" y="3309200"/>
            <a:chExt cx="268600" cy="304825"/>
          </a:xfrm>
        </p:grpSpPr>
        <p:sp>
          <p:nvSpPr>
            <p:cNvPr id="8349" name="Google Shape;8349;p10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p10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51" name="Google Shape;8351;p106"/>
          <p:cNvGrpSpPr/>
          <p:nvPr/>
        </p:nvGrpSpPr>
        <p:grpSpPr>
          <a:xfrm>
            <a:off x="6833737" y="2258120"/>
            <a:ext cx="449325" cy="420249"/>
            <a:chOff x="-17168375" y="3692750"/>
            <a:chExt cx="304050" cy="284375"/>
          </a:xfrm>
        </p:grpSpPr>
        <p:sp>
          <p:nvSpPr>
            <p:cNvPr id="8352" name="Google Shape;8352;p10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10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p10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5" name="Google Shape;8355;p10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6" name="Google Shape;8356;p10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p10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10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59" name="Google Shape;8359;p106"/>
          <p:cNvGrpSpPr/>
          <p:nvPr/>
        </p:nvGrpSpPr>
        <p:grpSpPr>
          <a:xfrm>
            <a:off x="6830246" y="2796852"/>
            <a:ext cx="456308" cy="449325"/>
            <a:chOff x="-17170750" y="4058800"/>
            <a:chExt cx="308775" cy="304050"/>
          </a:xfrm>
        </p:grpSpPr>
        <p:sp>
          <p:nvSpPr>
            <p:cNvPr id="8360" name="Google Shape;8360;p10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p10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p10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10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p10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5" name="Google Shape;8365;p10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p10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10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8" name="Google Shape;8368;p10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9" name="Google Shape;8369;p10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p10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1" name="Google Shape;8371;p10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2" name="Google Shape;8372;p10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3" name="Google Shape;8373;p10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p10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10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6" name="Google Shape;8376;p10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7" name="Google Shape;8377;p106"/>
          <p:cNvGrpSpPr/>
          <p:nvPr/>
        </p:nvGrpSpPr>
        <p:grpSpPr>
          <a:xfrm>
            <a:off x="5692143" y="3343358"/>
            <a:ext cx="450470" cy="446998"/>
            <a:chOff x="-15688425" y="3707725"/>
            <a:chExt cx="304825" cy="302475"/>
          </a:xfrm>
        </p:grpSpPr>
        <p:sp>
          <p:nvSpPr>
            <p:cNvPr id="8378" name="Google Shape;8378;p10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p10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p10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p10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p10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3" name="Google Shape;8383;p10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4" name="Google Shape;8384;p106"/>
          <p:cNvGrpSpPr/>
          <p:nvPr/>
        </p:nvGrpSpPr>
        <p:grpSpPr>
          <a:xfrm>
            <a:off x="1836300" y="1690441"/>
            <a:ext cx="451653" cy="447589"/>
            <a:chOff x="-20572500" y="3319025"/>
            <a:chExt cx="305625" cy="302875"/>
          </a:xfrm>
        </p:grpSpPr>
        <p:sp>
          <p:nvSpPr>
            <p:cNvPr id="8385" name="Google Shape;8385;p10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6" name="Google Shape;8386;p10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7" name="Google Shape;8387;p106"/>
          <p:cNvGrpSpPr/>
          <p:nvPr/>
        </p:nvGrpSpPr>
        <p:grpSpPr>
          <a:xfrm>
            <a:off x="1837463" y="2305410"/>
            <a:ext cx="449325" cy="325670"/>
            <a:chOff x="-20571700" y="3722875"/>
            <a:chExt cx="304050" cy="220375"/>
          </a:xfrm>
        </p:grpSpPr>
        <p:sp>
          <p:nvSpPr>
            <p:cNvPr id="8388" name="Google Shape;8388;p10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9" name="Google Shape;8389;p10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0" name="Google Shape;8390;p10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1" name="Google Shape;8391;p10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2" name="Google Shape;8392;p10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p106"/>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10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95" name="Google Shape;8395;p106"/>
          <p:cNvGrpSpPr/>
          <p:nvPr/>
        </p:nvGrpSpPr>
        <p:grpSpPr>
          <a:xfrm>
            <a:off x="1836891" y="2796278"/>
            <a:ext cx="450470" cy="450470"/>
            <a:chOff x="-20571700" y="4066875"/>
            <a:chExt cx="304825" cy="304825"/>
          </a:xfrm>
        </p:grpSpPr>
        <p:sp>
          <p:nvSpPr>
            <p:cNvPr id="8396" name="Google Shape;8396;p10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10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10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9" name="Google Shape;8399;p10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0" name="Google Shape;8400;p10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p10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2" name="Google Shape;8402;p106"/>
          <p:cNvGrpSpPr/>
          <p:nvPr/>
        </p:nvGrpSpPr>
        <p:grpSpPr>
          <a:xfrm>
            <a:off x="4603593" y="1688259"/>
            <a:ext cx="453980" cy="451948"/>
            <a:chOff x="-18645175" y="3334200"/>
            <a:chExt cx="307200" cy="305825"/>
          </a:xfrm>
        </p:grpSpPr>
        <p:sp>
          <p:nvSpPr>
            <p:cNvPr id="8403" name="Google Shape;8403;p10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10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5" name="Google Shape;8405;p10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6" name="Google Shape;8406;p10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10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8" name="Google Shape;8408;p106"/>
          <p:cNvGrpSpPr/>
          <p:nvPr/>
        </p:nvGrpSpPr>
        <p:grpSpPr>
          <a:xfrm>
            <a:off x="4604184" y="2242989"/>
            <a:ext cx="452798" cy="450507"/>
            <a:chOff x="-18645175" y="3708500"/>
            <a:chExt cx="306400" cy="304850"/>
          </a:xfrm>
        </p:grpSpPr>
        <p:sp>
          <p:nvSpPr>
            <p:cNvPr id="8409" name="Google Shape;8409;p10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p10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1" name="Google Shape;8411;p10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10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10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4" name="Google Shape;8414;p10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5" name="Google Shape;8415;p10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6" name="Google Shape;8416;p106"/>
          <p:cNvGrpSpPr/>
          <p:nvPr/>
        </p:nvGrpSpPr>
        <p:grpSpPr>
          <a:xfrm>
            <a:off x="4601857" y="2795630"/>
            <a:ext cx="457453" cy="451763"/>
            <a:chOff x="-18647525" y="4082625"/>
            <a:chExt cx="309550" cy="305700"/>
          </a:xfrm>
        </p:grpSpPr>
        <p:sp>
          <p:nvSpPr>
            <p:cNvPr id="8417" name="Google Shape;8417;p10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8" name="Google Shape;8418;p10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10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0" name="Google Shape;8420;p10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1" name="Google Shape;8421;p106"/>
          <p:cNvGrpSpPr/>
          <p:nvPr/>
        </p:nvGrpSpPr>
        <p:grpSpPr>
          <a:xfrm>
            <a:off x="7412241" y="1689592"/>
            <a:ext cx="395755" cy="449288"/>
            <a:chOff x="-16775350" y="3309200"/>
            <a:chExt cx="267800" cy="304025"/>
          </a:xfrm>
        </p:grpSpPr>
        <p:sp>
          <p:nvSpPr>
            <p:cNvPr id="8422" name="Google Shape;8422;p10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3" name="Google Shape;8423;p10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4" name="Google Shape;8424;p10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5" name="Google Shape;8425;p106"/>
          <p:cNvGrpSpPr/>
          <p:nvPr/>
        </p:nvGrpSpPr>
        <p:grpSpPr>
          <a:xfrm>
            <a:off x="7412241" y="2241827"/>
            <a:ext cx="395755" cy="452835"/>
            <a:chOff x="-16775350" y="3683300"/>
            <a:chExt cx="267800" cy="306425"/>
          </a:xfrm>
        </p:grpSpPr>
        <p:sp>
          <p:nvSpPr>
            <p:cNvPr id="8426" name="Google Shape;8426;p10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7" name="Google Shape;8427;p10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10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9" name="Google Shape;8429;p106"/>
          <p:cNvGrpSpPr/>
          <p:nvPr/>
        </p:nvGrpSpPr>
        <p:grpSpPr>
          <a:xfrm>
            <a:off x="7384292" y="2796870"/>
            <a:ext cx="451653" cy="449288"/>
            <a:chOff x="-16794250" y="4058225"/>
            <a:chExt cx="305625" cy="304025"/>
          </a:xfrm>
        </p:grpSpPr>
        <p:sp>
          <p:nvSpPr>
            <p:cNvPr id="8430" name="Google Shape;8430;p10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10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2" name="Google Shape;8432;p10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3" name="Google Shape;8433;p10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10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p10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p10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10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8" name="Google Shape;8438;p10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39" name="Google Shape;8439;p106"/>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40" name="Google Shape;8440;p106"/>
          <p:cNvGrpSpPr/>
          <p:nvPr/>
        </p:nvGrpSpPr>
        <p:grpSpPr>
          <a:xfrm>
            <a:off x="2385709" y="1689573"/>
            <a:ext cx="457453" cy="449325"/>
            <a:chOff x="-20199150" y="3317850"/>
            <a:chExt cx="309550" cy="304050"/>
          </a:xfrm>
        </p:grpSpPr>
        <p:sp>
          <p:nvSpPr>
            <p:cNvPr id="8441" name="Google Shape;8441;p10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2" name="Google Shape;8442;p10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10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p10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5" name="Google Shape;8445;p10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10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7" name="Google Shape;8447;p10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8" name="Google Shape;8448;p106"/>
          <p:cNvGrpSpPr/>
          <p:nvPr/>
        </p:nvGrpSpPr>
        <p:grpSpPr>
          <a:xfrm>
            <a:off x="2388036" y="2242861"/>
            <a:ext cx="452798" cy="450766"/>
            <a:chOff x="-20199150" y="3693150"/>
            <a:chExt cx="306400" cy="305025"/>
          </a:xfrm>
        </p:grpSpPr>
        <p:sp>
          <p:nvSpPr>
            <p:cNvPr id="8449" name="Google Shape;8449;p10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p10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p10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10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3" name="Google Shape;8453;p10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4" name="Google Shape;8454;p10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5" name="Google Shape;8455;p106"/>
          <p:cNvGrpSpPr/>
          <p:nvPr/>
        </p:nvGrpSpPr>
        <p:grpSpPr>
          <a:xfrm>
            <a:off x="2388609" y="2795687"/>
            <a:ext cx="451653" cy="451653"/>
            <a:chOff x="-20197575" y="4066875"/>
            <a:chExt cx="305625" cy="305625"/>
          </a:xfrm>
        </p:grpSpPr>
        <p:sp>
          <p:nvSpPr>
            <p:cNvPr id="8456" name="Google Shape;8456;p10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7" name="Google Shape;8457;p10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10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p10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p10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10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2" name="Google Shape;8462;p10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3" name="Google Shape;8463;p10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4" name="Google Shape;8464;p106"/>
          <p:cNvGrpSpPr/>
          <p:nvPr/>
        </p:nvGrpSpPr>
        <p:grpSpPr>
          <a:xfrm>
            <a:off x="5170827" y="1687520"/>
            <a:ext cx="449325" cy="453426"/>
            <a:chOff x="-18271050" y="3333200"/>
            <a:chExt cx="304050" cy="306825"/>
          </a:xfrm>
        </p:grpSpPr>
        <p:sp>
          <p:nvSpPr>
            <p:cNvPr id="8465" name="Google Shape;8465;p10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6" name="Google Shape;8466;p10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7" name="Google Shape;8467;p10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8" name="Google Shape;8468;p10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p10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0" name="Google Shape;8470;p106"/>
          <p:cNvGrpSpPr/>
          <p:nvPr/>
        </p:nvGrpSpPr>
        <p:grpSpPr>
          <a:xfrm>
            <a:off x="5171399" y="2244171"/>
            <a:ext cx="448180" cy="448143"/>
            <a:chOff x="-18270275" y="3710875"/>
            <a:chExt cx="303275" cy="303250"/>
          </a:xfrm>
        </p:grpSpPr>
        <p:sp>
          <p:nvSpPr>
            <p:cNvPr id="8471" name="Google Shape;8471;p10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p10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10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4" name="Google Shape;8474;p10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p10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p10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7" name="Google Shape;8477;p106"/>
          <p:cNvGrpSpPr/>
          <p:nvPr/>
        </p:nvGrpSpPr>
        <p:grpSpPr>
          <a:xfrm>
            <a:off x="5224951" y="2797422"/>
            <a:ext cx="341076" cy="448180"/>
            <a:chOff x="-18234025" y="4084200"/>
            <a:chExt cx="230800" cy="303275"/>
          </a:xfrm>
        </p:grpSpPr>
        <p:sp>
          <p:nvSpPr>
            <p:cNvPr id="8478" name="Google Shape;8478;p10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10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0" name="Google Shape;8480;p10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1" name="Google Shape;8481;p106"/>
          <p:cNvGrpSpPr/>
          <p:nvPr/>
        </p:nvGrpSpPr>
        <p:grpSpPr>
          <a:xfrm>
            <a:off x="2337506" y="3341641"/>
            <a:ext cx="449325" cy="450470"/>
            <a:chOff x="-16419350" y="3308400"/>
            <a:chExt cx="304050" cy="304825"/>
          </a:xfrm>
        </p:grpSpPr>
        <p:sp>
          <p:nvSpPr>
            <p:cNvPr id="8482" name="Google Shape;8482;p10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3" name="Google Shape;8483;p10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p10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5" name="Google Shape;8485;p10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6" name="Google Shape;8486;p10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7" name="Google Shape;8487;p10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8" name="Google Shape;8488;p10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9" name="Google Shape;8489;p106"/>
          <p:cNvGrpSpPr/>
          <p:nvPr/>
        </p:nvGrpSpPr>
        <p:grpSpPr>
          <a:xfrm>
            <a:off x="4609062" y="3340423"/>
            <a:ext cx="395755" cy="452872"/>
            <a:chOff x="-16401225" y="3683275"/>
            <a:chExt cx="267800" cy="306450"/>
          </a:xfrm>
        </p:grpSpPr>
        <p:sp>
          <p:nvSpPr>
            <p:cNvPr id="8490" name="Google Shape;8490;p10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10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2" name="Google Shape;8492;p10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p10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10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5" name="Google Shape;8495;p10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6" name="Google Shape;8496;p10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7" name="Google Shape;8497;p106"/>
          <p:cNvGrpSpPr/>
          <p:nvPr/>
        </p:nvGrpSpPr>
        <p:grpSpPr>
          <a:xfrm>
            <a:off x="7974511" y="2797062"/>
            <a:ext cx="450470" cy="448180"/>
            <a:chOff x="-16419350" y="4058200"/>
            <a:chExt cx="304825" cy="303275"/>
          </a:xfrm>
        </p:grpSpPr>
        <p:sp>
          <p:nvSpPr>
            <p:cNvPr id="8498" name="Google Shape;8498;p10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9" name="Google Shape;8499;p10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10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1" name="Google Shape;8501;p10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2" name="Google Shape;8502;p10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3" name="Google Shape;8503;p10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4" name="Google Shape;8504;p10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5" name="Google Shape;8505;p106"/>
          <p:cNvGrpSpPr/>
          <p:nvPr/>
        </p:nvGrpSpPr>
        <p:grpSpPr>
          <a:xfrm>
            <a:off x="4001398" y="3343080"/>
            <a:ext cx="450507" cy="447589"/>
            <a:chOff x="-15296200" y="3326900"/>
            <a:chExt cx="304850" cy="302875"/>
          </a:xfrm>
        </p:grpSpPr>
        <p:sp>
          <p:nvSpPr>
            <p:cNvPr id="8506" name="Google Shape;8506;p10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7" name="Google Shape;8507;p10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p10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9" name="Google Shape;8509;p10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0" name="Google Shape;8510;p10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1" name="Google Shape;8511;p106"/>
          <p:cNvGrpSpPr/>
          <p:nvPr/>
        </p:nvGrpSpPr>
        <p:grpSpPr>
          <a:xfrm>
            <a:off x="2917051" y="1706881"/>
            <a:ext cx="486566" cy="414708"/>
            <a:chOff x="-19835275" y="3330250"/>
            <a:chExt cx="329250" cy="280625"/>
          </a:xfrm>
        </p:grpSpPr>
        <p:sp>
          <p:nvSpPr>
            <p:cNvPr id="8512" name="Google Shape;8512;p10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3" name="Google Shape;8513;p10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p10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5" name="Google Shape;8515;p106"/>
          <p:cNvGrpSpPr/>
          <p:nvPr/>
        </p:nvGrpSpPr>
        <p:grpSpPr>
          <a:xfrm>
            <a:off x="2935080" y="2243470"/>
            <a:ext cx="450507" cy="449547"/>
            <a:chOff x="-19822675" y="3692750"/>
            <a:chExt cx="304850" cy="304200"/>
          </a:xfrm>
        </p:grpSpPr>
        <p:sp>
          <p:nvSpPr>
            <p:cNvPr id="8516" name="Google Shape;8516;p10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10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8" name="Google Shape;8518;p10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9" name="Google Shape;8519;p10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p10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1" name="Google Shape;8521;p106"/>
          <p:cNvGrpSpPr/>
          <p:nvPr/>
        </p:nvGrpSpPr>
        <p:grpSpPr>
          <a:xfrm>
            <a:off x="2935672" y="2796278"/>
            <a:ext cx="449325" cy="450470"/>
            <a:chOff x="-19822675" y="4066875"/>
            <a:chExt cx="304050" cy="304825"/>
          </a:xfrm>
        </p:grpSpPr>
        <p:sp>
          <p:nvSpPr>
            <p:cNvPr id="8522" name="Google Shape;8522;p10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10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10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5" name="Google Shape;8525;p10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6" name="Google Shape;8526;p10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10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8" name="Google Shape;8528;p106"/>
          <p:cNvGrpSpPr/>
          <p:nvPr/>
        </p:nvGrpSpPr>
        <p:grpSpPr>
          <a:xfrm>
            <a:off x="5744740" y="1689571"/>
            <a:ext cx="399302" cy="449325"/>
            <a:chOff x="-17878825" y="3334400"/>
            <a:chExt cx="270200" cy="304050"/>
          </a:xfrm>
        </p:grpSpPr>
        <p:sp>
          <p:nvSpPr>
            <p:cNvPr id="8529" name="Google Shape;8529;p10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10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10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10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p10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4" name="Google Shape;8534;p10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p10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6" name="Google Shape;8536;p106"/>
          <p:cNvGrpSpPr/>
          <p:nvPr/>
        </p:nvGrpSpPr>
        <p:grpSpPr>
          <a:xfrm>
            <a:off x="5718565" y="2242416"/>
            <a:ext cx="451653" cy="451653"/>
            <a:chOff x="-17896150" y="3709300"/>
            <a:chExt cx="305625" cy="305625"/>
          </a:xfrm>
        </p:grpSpPr>
        <p:sp>
          <p:nvSpPr>
            <p:cNvPr id="8537" name="Google Shape;8537;p10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10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9" name="Google Shape;8539;p10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0" name="Google Shape;8540;p10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1" name="Google Shape;8541;p106"/>
          <p:cNvGrpSpPr/>
          <p:nvPr/>
        </p:nvGrpSpPr>
        <p:grpSpPr>
          <a:xfrm>
            <a:off x="5746495" y="2795686"/>
            <a:ext cx="395792" cy="451653"/>
            <a:chOff x="-17878025" y="4082625"/>
            <a:chExt cx="267825" cy="305625"/>
          </a:xfrm>
        </p:grpSpPr>
        <p:sp>
          <p:nvSpPr>
            <p:cNvPr id="8542" name="Google Shape;8542;p10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p10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4" name="Google Shape;8544;p10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p10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p10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7" name="Google Shape;8547;p10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8" name="Google Shape;8548;p10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9" name="Google Shape;8549;p106"/>
          <p:cNvGrpSpPr/>
          <p:nvPr/>
        </p:nvGrpSpPr>
        <p:grpSpPr>
          <a:xfrm>
            <a:off x="2890388" y="3355015"/>
            <a:ext cx="450507" cy="423722"/>
            <a:chOff x="-16044450" y="3317850"/>
            <a:chExt cx="304850" cy="286725"/>
          </a:xfrm>
        </p:grpSpPr>
        <p:sp>
          <p:nvSpPr>
            <p:cNvPr id="8550" name="Google Shape;8550;p10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p10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p10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p10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54" name="Google Shape;8554;p106"/>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55" name="Google Shape;8555;p106"/>
          <p:cNvGrpSpPr/>
          <p:nvPr/>
        </p:nvGrpSpPr>
        <p:grpSpPr>
          <a:xfrm>
            <a:off x="8012905" y="2243724"/>
            <a:ext cx="373662" cy="449030"/>
            <a:chOff x="-16018450" y="4058400"/>
            <a:chExt cx="252850" cy="303850"/>
          </a:xfrm>
        </p:grpSpPr>
        <p:sp>
          <p:nvSpPr>
            <p:cNvPr id="8556" name="Google Shape;8556;p10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10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8" name="Google Shape;8558;p10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9" name="Google Shape;8559;p10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60" name="Google Shape;8560;p106"/>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p106"/>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GB"/>
              <a:t>Nature Icons</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65" name="Shape 8565"/>
        <p:cNvGrpSpPr/>
        <p:nvPr/>
      </p:nvGrpSpPr>
      <p:grpSpPr>
        <a:xfrm>
          <a:off x="0" y="0"/>
          <a:ext cx="0" cy="0"/>
          <a:chOff x="0" y="0"/>
          <a:chExt cx="0" cy="0"/>
        </a:xfrm>
      </p:grpSpPr>
      <p:grpSp>
        <p:nvGrpSpPr>
          <p:cNvPr id="8566" name="Google Shape;8566;p107"/>
          <p:cNvGrpSpPr/>
          <p:nvPr/>
        </p:nvGrpSpPr>
        <p:grpSpPr>
          <a:xfrm>
            <a:off x="829817" y="1689241"/>
            <a:ext cx="442337" cy="419623"/>
            <a:chOff x="-6696925" y="3272575"/>
            <a:chExt cx="307200" cy="291425"/>
          </a:xfrm>
        </p:grpSpPr>
        <p:sp>
          <p:nvSpPr>
            <p:cNvPr id="8567" name="Google Shape;8567;p10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p10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69" name="Google Shape;8569;p107"/>
          <p:cNvGrpSpPr/>
          <p:nvPr/>
        </p:nvGrpSpPr>
        <p:grpSpPr>
          <a:xfrm>
            <a:off x="829799" y="2204636"/>
            <a:ext cx="442373" cy="420775"/>
            <a:chOff x="-6690625" y="3631325"/>
            <a:chExt cx="307225" cy="292225"/>
          </a:xfrm>
        </p:grpSpPr>
        <p:sp>
          <p:nvSpPr>
            <p:cNvPr id="8570" name="Google Shape;8570;p10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p10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10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p10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10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75" name="Google Shape;8575;p107"/>
          <p:cNvGrpSpPr/>
          <p:nvPr/>
        </p:nvGrpSpPr>
        <p:grpSpPr>
          <a:xfrm>
            <a:off x="851921" y="2756972"/>
            <a:ext cx="421927" cy="419371"/>
            <a:chOff x="-6689825" y="3992050"/>
            <a:chExt cx="293025" cy="291250"/>
          </a:xfrm>
        </p:grpSpPr>
        <p:sp>
          <p:nvSpPr>
            <p:cNvPr id="8576" name="Google Shape;8576;p10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p10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p10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9" name="Google Shape;8579;p10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0" name="Google Shape;8580;p10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p10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p10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10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10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p10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6" name="Google Shape;8586;p10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10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88" name="Google Shape;8588;p107"/>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89" name="Google Shape;8589;p107"/>
          <p:cNvGrpSpPr/>
          <p:nvPr/>
        </p:nvGrpSpPr>
        <p:grpSpPr>
          <a:xfrm>
            <a:off x="3535232" y="2205192"/>
            <a:ext cx="423043" cy="419659"/>
            <a:chOff x="-4837325" y="3612425"/>
            <a:chExt cx="293800" cy="291450"/>
          </a:xfrm>
        </p:grpSpPr>
        <p:sp>
          <p:nvSpPr>
            <p:cNvPr id="8590" name="Google Shape;8590;p10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1" name="Google Shape;8591;p10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2" name="Google Shape;8592;p10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93" name="Google Shape;8593;p107"/>
          <p:cNvGrpSpPr/>
          <p:nvPr/>
        </p:nvGrpSpPr>
        <p:grpSpPr>
          <a:xfrm>
            <a:off x="3548265" y="2756826"/>
            <a:ext cx="420775" cy="419659"/>
            <a:chOff x="-4837325" y="3971575"/>
            <a:chExt cx="292225" cy="291450"/>
          </a:xfrm>
        </p:grpSpPr>
        <p:sp>
          <p:nvSpPr>
            <p:cNvPr id="8594" name="Google Shape;8594;p10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5" name="Google Shape;8595;p10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10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10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10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10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00" name="Google Shape;8600;p107"/>
          <p:cNvGrpSpPr/>
          <p:nvPr/>
        </p:nvGrpSpPr>
        <p:grpSpPr>
          <a:xfrm>
            <a:off x="6240279" y="1714185"/>
            <a:ext cx="430998" cy="369730"/>
            <a:chOff x="-3037625" y="3254850"/>
            <a:chExt cx="299325" cy="256775"/>
          </a:xfrm>
        </p:grpSpPr>
        <p:sp>
          <p:nvSpPr>
            <p:cNvPr id="8601" name="Google Shape;8601;p10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p10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p10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10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05" name="Google Shape;8605;p107"/>
          <p:cNvGrpSpPr/>
          <p:nvPr/>
        </p:nvGrpSpPr>
        <p:grpSpPr>
          <a:xfrm>
            <a:off x="6244239" y="2204615"/>
            <a:ext cx="423079" cy="420811"/>
            <a:chOff x="-3031325" y="3597450"/>
            <a:chExt cx="293825" cy="292250"/>
          </a:xfrm>
        </p:grpSpPr>
        <p:sp>
          <p:nvSpPr>
            <p:cNvPr id="8606" name="Google Shape;8606;p10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10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10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10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0" name="Google Shape;8610;p107"/>
          <p:cNvGrpSpPr/>
          <p:nvPr/>
        </p:nvGrpSpPr>
        <p:grpSpPr>
          <a:xfrm>
            <a:off x="6256714" y="2781214"/>
            <a:ext cx="421927" cy="370882"/>
            <a:chOff x="-3030525" y="3973150"/>
            <a:chExt cx="293025" cy="257575"/>
          </a:xfrm>
        </p:grpSpPr>
        <p:sp>
          <p:nvSpPr>
            <p:cNvPr id="8611" name="Google Shape;8611;p10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10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3" name="Google Shape;8613;p107"/>
          <p:cNvGrpSpPr/>
          <p:nvPr/>
        </p:nvGrpSpPr>
        <p:grpSpPr>
          <a:xfrm>
            <a:off x="1358307" y="3369426"/>
            <a:ext cx="421927" cy="297195"/>
            <a:chOff x="-1199300" y="3279250"/>
            <a:chExt cx="293025" cy="206400"/>
          </a:xfrm>
        </p:grpSpPr>
        <p:sp>
          <p:nvSpPr>
            <p:cNvPr id="8614" name="Google Shape;8614;p10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10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10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p10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8" name="Google Shape;8618;p107"/>
          <p:cNvGrpSpPr/>
          <p:nvPr/>
        </p:nvGrpSpPr>
        <p:grpSpPr>
          <a:xfrm>
            <a:off x="1365393" y="1688773"/>
            <a:ext cx="444605" cy="420559"/>
            <a:chOff x="-6338550" y="3272950"/>
            <a:chExt cx="308775" cy="292075"/>
          </a:xfrm>
        </p:grpSpPr>
        <p:sp>
          <p:nvSpPr>
            <p:cNvPr id="8619" name="Google Shape;8619;p10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10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10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2" name="Google Shape;8622;p107"/>
          <p:cNvGrpSpPr/>
          <p:nvPr/>
        </p:nvGrpSpPr>
        <p:grpSpPr>
          <a:xfrm>
            <a:off x="1376732" y="2205194"/>
            <a:ext cx="421927" cy="419659"/>
            <a:chOff x="-6329100" y="3632100"/>
            <a:chExt cx="293025" cy="291450"/>
          </a:xfrm>
        </p:grpSpPr>
        <p:sp>
          <p:nvSpPr>
            <p:cNvPr id="8623" name="Google Shape;8623;p10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p10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p10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6" name="Google Shape;8626;p107"/>
          <p:cNvGrpSpPr/>
          <p:nvPr/>
        </p:nvGrpSpPr>
        <p:grpSpPr>
          <a:xfrm>
            <a:off x="1389783" y="2756828"/>
            <a:ext cx="419623" cy="419659"/>
            <a:chOff x="-6329875" y="3992050"/>
            <a:chExt cx="291425" cy="291450"/>
          </a:xfrm>
        </p:grpSpPr>
        <p:sp>
          <p:nvSpPr>
            <p:cNvPr id="8627" name="Google Shape;8627;p10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p10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9" name="Google Shape;8629;p10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p10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1" name="Google Shape;8631;p107"/>
          <p:cNvGrpSpPr/>
          <p:nvPr/>
        </p:nvGrpSpPr>
        <p:grpSpPr>
          <a:xfrm>
            <a:off x="4075920" y="1687530"/>
            <a:ext cx="423079" cy="423043"/>
            <a:chOff x="-4478975" y="3251700"/>
            <a:chExt cx="293825" cy="293800"/>
          </a:xfrm>
        </p:grpSpPr>
        <p:sp>
          <p:nvSpPr>
            <p:cNvPr id="8632" name="Google Shape;8632;p10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10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10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5" name="Google Shape;8635;p107"/>
          <p:cNvGrpSpPr/>
          <p:nvPr/>
        </p:nvGrpSpPr>
        <p:grpSpPr>
          <a:xfrm>
            <a:off x="4075920" y="2205192"/>
            <a:ext cx="423079" cy="419659"/>
            <a:chOff x="-4475825" y="3612425"/>
            <a:chExt cx="293825" cy="291450"/>
          </a:xfrm>
        </p:grpSpPr>
        <p:sp>
          <p:nvSpPr>
            <p:cNvPr id="8636" name="Google Shape;8636;p10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10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p10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9" name="Google Shape;8639;p107"/>
          <p:cNvGrpSpPr/>
          <p:nvPr/>
        </p:nvGrpSpPr>
        <p:grpSpPr>
          <a:xfrm>
            <a:off x="4084992" y="2756844"/>
            <a:ext cx="428730" cy="419623"/>
            <a:chOff x="-4480550" y="3970800"/>
            <a:chExt cx="297750" cy="291425"/>
          </a:xfrm>
        </p:grpSpPr>
        <p:sp>
          <p:nvSpPr>
            <p:cNvPr id="8640" name="Google Shape;8640;p10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10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42" name="Google Shape;8642;p107"/>
          <p:cNvGrpSpPr/>
          <p:nvPr/>
        </p:nvGrpSpPr>
        <p:grpSpPr>
          <a:xfrm>
            <a:off x="6788826" y="1689221"/>
            <a:ext cx="415123" cy="419659"/>
            <a:chOff x="-2668225" y="3239075"/>
            <a:chExt cx="288300" cy="291450"/>
          </a:xfrm>
        </p:grpSpPr>
        <p:sp>
          <p:nvSpPr>
            <p:cNvPr id="8643" name="Google Shape;8643;p10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4" name="Google Shape;8644;p10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10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p10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10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48" name="Google Shape;8648;p107"/>
          <p:cNvGrpSpPr/>
          <p:nvPr/>
        </p:nvGrpSpPr>
        <p:grpSpPr>
          <a:xfrm>
            <a:off x="6785982" y="2205191"/>
            <a:ext cx="420811" cy="419659"/>
            <a:chOff x="-2671375" y="3597450"/>
            <a:chExt cx="292250" cy="291450"/>
          </a:xfrm>
        </p:grpSpPr>
        <p:sp>
          <p:nvSpPr>
            <p:cNvPr id="8649" name="Google Shape;8649;p10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p10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51" name="Google Shape;8651;p107"/>
          <p:cNvGrpSpPr/>
          <p:nvPr/>
        </p:nvGrpSpPr>
        <p:grpSpPr>
          <a:xfrm>
            <a:off x="6796765" y="2755691"/>
            <a:ext cx="423043" cy="421927"/>
            <a:chOff x="-2670575" y="3956600"/>
            <a:chExt cx="293800" cy="293025"/>
          </a:xfrm>
        </p:grpSpPr>
        <p:sp>
          <p:nvSpPr>
            <p:cNvPr id="8652" name="Google Shape;8652;p10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10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10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p10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56" name="Google Shape;8656;p107"/>
          <p:cNvGrpSpPr/>
          <p:nvPr/>
        </p:nvGrpSpPr>
        <p:grpSpPr>
          <a:xfrm>
            <a:off x="3054285" y="3311947"/>
            <a:ext cx="426462" cy="418363"/>
            <a:chOff x="-1183550" y="3586525"/>
            <a:chExt cx="296175" cy="290550"/>
          </a:xfrm>
        </p:grpSpPr>
        <p:sp>
          <p:nvSpPr>
            <p:cNvPr id="8657" name="Google Shape;8657;p10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p10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10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10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1" name="Google Shape;8661;p10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10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10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10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10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6" name="Google Shape;8666;p107"/>
          <p:cNvGrpSpPr/>
          <p:nvPr/>
        </p:nvGrpSpPr>
        <p:grpSpPr>
          <a:xfrm>
            <a:off x="1917896" y="1689799"/>
            <a:ext cx="420811" cy="418507"/>
            <a:chOff x="-5971525" y="3273750"/>
            <a:chExt cx="292250" cy="290650"/>
          </a:xfrm>
        </p:grpSpPr>
        <p:sp>
          <p:nvSpPr>
            <p:cNvPr id="8667" name="Google Shape;8667;p10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8" name="Google Shape;8668;p10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9" name="Google Shape;8669;p107"/>
          <p:cNvGrpSpPr/>
          <p:nvPr/>
        </p:nvGrpSpPr>
        <p:grpSpPr>
          <a:xfrm>
            <a:off x="1912226" y="2203826"/>
            <a:ext cx="432150" cy="422395"/>
            <a:chOff x="-5974675" y="3632100"/>
            <a:chExt cx="300125" cy="293350"/>
          </a:xfrm>
        </p:grpSpPr>
        <p:sp>
          <p:nvSpPr>
            <p:cNvPr id="8670" name="Google Shape;8670;p10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1" name="Google Shape;8671;p10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2" name="Google Shape;8672;p10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3" name="Google Shape;8673;p107"/>
          <p:cNvGrpSpPr/>
          <p:nvPr/>
        </p:nvGrpSpPr>
        <p:grpSpPr>
          <a:xfrm>
            <a:off x="1942267" y="2755694"/>
            <a:ext cx="395865" cy="421927"/>
            <a:chOff x="-5971525" y="3990475"/>
            <a:chExt cx="274925" cy="293025"/>
          </a:xfrm>
        </p:grpSpPr>
        <p:sp>
          <p:nvSpPr>
            <p:cNvPr id="8674" name="Google Shape;8674;p10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5" name="Google Shape;8675;p10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6" name="Google Shape;8676;p10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p10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8" name="Google Shape;8678;p107"/>
          <p:cNvGrpSpPr/>
          <p:nvPr/>
        </p:nvGrpSpPr>
        <p:grpSpPr>
          <a:xfrm>
            <a:off x="4615473" y="1689798"/>
            <a:ext cx="420775" cy="418507"/>
            <a:chOff x="-4118225" y="3253275"/>
            <a:chExt cx="292225" cy="290650"/>
          </a:xfrm>
        </p:grpSpPr>
        <p:sp>
          <p:nvSpPr>
            <p:cNvPr id="8679" name="Google Shape;8679;p10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0" name="Google Shape;8680;p10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1" name="Google Shape;8681;p107"/>
          <p:cNvGrpSpPr/>
          <p:nvPr/>
        </p:nvGrpSpPr>
        <p:grpSpPr>
          <a:xfrm>
            <a:off x="4665924" y="2204922"/>
            <a:ext cx="319874" cy="420199"/>
            <a:chOff x="-4082800" y="3612425"/>
            <a:chExt cx="222150" cy="291825"/>
          </a:xfrm>
        </p:grpSpPr>
        <p:sp>
          <p:nvSpPr>
            <p:cNvPr id="8682" name="Google Shape;8682;p10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3" name="Google Shape;8683;p10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p10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5" name="Google Shape;8685;p107"/>
          <p:cNvGrpSpPr/>
          <p:nvPr/>
        </p:nvGrpSpPr>
        <p:grpSpPr>
          <a:xfrm>
            <a:off x="4627372" y="2769876"/>
            <a:ext cx="420775" cy="393561"/>
            <a:chOff x="-4118225" y="3990475"/>
            <a:chExt cx="292225" cy="273325"/>
          </a:xfrm>
        </p:grpSpPr>
        <p:sp>
          <p:nvSpPr>
            <p:cNvPr id="8686" name="Google Shape;8686;p10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p10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8" name="Google Shape;8688;p10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9" name="Google Shape;8689;p10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0" name="Google Shape;8690;p107"/>
          <p:cNvGrpSpPr/>
          <p:nvPr/>
        </p:nvGrpSpPr>
        <p:grpSpPr>
          <a:xfrm>
            <a:off x="7338026" y="1688087"/>
            <a:ext cx="394713" cy="421927"/>
            <a:chOff x="-2312225" y="3238300"/>
            <a:chExt cx="274125" cy="293025"/>
          </a:xfrm>
        </p:grpSpPr>
        <p:sp>
          <p:nvSpPr>
            <p:cNvPr id="8691" name="Google Shape;8691;p10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2" name="Google Shape;8692;p10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3" name="Google Shape;8693;p107"/>
          <p:cNvGrpSpPr/>
          <p:nvPr/>
        </p:nvGrpSpPr>
        <p:grpSpPr>
          <a:xfrm>
            <a:off x="7335742" y="2756825"/>
            <a:ext cx="423079" cy="419659"/>
            <a:chOff x="-2310650" y="3958175"/>
            <a:chExt cx="293825" cy="291450"/>
          </a:xfrm>
        </p:grpSpPr>
        <p:sp>
          <p:nvSpPr>
            <p:cNvPr id="8694" name="Google Shape;8694;p10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5" name="Google Shape;8695;p10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6" name="Google Shape;8696;p107"/>
          <p:cNvGrpSpPr/>
          <p:nvPr/>
        </p:nvGrpSpPr>
        <p:grpSpPr>
          <a:xfrm>
            <a:off x="4702603" y="3308459"/>
            <a:ext cx="424159" cy="419659"/>
            <a:chOff x="-1182750" y="3962900"/>
            <a:chExt cx="294575" cy="291450"/>
          </a:xfrm>
        </p:grpSpPr>
        <p:sp>
          <p:nvSpPr>
            <p:cNvPr id="8697" name="Google Shape;8697;p10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10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p10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0" name="Google Shape;8700;p10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p10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2" name="Google Shape;8702;p10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3" name="Google Shape;8703;p10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4" name="Google Shape;8704;p107"/>
          <p:cNvGrpSpPr/>
          <p:nvPr/>
        </p:nvGrpSpPr>
        <p:grpSpPr>
          <a:xfrm>
            <a:off x="2455739" y="1689223"/>
            <a:ext cx="424195" cy="419659"/>
            <a:chOff x="-5611575" y="3272950"/>
            <a:chExt cx="294600" cy="291450"/>
          </a:xfrm>
        </p:grpSpPr>
        <p:sp>
          <p:nvSpPr>
            <p:cNvPr id="8705" name="Google Shape;8705;p10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6" name="Google Shape;8706;p10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10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8" name="Google Shape;8708;p10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9" name="Google Shape;8709;p10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10" name="Google Shape;8710;p107"/>
          <p:cNvGrpSpPr/>
          <p:nvPr/>
        </p:nvGrpSpPr>
        <p:grpSpPr>
          <a:xfrm>
            <a:off x="2455739" y="2205770"/>
            <a:ext cx="424195" cy="418507"/>
            <a:chOff x="-5613150" y="3632900"/>
            <a:chExt cx="294600" cy="290650"/>
          </a:xfrm>
        </p:grpSpPr>
        <p:sp>
          <p:nvSpPr>
            <p:cNvPr id="8711" name="Google Shape;8711;p10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2" name="Google Shape;8712;p10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13" name="Google Shape;8713;p107"/>
          <p:cNvGrpSpPr/>
          <p:nvPr/>
        </p:nvGrpSpPr>
        <p:grpSpPr>
          <a:xfrm>
            <a:off x="7324977" y="2153586"/>
            <a:ext cx="420811" cy="522864"/>
            <a:chOff x="-2310650" y="3525775"/>
            <a:chExt cx="292250" cy="363125"/>
          </a:xfrm>
        </p:grpSpPr>
        <p:sp>
          <p:nvSpPr>
            <p:cNvPr id="8714" name="Google Shape;8714;p10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5" name="Google Shape;8715;p10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10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10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18" name="Google Shape;8718;p107"/>
          <p:cNvGrpSpPr/>
          <p:nvPr/>
        </p:nvGrpSpPr>
        <p:grpSpPr>
          <a:xfrm>
            <a:off x="2467638" y="2756270"/>
            <a:ext cx="424195" cy="420775"/>
            <a:chOff x="-5613150" y="3991275"/>
            <a:chExt cx="294600" cy="292225"/>
          </a:xfrm>
        </p:grpSpPr>
        <p:sp>
          <p:nvSpPr>
            <p:cNvPr id="8719" name="Google Shape;8719;p10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0" name="Google Shape;8720;p10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1" name="Google Shape;8721;p10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2" name="Google Shape;8722;p107"/>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p10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107"/>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10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p10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p10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8" name="Google Shape;8728;p107"/>
          <p:cNvGrpSpPr/>
          <p:nvPr/>
        </p:nvGrpSpPr>
        <p:grpSpPr>
          <a:xfrm>
            <a:off x="5139126" y="1689438"/>
            <a:ext cx="434634" cy="419227"/>
            <a:chOff x="-3768700" y="3253275"/>
            <a:chExt cx="301850" cy="291150"/>
          </a:xfrm>
        </p:grpSpPr>
        <p:sp>
          <p:nvSpPr>
            <p:cNvPr id="8729" name="Google Shape;8729;p10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p10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1" name="Google Shape;8731;p10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2" name="Google Shape;8732;p107"/>
          <p:cNvGrpSpPr/>
          <p:nvPr/>
        </p:nvGrpSpPr>
        <p:grpSpPr>
          <a:xfrm>
            <a:off x="5143209" y="2217090"/>
            <a:ext cx="426462" cy="395865"/>
            <a:chOff x="-3808700" y="3628950"/>
            <a:chExt cx="296175" cy="274925"/>
          </a:xfrm>
        </p:grpSpPr>
        <p:sp>
          <p:nvSpPr>
            <p:cNvPr id="8733" name="Google Shape;8733;p10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10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10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6" name="Google Shape;8736;p107"/>
          <p:cNvGrpSpPr/>
          <p:nvPr/>
        </p:nvGrpSpPr>
        <p:grpSpPr>
          <a:xfrm>
            <a:off x="5208420" y="2756412"/>
            <a:ext cx="419443" cy="420487"/>
            <a:chOff x="-3771675" y="3971775"/>
            <a:chExt cx="291300" cy="292025"/>
          </a:xfrm>
        </p:grpSpPr>
        <p:sp>
          <p:nvSpPr>
            <p:cNvPr id="8737" name="Google Shape;8737;p10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p10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9" name="Google Shape;8739;p10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0" name="Google Shape;8740;p10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10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42" name="Google Shape;8742;p107"/>
          <p:cNvGrpSpPr/>
          <p:nvPr/>
        </p:nvGrpSpPr>
        <p:grpSpPr>
          <a:xfrm>
            <a:off x="7869864" y="1716461"/>
            <a:ext cx="420271" cy="320774"/>
            <a:chOff x="-1951475" y="3273100"/>
            <a:chExt cx="291875" cy="222775"/>
          </a:xfrm>
        </p:grpSpPr>
        <p:sp>
          <p:nvSpPr>
            <p:cNvPr id="8743" name="Google Shape;8743;p10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p10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5" name="Google Shape;8745;p10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46" name="Google Shape;8746;p107"/>
          <p:cNvGrpSpPr/>
          <p:nvPr/>
        </p:nvGrpSpPr>
        <p:grpSpPr>
          <a:xfrm>
            <a:off x="7867344" y="2205191"/>
            <a:ext cx="425310" cy="419659"/>
            <a:chOff x="-1951475" y="3597450"/>
            <a:chExt cx="295375" cy="291450"/>
          </a:xfrm>
        </p:grpSpPr>
        <p:sp>
          <p:nvSpPr>
            <p:cNvPr id="8747" name="Google Shape;8747;p10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10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p10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10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51" name="Google Shape;8751;p107"/>
          <p:cNvGrpSpPr/>
          <p:nvPr/>
        </p:nvGrpSpPr>
        <p:grpSpPr>
          <a:xfrm>
            <a:off x="7869595" y="2756825"/>
            <a:ext cx="444605" cy="419659"/>
            <a:chOff x="-1960150" y="3956600"/>
            <a:chExt cx="308775" cy="291450"/>
          </a:xfrm>
        </p:grpSpPr>
        <p:sp>
          <p:nvSpPr>
            <p:cNvPr id="8752" name="Google Shape;8752;p10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3" name="Google Shape;8753;p10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54" name="Google Shape;8754;p107"/>
          <p:cNvGrpSpPr/>
          <p:nvPr/>
        </p:nvGrpSpPr>
        <p:grpSpPr>
          <a:xfrm>
            <a:off x="1923633" y="3307636"/>
            <a:ext cx="420775" cy="420775"/>
            <a:chOff x="-804700" y="3226500"/>
            <a:chExt cx="292225" cy="292225"/>
          </a:xfrm>
        </p:grpSpPr>
        <p:sp>
          <p:nvSpPr>
            <p:cNvPr id="8755" name="Google Shape;8755;p10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10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10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10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10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0" name="Google Shape;8760;p10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1" name="Google Shape;8761;p10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62" name="Google Shape;8762;p107"/>
          <p:cNvGrpSpPr/>
          <p:nvPr/>
        </p:nvGrpSpPr>
        <p:grpSpPr>
          <a:xfrm>
            <a:off x="3003724" y="1688647"/>
            <a:ext cx="420775" cy="420811"/>
            <a:chOff x="-5251625" y="3272950"/>
            <a:chExt cx="292225" cy="292250"/>
          </a:xfrm>
        </p:grpSpPr>
        <p:sp>
          <p:nvSpPr>
            <p:cNvPr id="8763" name="Google Shape;8763;p10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10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10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66" name="Google Shape;8766;p107"/>
          <p:cNvGrpSpPr/>
          <p:nvPr/>
        </p:nvGrpSpPr>
        <p:grpSpPr>
          <a:xfrm>
            <a:off x="3000322" y="2204348"/>
            <a:ext cx="427578" cy="421351"/>
            <a:chOff x="-5254775" y="3631325"/>
            <a:chExt cx="296950" cy="292625"/>
          </a:xfrm>
        </p:grpSpPr>
        <p:sp>
          <p:nvSpPr>
            <p:cNvPr id="8767" name="Google Shape;8767;p10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10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p10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10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10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p10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3" name="Google Shape;8773;p10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74" name="Google Shape;8774;p107"/>
          <p:cNvGrpSpPr/>
          <p:nvPr/>
        </p:nvGrpSpPr>
        <p:grpSpPr>
          <a:xfrm>
            <a:off x="3016181" y="2756270"/>
            <a:ext cx="419659" cy="420775"/>
            <a:chOff x="-5251625" y="3991275"/>
            <a:chExt cx="291450" cy="292225"/>
          </a:xfrm>
        </p:grpSpPr>
        <p:sp>
          <p:nvSpPr>
            <p:cNvPr id="8775" name="Google Shape;8775;p10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6" name="Google Shape;8776;p10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7" name="Google Shape;8777;p10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10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10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80" name="Google Shape;8780;p107"/>
          <p:cNvGrpSpPr/>
          <p:nvPr/>
        </p:nvGrpSpPr>
        <p:grpSpPr>
          <a:xfrm>
            <a:off x="5756763" y="1689240"/>
            <a:ext cx="319874" cy="419623"/>
            <a:chOff x="-3365275" y="3253275"/>
            <a:chExt cx="222150" cy="291425"/>
          </a:xfrm>
        </p:grpSpPr>
        <p:sp>
          <p:nvSpPr>
            <p:cNvPr id="8781" name="Google Shape;8781;p10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10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83" name="Google Shape;8783;p107"/>
          <p:cNvGrpSpPr/>
          <p:nvPr/>
        </p:nvGrpSpPr>
        <p:grpSpPr>
          <a:xfrm>
            <a:off x="5730701" y="2204058"/>
            <a:ext cx="371998" cy="421927"/>
            <a:chOff x="-3383375" y="3611625"/>
            <a:chExt cx="258350" cy="293025"/>
          </a:xfrm>
        </p:grpSpPr>
        <p:sp>
          <p:nvSpPr>
            <p:cNvPr id="8784" name="Google Shape;8784;p10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5" name="Google Shape;8785;p10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86" name="Google Shape;8786;p107"/>
          <p:cNvGrpSpPr/>
          <p:nvPr/>
        </p:nvGrpSpPr>
        <p:grpSpPr>
          <a:xfrm>
            <a:off x="5793050" y="2756826"/>
            <a:ext cx="271097" cy="419659"/>
            <a:chOff x="-3347950" y="3971575"/>
            <a:chExt cx="188275" cy="291450"/>
          </a:xfrm>
        </p:grpSpPr>
        <p:sp>
          <p:nvSpPr>
            <p:cNvPr id="8787" name="Google Shape;8787;p10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p10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9" name="Google Shape;8789;p10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90" name="Google Shape;8790;p107"/>
          <p:cNvGrpSpPr/>
          <p:nvPr/>
        </p:nvGrpSpPr>
        <p:grpSpPr>
          <a:xfrm>
            <a:off x="842909" y="3307061"/>
            <a:ext cx="371998" cy="421927"/>
            <a:chOff x="-1575775" y="3238300"/>
            <a:chExt cx="258350" cy="293025"/>
          </a:xfrm>
        </p:grpSpPr>
        <p:sp>
          <p:nvSpPr>
            <p:cNvPr id="8791" name="Google Shape;8791;p107"/>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2" name="Google Shape;8792;p10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3" name="Google Shape;8793;p10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p10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5" name="Google Shape;8795;p10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96" name="Google Shape;8796;p107"/>
          <p:cNvGrpSpPr/>
          <p:nvPr/>
        </p:nvGrpSpPr>
        <p:grpSpPr>
          <a:xfrm>
            <a:off x="2487807" y="3309051"/>
            <a:ext cx="423079" cy="424159"/>
            <a:chOff x="-1591550" y="3597475"/>
            <a:chExt cx="293825" cy="294575"/>
          </a:xfrm>
        </p:grpSpPr>
        <p:sp>
          <p:nvSpPr>
            <p:cNvPr id="8797" name="Google Shape;8797;p10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10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9" name="Google Shape;8799;p10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00" name="Google Shape;8800;p107"/>
          <p:cNvGrpSpPr/>
          <p:nvPr/>
        </p:nvGrpSpPr>
        <p:grpSpPr>
          <a:xfrm>
            <a:off x="4137277" y="3318663"/>
            <a:ext cx="421927" cy="399248"/>
            <a:chOff x="-1592325" y="3957400"/>
            <a:chExt cx="293025" cy="277275"/>
          </a:xfrm>
        </p:grpSpPr>
        <p:sp>
          <p:nvSpPr>
            <p:cNvPr id="8801" name="Google Shape;8801;p10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10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10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p10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05" name="Google Shape;8805;p107"/>
          <p:cNvGrpSpPr/>
          <p:nvPr/>
        </p:nvGrpSpPr>
        <p:grpSpPr>
          <a:xfrm>
            <a:off x="3624147" y="3310744"/>
            <a:ext cx="369730" cy="420775"/>
            <a:chOff x="-778700" y="3612425"/>
            <a:chExt cx="256775" cy="292225"/>
          </a:xfrm>
        </p:grpSpPr>
        <p:sp>
          <p:nvSpPr>
            <p:cNvPr id="8806" name="Google Shape;8806;p10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p10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8" name="Google Shape;8808;p10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10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10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p10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12" name="Google Shape;8812;p107"/>
          <p:cNvGrpSpPr/>
          <p:nvPr/>
        </p:nvGrpSpPr>
        <p:grpSpPr>
          <a:xfrm>
            <a:off x="6095649" y="3828305"/>
            <a:ext cx="340731" cy="387641"/>
            <a:chOff x="7728464" y="1561258"/>
            <a:chExt cx="349719" cy="397866"/>
          </a:xfrm>
        </p:grpSpPr>
        <p:sp>
          <p:nvSpPr>
            <p:cNvPr id="8813" name="Google Shape;8813;p10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4" name="Google Shape;8814;p10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15" name="Google Shape;8815;p107"/>
          <p:cNvGrpSpPr/>
          <p:nvPr/>
        </p:nvGrpSpPr>
        <p:grpSpPr>
          <a:xfrm>
            <a:off x="4018617" y="3828305"/>
            <a:ext cx="387681" cy="387641"/>
            <a:chOff x="5611350" y="1561258"/>
            <a:chExt cx="397907" cy="397866"/>
          </a:xfrm>
        </p:grpSpPr>
        <p:sp>
          <p:nvSpPr>
            <p:cNvPr id="8816" name="Google Shape;8816;p10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7" name="Google Shape;8817;p10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p10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9" name="Google Shape;8819;p10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20" name="Google Shape;8820;p107"/>
          <p:cNvGrpSpPr/>
          <p:nvPr/>
        </p:nvGrpSpPr>
        <p:grpSpPr>
          <a:xfrm>
            <a:off x="4537903" y="3925571"/>
            <a:ext cx="387609" cy="193109"/>
            <a:chOff x="6140660" y="1661097"/>
            <a:chExt cx="397834" cy="198202"/>
          </a:xfrm>
        </p:grpSpPr>
        <p:sp>
          <p:nvSpPr>
            <p:cNvPr id="8821" name="Google Shape;8821;p10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2" name="Google Shape;8822;p10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p10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4" name="Google Shape;8824;p10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25" name="Google Shape;8825;p107"/>
          <p:cNvGrpSpPr/>
          <p:nvPr/>
        </p:nvGrpSpPr>
        <p:grpSpPr>
          <a:xfrm>
            <a:off x="5057118" y="3828305"/>
            <a:ext cx="387681" cy="387641"/>
            <a:chOff x="6669907" y="1561258"/>
            <a:chExt cx="397907" cy="397866"/>
          </a:xfrm>
        </p:grpSpPr>
        <p:sp>
          <p:nvSpPr>
            <p:cNvPr id="8826" name="Google Shape;8826;p10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7" name="Google Shape;8827;p10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8" name="Google Shape;8828;p10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p10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0" name="Google Shape;8830;p10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1" name="Google Shape;8831;p107"/>
          <p:cNvGrpSpPr/>
          <p:nvPr/>
        </p:nvGrpSpPr>
        <p:grpSpPr>
          <a:xfrm>
            <a:off x="1942348" y="3885842"/>
            <a:ext cx="387681" cy="272572"/>
            <a:chOff x="3386036" y="1746339"/>
            <a:chExt cx="397907" cy="279762"/>
          </a:xfrm>
        </p:grpSpPr>
        <p:sp>
          <p:nvSpPr>
            <p:cNvPr id="8832" name="Google Shape;8832;p10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3" name="Google Shape;8833;p10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4" name="Google Shape;8834;p107"/>
          <p:cNvGrpSpPr/>
          <p:nvPr/>
        </p:nvGrpSpPr>
        <p:grpSpPr>
          <a:xfrm>
            <a:off x="2980045" y="3828288"/>
            <a:ext cx="387681" cy="387681"/>
            <a:chOff x="4417380" y="1687279"/>
            <a:chExt cx="397907" cy="397907"/>
          </a:xfrm>
        </p:grpSpPr>
        <p:sp>
          <p:nvSpPr>
            <p:cNvPr id="8835" name="Google Shape;8835;p10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6" name="Google Shape;8836;p10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7" name="Google Shape;8837;p107"/>
          <p:cNvGrpSpPr/>
          <p:nvPr/>
        </p:nvGrpSpPr>
        <p:grpSpPr>
          <a:xfrm>
            <a:off x="7926526" y="3308537"/>
            <a:ext cx="387661" cy="387661"/>
            <a:chOff x="2869999" y="1687279"/>
            <a:chExt cx="397887" cy="397887"/>
          </a:xfrm>
        </p:grpSpPr>
        <p:sp>
          <p:nvSpPr>
            <p:cNvPr id="8838" name="Google Shape;8838;p10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9" name="Google Shape;8839;p10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0" name="Google Shape;8840;p107"/>
          <p:cNvGrpSpPr/>
          <p:nvPr/>
        </p:nvGrpSpPr>
        <p:grpSpPr>
          <a:xfrm>
            <a:off x="2461634" y="3828664"/>
            <a:ext cx="386807" cy="386929"/>
            <a:chOff x="3902887" y="1687655"/>
            <a:chExt cx="397010" cy="397135"/>
          </a:xfrm>
        </p:grpSpPr>
        <p:sp>
          <p:nvSpPr>
            <p:cNvPr id="8841" name="Google Shape;8841;p10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2" name="Google Shape;8842;p10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3" name="Google Shape;8843;p107"/>
          <p:cNvGrpSpPr/>
          <p:nvPr/>
        </p:nvGrpSpPr>
        <p:grpSpPr>
          <a:xfrm>
            <a:off x="3499331" y="3828344"/>
            <a:ext cx="387681" cy="387681"/>
            <a:chOff x="4933458" y="1687279"/>
            <a:chExt cx="397907" cy="397907"/>
          </a:xfrm>
        </p:grpSpPr>
        <p:sp>
          <p:nvSpPr>
            <p:cNvPr id="8844" name="Google Shape;8844;p10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5" name="Google Shape;8845;p10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6" name="Google Shape;8846;p107"/>
          <p:cNvGrpSpPr/>
          <p:nvPr/>
        </p:nvGrpSpPr>
        <p:grpSpPr>
          <a:xfrm>
            <a:off x="5273586" y="3308775"/>
            <a:ext cx="387681" cy="387661"/>
            <a:chOff x="266768" y="1721375"/>
            <a:chExt cx="397907" cy="397887"/>
          </a:xfrm>
        </p:grpSpPr>
        <p:sp>
          <p:nvSpPr>
            <p:cNvPr id="8847" name="Google Shape;8847;p10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8" name="Google Shape;8848;p10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9" name="Google Shape;8849;p107"/>
          <p:cNvGrpSpPr/>
          <p:nvPr/>
        </p:nvGrpSpPr>
        <p:grpSpPr>
          <a:xfrm>
            <a:off x="7395588" y="3308924"/>
            <a:ext cx="387539" cy="386888"/>
            <a:chOff x="2408992" y="1722875"/>
            <a:chExt cx="397761" cy="397093"/>
          </a:xfrm>
        </p:grpSpPr>
        <p:sp>
          <p:nvSpPr>
            <p:cNvPr id="8850" name="Google Shape;8850;p10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1" name="Google Shape;8851;p10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2" name="Google Shape;8852;p107"/>
          <p:cNvGrpSpPr/>
          <p:nvPr/>
        </p:nvGrpSpPr>
        <p:grpSpPr>
          <a:xfrm>
            <a:off x="5576404" y="3828305"/>
            <a:ext cx="387641" cy="387641"/>
            <a:chOff x="7199196" y="1561258"/>
            <a:chExt cx="397866" cy="397866"/>
          </a:xfrm>
        </p:grpSpPr>
        <p:sp>
          <p:nvSpPr>
            <p:cNvPr id="8853" name="Google Shape;8853;p10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4" name="Google Shape;8854;p10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5" name="Google Shape;8855;p10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6" name="Google Shape;8856;p107"/>
          <p:cNvGrpSpPr/>
          <p:nvPr/>
        </p:nvGrpSpPr>
        <p:grpSpPr>
          <a:xfrm>
            <a:off x="6332282" y="3308537"/>
            <a:ext cx="387661" cy="387661"/>
            <a:chOff x="1379798" y="1723250"/>
            <a:chExt cx="397887" cy="397887"/>
          </a:xfrm>
        </p:grpSpPr>
        <p:sp>
          <p:nvSpPr>
            <p:cNvPr id="8857" name="Google Shape;8857;p10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8" name="Google Shape;8858;p10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9" name="Google Shape;8859;p10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0" name="Google Shape;8860;p10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1" name="Google Shape;8861;p107"/>
          <p:cNvGrpSpPr/>
          <p:nvPr/>
        </p:nvGrpSpPr>
        <p:grpSpPr>
          <a:xfrm>
            <a:off x="5801242" y="3308537"/>
            <a:ext cx="387641" cy="387661"/>
            <a:chOff x="864491" y="1723250"/>
            <a:chExt cx="397866" cy="397887"/>
          </a:xfrm>
        </p:grpSpPr>
        <p:sp>
          <p:nvSpPr>
            <p:cNvPr id="8862" name="Google Shape;8862;p10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p10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p10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865" name="Google Shape;8865;p107"/>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66" name="Google Shape;8866;p107"/>
          <p:cNvGrpSpPr/>
          <p:nvPr/>
        </p:nvGrpSpPr>
        <p:grpSpPr>
          <a:xfrm>
            <a:off x="6568070" y="3827060"/>
            <a:ext cx="388966" cy="388966"/>
            <a:chOff x="1190625" y="238125"/>
            <a:chExt cx="5235075" cy="5235075"/>
          </a:xfrm>
        </p:grpSpPr>
        <p:sp>
          <p:nvSpPr>
            <p:cNvPr id="8867" name="Google Shape;8867;p10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8" name="Google Shape;8868;p10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869" name="Google Shape;8869;p107"/>
          <p:cNvSpPr txBox="1"/>
          <p:nvPr>
            <p:ph type="title"/>
          </p:nvPr>
        </p:nvSpPr>
        <p:spPr>
          <a:xfrm>
            <a:off x="723450" y="511025"/>
            <a:ext cx="7697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GB"/>
              <a:t>SEO &amp; Marketing Icons</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Electricity Consumption Consulting by Slidesgo">
  <a:themeElements>
    <a:clrScheme name="Simple Light">
      <a:dk1>
        <a:srgbClr val="191919"/>
      </a:dk1>
      <a:lt1>
        <a:srgbClr val="E8E6D6"/>
      </a:lt1>
      <a:dk2>
        <a:srgbClr val="FEB530"/>
      </a:dk2>
      <a:lt2>
        <a:srgbClr val="F46123"/>
      </a:lt2>
      <a:accent1>
        <a:srgbClr val="1F8E2E"/>
      </a:accent1>
      <a:accent2>
        <a:srgbClr val="2E83C7"/>
      </a:accent2>
      <a:accent3>
        <a:srgbClr val="FFFFFF"/>
      </a:accent3>
      <a:accent4>
        <a:srgbClr val="FFFFFF"/>
      </a:accent4>
      <a:accent5>
        <a:srgbClr val="FFFFFF"/>
      </a:accent5>
      <a:accent6>
        <a:srgbClr val="FFFFFF"/>
      </a:accent6>
      <a:hlink>
        <a:srgbClr val="1F1F1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